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4.xml" ContentType="application/vnd.openxmlformats-officedocument.presentationml.notesSlide+xml"/>
  <Override PartName="/ppt/ink/ink3.xml" ContentType="application/inkml+xml"/>
  <Override PartName="/ppt/notesSlides/notesSlide15.xml" ContentType="application/vnd.openxmlformats-officedocument.presentationml.notesSlide+xml"/>
  <Override PartName="/ppt/ink/ink4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5.xml" ContentType="application/inkml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ink/ink7.xml" ContentType="application/inkml+xml"/>
  <Override PartName="/ppt/notesSlides/notesSlide20.xml" ContentType="application/vnd.openxmlformats-officedocument.presentationml.notesSlide+xml"/>
  <Override PartName="/ppt/ink/ink8.xml" ContentType="application/inkml+xml"/>
  <Override PartName="/ppt/notesSlides/notesSlide21.xml" ContentType="application/vnd.openxmlformats-officedocument.presentationml.notesSlide+xml"/>
  <Override PartName="/ppt/ink/ink9.xml" ContentType="application/inkml+xml"/>
  <Override PartName="/ppt/notesSlides/notesSlide22.xml" ContentType="application/vnd.openxmlformats-officedocument.presentationml.notesSlide+xml"/>
  <Override PartName="/ppt/ink/ink10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1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2.xml" ContentType="application/inkml+xml"/>
  <Override PartName="/ppt/notesSlides/notesSlide27.xml" ContentType="application/vnd.openxmlformats-officedocument.presentationml.notesSlide+xml"/>
  <Override PartName="/ppt/ink/ink13.xml" ContentType="application/inkml+xml"/>
  <Override PartName="/ppt/notesSlides/notesSlide28.xml" ContentType="application/vnd.openxmlformats-officedocument.presentationml.notesSlide+xml"/>
  <Override PartName="/ppt/ink/ink14.xml" ContentType="application/inkml+xml"/>
  <Override PartName="/ppt/notesSlides/notesSlide29.xml" ContentType="application/vnd.openxmlformats-officedocument.presentationml.notesSlide+xml"/>
  <Override PartName="/ppt/ink/ink15.xml" ContentType="application/inkml+xml"/>
  <Override PartName="/ppt/notesSlides/notesSlide30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31.xml" ContentType="application/vnd.openxmlformats-officedocument.presentationml.notesSlide+xml"/>
  <Override PartName="/ppt/ink/ink18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77" r:id="rId2"/>
    <p:sldId id="316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317" r:id="rId16"/>
    <p:sldId id="290" r:id="rId17"/>
    <p:sldId id="291" r:id="rId18"/>
    <p:sldId id="292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7" r:id="rId32"/>
    <p:sldId id="308" r:id="rId33"/>
    <p:sldId id="318" r:id="rId34"/>
    <p:sldId id="320" r:id="rId35"/>
    <p:sldId id="309" r:id="rId36"/>
    <p:sldId id="310" r:id="rId37"/>
    <p:sldId id="311" r:id="rId38"/>
    <p:sldId id="312" r:id="rId39"/>
    <p:sldId id="313" r:id="rId40"/>
    <p:sldId id="314" r:id="rId41"/>
    <p:sldId id="319" r:id="rId42"/>
    <p:sldId id="315" r:id="rId4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9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18044 14614 8040,'-13'0'885,"0"0"0,5 0-721,-1 0 1,5 0 0,-3 2 211,1 2 1,2-1-217,4 5 1,0 1-1,0 4-96,0 0 1,0-5 0,0 1 0,0 2-115,0 5 0,1 0 1,2 5-1,3 0-59,1-1 1,-4 4 0,3-2 0,-2 2-75,0 2 0,2-1 0,-3-1 0,2-1-66,2-1 1,-4-7 0,2 2-1,-3-4-723,3-4 587,-4 2 0,11-11 385,-4 0 0,3-17 0,2-10 0</inkml:trace>
  <inkml:trace contextRef="#ctx0" brushRef="#br0">18403 14563 7855,'-4'-13'71,"-1"0"1,0 5 1442,0-1-606,4 1-550,-5 1 0,6 2-245,0 10 1,6-2 0,2 4-259,4-2 0,1 0 0,-1-5 0,1 1-15,0 3 1,4-2-1,0 2 1,-1-3 42,-2-1 0,-1 0 0,0 0 0,0 0 208,-1 0 0,1 2 0,0 1 313,0 1 1,-5 0-150,1-4 1,-6 2-230,1 2 0,-2-1 0,-2 5-143,0 2 0,-6 2 0,-3 1 1,-2-1-62,-2 1 1,0 0 0,0 0 0,1 0 84,-1-1 1,0 6 0,0-1 0,0-2 78,1 0 1,-1-3-1,0 1 1,2 0 37,2 0 1,3 0 0,6 0 109,0-1 1,0 1 0,2-1 13,2-4 0,-1 2 1,5-4-1,2-1-87,2 1 0,1 0 0,-1-2-14,1 5 1,-1-2 0,-2 0 0,-3 0-8,-2 0 1,4-3 0,-3 4-1,-1-1-47,1 0 0,-2-3 1,-4 5 119,0 1 0,0-3 0,-1 0 136,-3-1 0,-4 2 0,-6-4 1,-1-1 252,-3-1 1,-4-2 0,0 0 0,-2 0-227,-2 0 0,1 0 0,1 0 0,1 0-641,1 0 0,5-2 1,-3-1-760,2-1 1,2-2 0,6 4-2297,2-3 3420,5 1 0,-8 10 0,3 1 0</inkml:trace>
  <inkml:trace contextRef="#ctx0" brushRef="#br0">18428 15345 7964,'-8'-8'66,"1"-1"1,1-1 453,3-1 0,-2 2-349,0 1-898,1 5 287,4-3 512,0 6 1,-1 0 0,-4 0 0,-3 0 17,-4 0 1,-2 4 0,-2 1-1,-2-1-36,-2 2 0,-1-1 0,-5 5 0,-1 0-155,-3 4 1,3-1-1,-3 6 1,4-2-76,5 0 0,1 4 1,6-4-1,1 1 122,6 0 0,4-4 1,5 3-1,3-2 121,8-3 0,6 0 0,8-4 0,3-3 221,4-4 1,3-1 0,0-1 0,-3-4 85,-4-3 0,-3-4 1,-1 0-1,-1-1-102,1 0 1,-6-1 0,-3-2 0,-4-1-234,-5 1 1,-2-2-1,-6 1 1,0 1-299,0 2 0,0 1-341,0 0 1,-2 5-1527,-2-1 2126,3 6 0,-11 3 0,5 7 0</inkml:trace>
  <inkml:trace contextRef="#ctx0" brushRef="#br0">18403 15922 7971,'0'-7'760,"0"-5"-484,-6 5 1,5-5-74,-4-1 0,0 4-243,0 1 1,0 3-1,1-2-191,-5 2 1,2 0 0,-2 5-1,-1 0 34,-1 0 0,-6 6 0,0 4 0,0 4 50,-2 3 0,5 6 0,-3-2 0,4 4 112,4 0 0,4 1 0,5 0 0,0-2 170,0-3 0,1 2 0,3-6 0,5-1 179,2-2 1,4-7-1,0-3 1,4-2 72,1-2 0,1-7 0,5-6 1,-1-9-130,1-6 0,0-1 1,-2-3-1,-3 0-179,-4 4 1,-4-3 0,-4 2 0,-5 3-1052,-3 4 0,-2 6 972,-3-1 0,-9 8 0,-7 4 0</inkml:trace>
  <inkml:trace contextRef="#ctx0" brushRef="#br0">18518 16486 7976,'0'-13'-3,"0"0"0,0 1 529,0-1 1,0 0 0,0 0 397,0 0 0,0 1-928,0-1 1,0 4-173,0 1 1,-6 5 0,-2-2 0,-3 5-9,-2 5 1,-6-2 0,-2 5 0,-3 2-18,-2 2 0,-4 5 0,-1 1 0,-2 1 179,-3-1 0,7 1 0,1-4 0,7 4 172,3 1 1,2-5-1,7 3 1,5-4 235,3-1 1,8-1-1,7 1 1,9-1 61,5-4 1,9 2-1,0-6 1,6-1 75,3-1 0,2-2 0,6-2 0,2-3-312,-2-8 0,4-6 0,1-6 0,-1-1-162,-3 0 0,-8 1 0,-5-2 0,-8 0-89,-8 1 0,-8-1 1,-9 10-1,-7 1-330,-4 2 0,-5 1 0,-6 0 0,-2 2-559,-2 2 1,-1 4-1,-5 5 928,2 0 0,-6-6 0,-6-1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10316 2051 8227,'0'7'343,"0"-1"0,-5-6-25,-4 0 1,2 0 0,-2 0-1,-1 1-47,-1 4 0,3-2 1,-2 5-1,-3 2-144,-3 1 1,-2 7 0,2 0 0,-1 2-180,1 3 1,-2 5-1,-1 4 1,1 0-67,-1 4 0,2 0 0,4-1 1,2-2-145,2-2 0,-1-7 0,6-6 0,0-6 330,-2-3 1,5-6 168,-4-12 0,10-6 0,5-15 0,5-6-151,7-5 0,8-6 1,5-9-1,-15 26 1,1 0-55,3-1 0,-1 0 0,2-1 0,0 0 0,2-1 0,0 0 0,2 0 0,-1 1 44,2-1 0,0 1 0,0 4 1,-1 1-1,18-14 0,-8 8 94,-7 11 0,-5 11 0,-14 17-298,-6 7 1,-4 7 0,-5 9 0,-2 6-61,-5 2 1,-8 0-1,-3-2 1,-1-1 52,0 2 1,-1 0-1,-3-2 1,-1-4 33,0-3 1,-1-1 0,-1-1 0,-4 1 51,0-1 0,3-5 0,-1-3 0,3-2 57,2-2 1,0-5-1,4-1 127,4-1 0,4-3-87,5-8 0,8 0 0,8-4 0,5 5-11,4 3 0,-1 1 1,4 0-1,-2 0-33,-2 0 0,2 7 0,1 4 0,-1 5-67,1-1 0,-2 4 0,-4-2 0,0-1-32,-1-2 0,1-1 0,-1 0 1,-4-1 77,-4 1 1,2-4 0,-2-1-5,-1 2 1,-8 0 0,-8 0 0,-7-1-112,-4 1 1,-2 5-1,-1 2 1,-2-1-153,0-2 0,-6-1 0,5 1 0,2 2-123,1 1 1,3 0 406,2-4 0,-2 0 0,4 0 0</inkml:trace>
  <inkml:trace contextRef="#ctx0" brushRef="#br0">10778 2372 8105,'7'-13'36,"3"0"0,-5 2 1,1 1 1222,0 1-846,-2 6 0,-5-1 1,-5 8-276,-7 5 0,0 2 0,-5 2 1,1 0 10,0 0 1,-5-2 0,4-1-1,-1-1-90,1 1 1,1 1 0,4 2 0,2 0-202,2-1 1,2 5-1,4 1 1,-1-1-92,1 1 0,3-2 0,6 4 0,6-2 40,8-2 0,5-3 0,2-5 1,1-3 145,2-4 1,0-1 0,-4-3-1,-1-4 194,1-6 0,-2-7 1,-3 2-1,-4-1 115,-2 1 1,-4 1 0,-1 4 0,-3 0 222,-1 0 0,-2 5-724,-4-1 0,0 13 0,0 3 1,0 9-276,0 4 0,-4 6 1,0 5-1,-1 2-399,0 2 0,3-2 913,-2 1 0,8-5 0,3 2 0</inkml:trace>
  <inkml:trace contextRef="#ctx0" brushRef="#br0">11521 2449 8100,'9'-33'-1,"-2"4"1,0 7 553,0 4 0,-6 11 0,-2 7-543,-10 7 1,-8 6-1,-7 3 1,-1 2-306,-3 2 1,3-4 0,-3 1 0,3-3 189,2-1 1,3-1 0,2-2-1,2-3 333,2-2 1,2 4 278,1-5 1,5 0-257,-1-4 0,12 0 0,1 0 0,6 0-19,3 0 0,4 0 0,2 0 0,-1 2-284,1 2 0,3-1 0,0 4 1,1 0-258,-2 0 0,2 2 0,-5 4 0,1 0-308,-1-1 0,-1 1 0,-4 0 0,-1 0 292,-4 0 1,-2 4 0,-6 1 0,-2 1 324,-2-1 0,-6 1 0,-10-4 0,-7 3 0,-4-3 0,-3 5 0,-5 0 0</inkml:trace>
  <inkml:trace contextRef="#ctx0" brushRef="#br0">11354 2743 8065,'26'-12'140,"0"-1"0,1-4 1,3 0-1,4-1 269,3 0 1,7 2-1,3-4 1,1 2-112,-1 2 1,-5 2 0,-11 3 0,-7 2-383,-4 5 0,-3-2 1,-4 0-220,0-1 1,-5 0 66,1-1 0,-8-2 0,-2 5-27,-10 2 1,-8 2 0,-8 1 0,-2 1 72,0 4 1,-6-2 0,4 7 0,-2 2 428,-2 4 1,2 5-1,0-2 1,3-1 92,6 1 1,0 4 0,7-3-1,1 1-150,2 0 1,8 1 0,6 2-1,9-1-256,6-2 0,12-5 0,11-1 0,4-5-1578,4-5 1652,6-4 0,7-7 0,5-1 0</inkml:trace>
  <inkml:trace contextRef="#ctx0" brushRef="#br0">13546 2564 7925,'-14'0'11,"-4"0"0,3-4 0,-5-1 0,1 3 319,4 0 1,0-2 0,3 0 0,-1 1 199,0 1 1,4 2-1,1 0-366,-2 0 0,-1 0 0,-2 2-207,0 2 0,0 5 1,0 6-1,2 4-209,2 1 1,-2 1 0,4 5 0,0 1 37,2 3 0,4-3 1,1 4-1,0-1 71,0 0 0,10-4 0,4-7 0,3-1 134,2-7 0,4-4 1,-1-7-1,5-1 212,3-4 1,0-6-1,-4-8 1,-2 0 30,-3-4 1,2 0 0,-6 0 0,-1 2-170,-2-2 1,-7 4 0,-1 2 0,-2 3-669,1 1 334,-1 6 1,-10 3-1,-1 8 1,-1 5-98,-1 2 1,6 3 0,-1 2 0,2 3-79,2 0 1,0-3 0,0 3 443,0-1 0,6 2 0,1 6 0</inkml:trace>
  <inkml:trace contextRef="#ctx0" brushRef="#br0">13982 2731 7961,'4'-26'403,"0"0"1,0 6 612,-4 3-776,0 9-262,0 2 0,-5 10 1,-5 1-1,-5-3-40,-2 0 1,-4 2 0,2 2 0,0 1-81,-4 3 1,-1 1 0,-2 4 0,0 2-36,1 4 0,0 3 1,3 2-1,2 0 45,1-1 0,6 1 0,6-1 0,2 1 168,2 0 1,1-6 0,5-3 0,6-3 287,8-1 0,11-6 0,6-4 0,5-8 58,4-7 0,2-8 1,6-10-1,1-6-116,-1-5 1,0-6-1,-25 20 1,0-2-1,-2 0 1,0 0-22,19-29 0,-8-1 1,-13 5-1,-7 0-214,-5 4 0,-4 0 0,-6 7 0,0 4-520,0 3 1,-2 3 0,0 5 0,-3-1-1081,3 5 1473,0 10 1,1 15-1,-2 13 1,-1 11 199,1 7 0,-4 5 0,-1 3 0,0 3-102,-1 4 1,7 3 0,-3 1 0,2-1-376,-1-3 1,3 6-1,-4-5 1,5-2-344,5-5 0,3-1 0,9-12 716,5-3 0,2-5 0,2-8 0</inkml:trace>
  <inkml:trace contextRef="#ctx0" brushRef="#br0">14584 2692 8052,'21'-27'0,"-1"0"308,-1 1 1,-2-1 0,-6 10-1,-2 2 530,-5 0 0,-4 4 1,-4 2-667,-5 5 1,-7 3 0,-2 2 0,-2 3-324,-3 5 0,0 1 0,1 0 0,2-2-50,1 2 0,-2-3 0,4 1 1,1-1-160,2 0 0,1 1 0,0 5 1,2 0 32,2 0 1,-1 0 0,6-1 0,1 3 250,2 2 1,1-2-1,0 5 1,1 0 136,4 0 1,2-4 0,7 1 0,3-4 224,4-5 1,4-2-1,2-6 1,1 0 108,2 0 0,6-7 0,-2-6 0,3-8-35,1-8 1,1-8 0,-1-7-1,-1-1-204,-3-4 0,-4-1 0,-8-1 0,-5 0-177,-3-1 1,-7 3 0,-3 2 0,-2 4-489,-2 3 0,0 3 0,0 3 0,0 5-89,0 6 0,-6 11 415,-3 7 0,-2 11 0,-2 8 1,0 11 117,1 7 1,-1 5 0,0 3-1,2 2-116,2 0 0,-1 1 0,4-5 0,1 1-281,-1-1 0,2 1 0,4-1 462,0 1 0,0-1 0,0 1 0</inkml:trace>
  <inkml:trace contextRef="#ctx0" brushRef="#br0">15084 2654 7961,'0'-13'0,"0"0"0,0 0 0,-2 2 775,-2 2 0,-3 5 0,-6 8 1,0 6-572,0 6 1,1 4-1,0 7 1,2 1-472,2 2 0,1 0 1,-2-4-1,5 0-135,2-1 1,2-1 0,0-2 0,0-5 1,0-3 0,2-7 0,2-3 829,5-2 1,2-4-1,0-2 1,-1-6 60,-1-5 1,-1-4 0,4-4 0,-2 2 7,-2-2 1,-5 3-1,3-1 1,0-1-544,2 2 1,-1-2 0,0 5 0,0-1-434,1 0 1,0 4-1,6-3 1,2 2-398,1 3 1,7-1-1,2 0 1,5 2-931,2 2 1805,-2 3 0,1 1 0,0-3 0</inkml:trace>
  <inkml:trace contextRef="#ctx0" brushRef="#br0">15327 2718 7961,'-18'5'213,"-4"4"0,4 1 1,-1 0-1,4-2 433,2 2 1,-3 2-437,8 1 1,3-6 0,5-3-9,7-2 0,9-4 1,3-2-1,1-6-105,2-6 0,7-2 0,2-7 0,2 3-38,2-1 0,1-4 1,-2 7-1,-4-2-26,-3 1 0,-3 5 0,-2-1 0,-5 3-346,-3 1 0,-10 6-30,-8 3 1,-10 10-1,-15 6 1,-2 8 109,-2 5 0,1 4 0,-4 3 0,3-1 122,2 0 0,5 1 0,6-2 0,2 3 26,2-1 1,8 0 0,3-7 0,4 1-54,1 0 0,3-7 0,4-1 0,7-6-81,5-3 1,2-3 0,6-6-1,3 0-787,4 0 1006,-3-6 0,12-13 0,-3-8 0</inkml:trace>
  <inkml:trace contextRef="#ctx0" brushRef="#br0">16135 2679 8215,'0'-13'1160,"0"1"0,0 3-650,0 1 0,-6 5 0,-4-2-413,-6 4 0,2 1 0,-3 0 0,3 0-46,1 0 1,-4 0 0,0 0 0,0 0-317,-2 0 0,5 0 1,-3 0-1,2 0-258,3 0 0,3 4 0,2 2 237,1 1 0,-2-3 0,3 5 284,3 1 0,0-3 0,2 2 0,2 1 46,2 1 1,-1 2 0,5 0-1,2-1 39,2 1 1,0-4 0,1-1-1,0 2-88,0 2 0,4-4 1,0 1-1,0-1-127,2-1 1,-5 1 0,3-6-1,-3 3-34,-1-2 1,-6-1-1,-1 1 110,0 2 1,-6 3-1,-2-2 1,-8 1-67,-5 3 0,-14 1 0,-1 2 1,-5 0-176,-4 0 0,-5 4 1,-3 1 296,-3 2 0,-1-4 0,0 2 0</inkml:trace>
  <inkml:trace contextRef="#ctx0" brushRef="#br0">16301 2782 7919,'57'-31'274,"-6"-4"0,1 4 1,-8 4-1,-6 7 2421,-12 7-2547,-6 9 1,-26-2 0,-1 8 0,-9 2-401,-4 4 1,-1 2 0,-5 0-1,1-1-44,-1 1 1,0-3 0,1 0 0,1 0-13,2 0 0,2 1 0,5 1 0,-2-1 208,1-3 0,6 4 0,1-3 0,-1-1 172,-1 1 0,4 4 145,3-2 0,8 4 1,4 1-1,5 0-79,4-1 1,3-2 0,7 0 0,2 2-126,1-2 0,4 0 0,-4 2 1,0 0-65,1-4 0,-5 4 1,-1-5-1,-6 1-371,-5 1 1,-7 0 0,-4 3-260,-6 1 1,-10 0-1,-9 0 681,-7 0 0,-9 5 0,-8 2 0</inkml:trace>
  <inkml:trace contextRef="#ctx0" brushRef="#br0">18441 2551 8257,'0'-20'0,"0"3"476,0 3 1,2-3 0,1 0 1736,1 1-1948,0 2 1,-10 7 0,-2 2-1,-5 4-339,-4 1 0,-4 1 1,-8 4-1,-2 3-34,-2 4 0,3-4 1,-3 1-1,1 1-96,-1 1 0,0 2 1,0-2-1,6-1-73,5-1 1,4-1 0,-1 5 298,0 0 0,9 0 1,10 0 91,7-1 1,6 1 0,5 0 0,7 0-93,3 0 1,8-1 0,-2 1 0,3 2-134,1 2 1,-1-3-1,-2 3 1,-4-3-22,0-1 1,-8-4 0,1-1-1,-4 2 0,-4-3 0,-8 2-37,-3 1 0,-10-3 1,-5 1-1,-7 1 45,-8-2 0,-7 4 1,-7-2-1,-4 2-264,-4 2 0,-3-1 1,-1-2-1,1-3-813,3-2 1201,3 0 0,5-17 0,1-2 0</inkml:trace>
  <inkml:trace contextRef="#ctx0" brushRef="#br0">18262 2243 7936,'13'-31'1147,"-2"10"-444,-2-1 0,-4 18 0,-8 11 0,-4 12-388,-5 11 1,-8 5-1,1 5 1,-1 3-362,-3 4 1,5 1 0,1 1 0,3-4-85,1-1 0,6 6 0,2-1 0,4 2-321,1-1 0,0-2 0,1 2 0,4-1-209,3-2 1,8-8-1,2 0 1,2-9 659,3-7 0,13-5 0,3-5 0</inkml:trace>
  <inkml:trace contextRef="#ctx0" brushRef="#br0">19095 2423 7916,'0'-26'1510,"0"2"1,0 3-931,0 4 1,-7 8-1,-6 6 1,-7 6-719,-4 6 1,-2 3 0,-1 4-1,-1 1-58,-2-1 0,-2 2 1,5-1-1,0-1-24,3-2 1,3-2-1,-1-2 1,5-3-134,3-1 1,5 2 0,2-2-241,2 1 0,0-3 468,5 5 1,2-5-1,2 3 1,5 0 245,2 0 1,3 2 0,2 2-1,1-1 89,-1-1 0,2 1 1,1 5-1,1 3-74,2-3 0,-2-1 0,0-1 0,0 0-348,0 0 1,-4 0-1,1 0 1,-3-1-96,-1 1 0,-6 0 0,-3 0 122,-2 0 1,-9 4-1,-8 0 1,-7-1 139,-7-2 0,-11-1 1,0 1-1,-2 2-226,-2 1 271,-5 0 0,4 1 0,-7 2 0</inkml:trace>
  <inkml:trace contextRef="#ctx0" brushRef="#br0">19274 2538 8471,'60'-38'0,"-3"1"687,-4 3 1,-11 8 0,-13 10-97,-6 6 1,-9 5-1,-7 6-652,-1 3 0,-2-1 0,-3 4-599,4-1-129,-4-2 517,5-4 0,-8 2 0,-2 1 208,-4 1 1,-4 6-1,-2-2 1,-2 4 69,-1 1 0,-4 4 1,2 1-1,1 1-65,-1-1 0,-2 5 0,4-2 0,1 2 15,2-1 0,1 2 1,2-4-1,2 1 66,5 0 0,3-1 1,1 3-1,1-2 186,3 2 1,9-4 0,10-1 0,5-1 132,6 1 1,4-3 0,-1-5-1,-2-3 56,-1-1 1,-7 3-1,-1-5 1,-8-1 153,-3-2 0,-7-1-694,1 0 1,-12 1-1,-3 2 1,-9 3-197,-11 1 1,-5 2 0,-9 2-1,-3 0-847,-4 2 0,-8-3 1186,-5 7 0,23-7 0,0 0 0,-2 0 0,-1 0 0</inkml:trace>
  <inkml:trace contextRef="#ctx0" brushRef="#br0">11149 3295 8042,'-4'-9'-452,"0"1"1,-5-1 3274,5-4-2313,0 6 1,4 3 0,0 9 0,0 8-131,0 7 1,0 6-1,0 4 1,0 4-307,0 3 1,-2 6 0,-1 1 0,-1 1-75,1 4 1,-2 2 0,-1 3 0,0 2-215,1-2 1,-4-1 0,3-3 0,1-3-162,-1-5 0,2-8 0,4-5 1,0-6-440,0-6 848,0-3 1,0-8-1,1-8 185,3-9 1,3-3 0,8-8 0,2-2-149,4-4 1,3-4 0,2-3 0,0 1-145,-1-2 0,1 0 0,-1 2 1,1 6 207,0 5 1,-5 0 0,-1 6-1,0 3-160,0 4 1,-4 7 0,1 10-16,-3 6 1,-6 12 0,0 1 0,-3 3-4,-2 2 1,3 0 0,0 5 0,1-3-85,3-2 0,1-1 0,0-4 0,-1-2-379,-1-3 0,-1 0 1,5-6 18,0-4 1,0-7 0,0 1-150,0-4 1,-1-1 635,1 0 0,6 0 0,1 0 0</inkml:trace>
  <inkml:trace contextRef="#ctx0" brushRef="#br0">13084 3833 7930,'0'-18'651,"0"8"1,-1-3 57,-3 1 0,2 8 0,-3 4-418,-1 7 1,3 12-1,-4 5 1,0 6-279,0 3 1,0 1-1,-3 4 1,3 1-306,1-1 1,-3-4 0,5-1 0,1-2-443,2-2 1,1-3-1,0-5-499,0-4 1,5-8 1232,4-5 0,8-14 0,3-4 0</inkml:trace>
  <inkml:trace contextRef="#ctx0" brushRef="#br0">13264 3615 7930,'0'-25'755,"0"-1"0,0 2-145,0 2 1,-2 11 0,0 11-747,-3 7 0,0 6 1,2 4-1,-1 3-350,1 0 0,1 0 0,2-5 0,2 3 85,2-3 1,4-1 0,8-2 0,3-2 91,1-2 1,1-1-1,5 2 1,1-5 299,3-2 0,-2-2 0,5-2 1,0-1 391,-1-1 0,-2-6 1,1 2-1,-2-2 523,-5 1 0,-8 2 0,-2 4-324,-4-1 1,-10 1 0,-4 9 0,-12 5-667,-7 5 1,-8 7-1,-2-3 1,1 1-325,2 0 1,3-5 0,2 1-1,3-3-43,0-1 1,11-6 0,-2-3 680,2-2 0,6-2-105,5 0 0,6 1 0,8 2 0,2 3 217,1 1 0,0 2 1,-3 3-1,2 3-323,1 2 1,4-3-1,-3 4 1,-3 0-403,-1-1 1,-1 1-1,0-2 1,-2 1-89,-2-1 0,1-1 0,-6 1 1,-2 1 6,-5-1 1,-6-1 0,-8 1-1,-4 3 464,-3 0 0,-2-3 0,-5 8 0,-2-4 0</inkml:trace>
  <inkml:trace contextRef="#ctx0" brushRef="#br0">14840 3859 7469,'-4'-9'0,"0"1"-19,1-2 0,0 4 0,0 0 1148,-1 1 1,0 2 833,4-6-1363,0 6 0,-5 8 1,0 7-513,-3 3 1,0 5 0,-5 1-1,0 5-428,0 4 1,1-3 0,-1 4 0,0-1-229,0 0 0,2 0 0,2-6 1,5-3-2363,3-4 2930,1-2 0,5-8 0,2-2 0</inkml:trace>
  <inkml:trace contextRef="#ctx0" brushRef="#br0">15058 3628 7840,'0'-31'0,"0"-1"0,0 2 774,0 5 1,-6 13-1,-2 4-134,-4 5 0,-5 10 0,0 4 0,2 7-806,0 1 0,3 3 1,0 4-1,2-1-299,2 1 1,5-2 0,-2-1 0,5-3-103,5-2 0,3 5 0,8-2 567,1 4 0,12-5 0,-2-2 0</inkml:trace>
  <inkml:trace contextRef="#ctx0" brushRef="#br0">15289 3872 10291,'-13'5'316,"0"8"0,0 8 1,0 4-462,1 0 0,-3 5 0,0 0 1,-1-1-16,5-2 1,-1-7 0,8-3 0,1-3 243,2-1 1,2-6-69,3-3 1,4-5 0,6-6-1,1-8 171,3-3 0,3-4 1,-3-3-1,2-2 4,3-3 0,1 3 1,1-5-1,-3 4-182,0 2 1,-7-1 0,2 10-146,-2 2 0,-4 7 1,-2 10 85,-5 9 1,-3 8-1,-1 8 1,0 3-73,0 4 0,0 7 0,0 2 0,2-2-451,2-1 0,-1-6 1,7 0-1,3 1 573,2-3 0,8 5 0,-3-4 0</inkml:trace>
  <inkml:trace contextRef="#ctx0" brushRef="#br0">16942 3538 7876,'-20'0'91,"1"2"0,7 0 0,-1 4 183,0 1 1,0 2 0,0 4 0,1 0 53,-1-1 1,0 1 0,0-1-1,-1-2 141,-3-2 1,1-1 0,-4 3 0,0-3-169,0-1 1,-1 3-1,-5-4 1,1 2-459,-1 3 0,-4-3 1,0 2-1,2 1-175,1 1 0,3-2 1,1-1-1,3 1-205,1-2 1,4 4 204,6-2 0,3 2 0,9 2 485,6 0 0,1-4 0,11-1 0,2 2 107,1 2 1,7-4-1,4 1 1,2-1-48,1-1 0,0 3 0,1-5 0,-2-1-238,-3 2 1,2-4 0,-8 5 0,-2 1-328,-3-1 1,-9-3 0,0 5-78,-4 1 0,-13 2 1,-2 4-1,-11 3 20,-10 0 0,-2-1 0,-9 3 0,-3 0 79,0-1 0,-6 3 0,-1-6 0,-1-1 330,1-2 0,3-1 0,0-6 0,-2-1 0</inkml:trace>
  <inkml:trace contextRef="#ctx0" brushRef="#br0">16621 3538 7876,'20'-38'963,"3"1"0,-7 4 426,-5 7 0,-4 14-1237,-7 12 1,-1 7 0,-3 8 0,-3 5-208,-1 4 0,-3-1 0,4 9 0,0-1-157,3 3 0,2-1 1,2 2-1,0 4-215,0 2 1,0 3 0,0-2 0,0 2-162,0 1 1,0 2 0,2 3-1,2-3 588,4-4 0,9-3 0,3-2 0</inkml:trace>
  <inkml:trace contextRef="#ctx0" brushRef="#br0">17608 3628 7904,'-5'-31'2375,"3"4"0,-4-2-2423,1 6 0,-2 6 0,-6 9 0,0 5 100,0 6 1,-4 4 0,-1 6 0,-2 1-259,-3 3 1,-6-3-1,-2 5 1,-2-2 288,-2 0 1,2 4 0,0-2 0,2-1-88,2 1 0,0 4 1,1-3-1,6 1-135,2 0 1,3-4-1,4 3 1,1-1 16,4-4 1,2 0 0,8-2 13,2-1 1,7 0 0,8-2 0,1-3 248,3-1 0,5 4 0,3-3 0,2 1-132,3 1 1,1-2 0,0 1 0,-2-2-192,0 0 0,-7-3 0,0 4 1,-5-2-13,-6-2 0,-2-1 119,-3-2 0,-13 4 0,-10 2 1,-14 1-28,-6 3 1,-9 1 0,-7 3 0,-3 2-423,-1 1 0,-2 5 1,-1-4 523,-1 2 0,-1-4 0,5 2 0</inkml:trace>
  <inkml:trace contextRef="#ctx0" brushRef="#br0">17672 3897 7843,'44'-38'511,"-4"1"1,5 2 0,-4 7 430,-3 5 1,-2 9-1,-12 7 1,-3 1-782,-4 3 0,-8 3 0,-3 3 0,-2 3-384,0 1 1,1 6 0,-5 4 0,-2-1-171,-2-2 1,-2 3 0,-4 1 0,0 2 17,-4 3 0,0 6 1,-6 1-1,1-1 67,4 3 0,-4-4 0,1 6 0,-1 2 361,1 1 0,1-4 1,4-2-1,1-1 355,4 0 1,2 0 0,6-4 0,0-2 233,0-3 0,7 2 1,6-5-1,8 1-28,8 0 0,5-4 0,10-5 0,7-3-588,8-1 1,3-2 0,3-7 0,-1-4-801,0-6 0,-2-8 0,-2 0 774,-4-3 0,-9-14 0,-3-1 0</inkml:trace>
  <inkml:trace contextRef="#ctx0" brushRef="#br0">18646 4615 7850,'-8'0'1656,"-1"1"0,-1 4-330,-1 3 0,-2 11 1,0 6-1,0 10-1604,1 6 0,0 6 1,4 6 277,3-2 0,21 3 0,5-8 0</inkml:trace>
  <inkml:trace contextRef="#ctx0" brushRef="#br0">4101 4807 8086,'-9'-12'82,"2"-1"144,2 0 1,0 4 440,5 1-121,0-1 0,2-2-541,2 2 1,-3 9-1,2 10 1,-6 6 22,-5 5 1,-4 11 0,-2 6 0,-3 8-149,-4 4 0,-5 7 1,-2 2-1,-4 4 21,0 1 0,17-30 1,0 1-1,-2-2 0,1 0 1,-15 32-55,2-4 1,8-14-1,4-6 212,2-12 1,10-18-1,5-15 166,7-12 1,10-12 0,4-8-1,4-5-89,0-6 0,1-3 1,1-1-1,1-2-125,2-3 1,2 1-1,-4-8 1,2-1-92,-2 3 1,-1-2-1,-2 7 1,-3 4 230,0 3 0,-12 17-1,-2 10 1,-5 19-1,-3 12 1,0 12-177,0 12 1,0 1 0,0 10-1,0 1 79,0 2 0,-1 1 0,-2 0 1,-1-1-133,1 2 0,3 1 1,3 0-1,2-2-257,2-1 1,2-7 0,4 0 0,0-5-80,-1 1 0,1-6 1,0-4-1,-2-8-368,-2-4 1,2-7 782,-2-2 0,-3-15 0,-1-5 0</inkml:trace>
  <inkml:trace contextRef="#ctx0" brushRef="#br0">4037 5205 8086,'-13'0'-135,"4"0"1,2-2 86,2-2 59,0 3 1,11-5-1,3 6 1,3 0-304,6 0 0,-3-1 0,7-2 292,0-2 0,8-5 0,3 3 0</inkml:trace>
  <inkml:trace contextRef="#ctx0" brushRef="#br0">4908 4769 8172,'-13'0'1963,"1"0"-1645,5 0 1,2 0 0,10 0-315,3 0 0,9 0 0,5-2 0,2-2-395,1-4 1,0-2 0,-3 0 0,0 1-236,0-1 0,-3 3 0,-2 0 0,-3 0 626,-1 0 0,0 4 0,-12-1 0,-6 8 0,-10 4-111,-6 4 1,-7 6-1,-4 5 1,1 6 395,0 5 1,-4 3-1,4 1 1,-2 2 126,-2 3 1,2 4 0,-1 7 0,1 2-289,5-2 0,-2-3 0,10-3 1,0-2-53,3-2 0,8-3 0,5-6 0,3-5-143,1-3 0,7-6 0,4-2 0,6-4 178,3-3 0,3-4 0,7 1 0,4-4 48,3 1 0,1-5 0,1 4 1,-1-4-419,1-1 1,1 0 0,1 0-1,0-1-231,-4-4 1,2-2 0,-7-5 493,1-1 0,4-11 0,-4-4 0</inkml:trace>
  <inkml:trace contextRef="#ctx0" brushRef="#br0">5357 5000 8646,'-13'7'811,"4"-2"0,2-3-763,2 2 1,-4-1-1,5 6 142,1 1 0,3-5 0,4 1 0,5-2-76,2 0 0,8 1 0,2-5 0,5 0-90,4 0 1,1-2-1,5-1 1,-2-1-148,1 1 1,-3 1 0,-2-1 0,-3-2-8,-2 3 1,-3 0-1,-3 2 1,-1 2 12,-7 2 1,-4 3 0,-7 6 26,0 0 1,-6 1 0,-2 1 0,-4 3-34,0-3 0,-5-1 0,-2-1 1,1 0 94,-1 0 1,-2-2-1,4-1 1,-1-1 35,0 1 0,4 0 0,-3 0 0,2-2 156,3 2 1,0 2-47,4 1 0,3-2-41,10-3 1,2 2 0,7-5-1,3-2-49,4-2 0,-1-1 0,2 1 0,-1 2-86,-1 2 0,3 3 0,-5-2 0,1 1-22,-1 3 1,-1 1 0,-4 2 0,0 0 20,0 0 1,-2 0-1,-1-1 1,-3 1 131,-1 0 1,-2 4-1,-4 0 1,0-1-51,0-2 1,-1-1-1,-3 0 1,-5-2 8,-2-2 0,-4 2 0,-2-2 0,-3 2-48,1 2 0,-10 0 1,2-1-1,-3 1-205,-1 0 0,-3 0 0,2 0 0,0-2-1102,-4-2 1323,5-4 0,-6 1 0,4 1 0</inkml:trace>
  <inkml:trace contextRef="#ctx0" brushRef="#br0">6100 4666 8269,'0'7'1084,"0"-1"0,0-7 1,2-2-1,2-3-1032,4-1 0,2 3 1,2-5-1,-1 1-63,3 1 1,3-3 0,1 4-1,1 0-32,1 1 0,5 0 0,-4 5 0,2 0-118,-2 0 1,3 0 0,-4 0-1,2 2-21,-1 2 0,-1 2 0,1 4 1,-4-2 127,-2 2 1,-3 2 0,0 2 0,-2 1 19,-2 3 1,-5 0 0,1 1 0,-2 5 203,-2 4 1,-2 8-1,-2-1 1,-3 7 133,0 5 1,-5 3 0,5 2-1,0 2-144,3 2 0,3 0 0,1-7 1,0-2-193,0-4 1,5-4-1,5-7 1,4-5-8,4-4 1,-1-7 0,-3 2 0,0 0-67,-1-1 0,3-5 1,-9-3-1,1 1-15,1 1 1,-6 6-1,1 1 141,-3-3 1,-1-1 0,-1-1 73,-3 0 1,-5 0-1,-7 0 1,-2 0 80,-2-1 0,-3 1 0,-5 0 0,-4 0-214,0 0 1,-4 4 0,-7 1-1,-2 1-310,-1-1 0,2 4 1,7-7-1,3-2-544,4-3 0,3-7 1,4 0 23,6-6 1,6-10 867,11-8 0,11-3 0,3-2 0</inkml:trace>
  <inkml:trace contextRef="#ctx0" brushRef="#br0">7061 5230 8601,'0'-12'1209,"0"3"-883,0 1 0,-1 5-102,-3-2 1,2 5-1,-4 3 1,2 3-204,0 1 1,0-3-1,5 3-426,3-1 0,5-2 0,7-4 0,2 0-633,2 0 1,1-1 1037,5-3 0,5-3 0,2-6 0</inkml:trace>
  <inkml:trace contextRef="#ctx0" brushRef="#br0">7061 5346 7954,'-5'13'237,"-4"-1"1,-1 1-1,2 0 1,3 0 94,4 0 1,2-5-1,4 1 1,4 1-174,7 1 1,5-4 0,8-2-1,4-4 86,4-1 0,0 0 0,10-1-245,1-4 0,8-13 0,2-9 0</inkml:trace>
  <inkml:trace contextRef="#ctx0" brushRef="#br0">8727 4820 7998,'0'-13'0,"0"1"1309,0-1 0,0 0 499,0 0-1584,0 0 0,0 8 0,0 6 1,-1 9 68,-3 6 1,-4 12 0,-6 2-1,-1 7-267,-3 6 1,-4 2 0,2 8 0,-2 1-296,1 2 0,4 5 1,-3-3-1,1 2-79,4 0 0,2-12 0,4 0 0,5-9-103,3-4 0,1-8 283,0-6 0,1-11 0,3-3 206,5-8 0,2-6 0,2-6 0,1-2 48,4-2 1,-1-4-1,8-9 1,5-4 78,1-3 0,5-2 0,-6 1 0,-2 1 199,0 3 1,-4 4-1,-3 8-304,-4 5 1,-3 10 0,-2 9 0,-4 9-331,-3 9 1,-3 10 0,1 4 0,2 5-168,-3 3 1,1 0-1,0 3 1,1-1 8,-1-2 1,3-1 0,0-1 0,1 0-7,3-3 1,0-12 0,0 0-1,-2-5 434,2-5 0,7-1 0,3-1 0</inkml:trace>
  <inkml:trace contextRef="#ctx0" brushRef="#br0">9983 5141 7899,'-13'-6'273,"1"-1"0,-1-5 0,0 4 615,0 4 0,5 2-534,-1 2 0,6 2 0,-1 2 0,2 4-219,2 4 0,8-4 1,3 0-1,7-1-122,7 0 1,-1-4-1,9 1 1,-1-3-412,1-1 0,1 0 0,5 0 1,-2-1-185,-3-3 0,-1 1 1,-5-6-1,2-1 582,-1-1 0,-2-8 0,-2-1 0</inkml:trace>
  <inkml:trace contextRef="#ctx0" brushRef="#br0">10214 4833 8511,'-22'-13'664,"1"0"1,5 6 0,-1 3 0,3 3-441,1 1 1,5 11 0,-1 7 0,1 10 101,1 6 0,-1 8 0,6 5 1,-3 5-575,2 3 0,2-1 0,2 6 0,4 0-542,3-2 0,5-2 1,3-10 789,1-8 0,11 1 0,-1-7 0</inkml:trace>
  <inkml:trace contextRef="#ctx0" brushRef="#br0">11559 5166 7816,'0'-14'0,"0"-2"-32,0-1 0,0 0 0,0 3 566,0-3 1,0 3 0,2-3 1376,2 2-1683,-2 8 0,3 3 0,-5 10 0,-1 5-13,-3 5 1,-4 8-1,-6 0 1,-3 6-173,-4 3 0,1 2 0,0 7 1,0 0-342,0 0 0,3-2 0,-3-2 1,1 1-40,4-1 1,1-5 0,1-2-1,0-1 9,0 0 0,2-4 0,2-7 455,5 0 62,2-8 0,4-11 1,2-10-1,5-7 81,2-8 1,8-7-1,2-8 1,5-2-192,4-5 0,2-9 0,7-2 0,-2-1-63,-3 4 1,2-1 0,-5 4 0,-1 3 270,-3 4 1,0 15-357,-10 13 0,-6 21 1,-6 17-1,-4 12-53,-1 8 0,-1 6 0,-2 7 0,-2 2-48,3-2 0,0-3 1,2-4-1,0-4-325,0-3 1,2-7-1,2-3-625,4-3 0,4-9-203,1-5 1323,-6-6 0,-2-13 0,-5-1 0</inkml:trace>
  <inkml:trace contextRef="#ctx0" brushRef="#br0">11624 5474 7886,'-13'0'0,"0"-1"491,0-4 0,0 4 0,2-5 643,2 0-1080,4 5 1,15-5 0,4 6 0,6-1-232,7-3 1,4-3-1,8-6 1,0-2-202,4-2 0,3-3 0,5-5 378,0-1 0,1-5 0,-1-2 0</inkml:trace>
  <inkml:trace contextRef="#ctx0" brushRef="#br0">12367 4948 7886,'-9'-12'-78,"2"-1"0,0 0-442,0 0 1,4 5 1026,-1-1 1,4 2 0,3-3-287,1 1 1,6 5 0,-2-3 0,4 0 3,1 0 0,-1 2 0,1-2 0,0 2-81,0 2 1,-5-3 0,1 2-576,1 1 0,-3 2-265,2 1 1,-7 1 0,3 3 413,-4 5 0,-2 2 1,-4 2-1,-3 0 226,-3 0 0,-8 5 0,-2 4 0,-5 2 186,-4 1 1,2 2 0,-7 3 0,0 5 247,-2 2 1,-6 7 0,2 1 0,4 2-1,5 0 1,5-5 0,3 2-1,4-1-40,7-1 0,2 1 0,7-5 1,2-1-153,5-2 1,4 0 0,8-5 0,2-3-77,4-4 0,3 0 0,2-6 0,-1-3-162,1-4 1,4-4 0,0-6-1,0 0-271,1 0 1,-2 0 0,3-3 0,0-4-173,-4-6 1,4-4-1,-3 0 1,1-4 494,2-4 0,0-12 0,7-3 0</inkml:trace>
  <inkml:trace contextRef="#ctx0" brushRef="#br0">12764 5256 7886,'-21'-4'0,"1"0"0,1 1 223,4 1 1,5 8 0,1 4 0,-1 4 246,-1 3 0,-1 6 0,2-2 0,3 4-382,2 0 1,-4 4 0,5-1 0,1-1-232,1 2 1,2-1 0,2-1-1,2 3-127,5 4 0,4-2 0,2-2 0,4-3-415,1-2 1,2 1 0,7-3 684,1-6 0,0 0 0,-5-10 0</inkml:trace>
  <inkml:trace contextRef="#ctx0" brushRef="#br0">13264 4846 7880,'-12'-13'418,"3"2"747,0 2-644,6-2 1,5 9 0,10-2-1,8 3-94,5 1 0,2 0 0,2 0 0,6 0-156,2 0 1,7-5 0,4 1-1,6 1-359,6 2 1,-3 1 0,-3 0 0,-5 0-372,-7 0 0,-5 4 0,-7 2 1,-8 1 351,-7 3 0,-8-3 0,-1 1 0,-2 4 206,1 4 1,-3-1-1,-6 5 1,-4 0 34,-4 0 0,-1 6 0,1 4 0,-1-1-46,0 3 0,4-4 0,1 6 0,-2 2 6,-1 1 0,2 2 0,2 0 1,1 3-119,3 1 0,-2 4 0,0-5 0,3 0 0,0-3 0,4 0 0,0-1 1,4-1 83,1-2 1,-3-4-1,4-7 1,-1-2 184,0-5 1,-3 0 0,3-3-142,-1-3 1,0-6-101,-2-1 0,-8 2 0,-2-1 0,-8 1-28,-8 0 1,-8 8 0,-4 0 0,-3 3 46,-1 2 1,-6 4 0,-5-2 0,-2 2 23,0-2 0,-2-1 0,10-4 1,3 1-198,5-2 1,4-2-1,6-4-758,4-5 0,10-2-29,11-2 1,7 0 0,10-2-1,4-2 937,3-5 0,8-14 0,0-4 0</inkml:trace>
  <inkml:trace contextRef="#ctx0" brushRef="#br0">12457 6410 19746,'-8'-6'-2756,"3"-1"2030,5-6 0,0 5 0,-2 1 598,-2 1 0,1-3-521,-5 5 0,3 0 67,-3 4 435,5 5 1,3-3-1,10 4 1,6-2 195,5 0 1,7 0 0,4-4-1,0 0-223,4 0 1,5 5-1,2-1 1,-2 0 3,-1 2 1,-7-3-1,-3 4 1,-4-1 12,-5-4 0,-4 6 122,-8 0 0,-15 3 1,-8 2-1</inkml:trace>
  <inkml:trace contextRef="#ctx0" brushRef="#br0">12341 6564 14012,'-11'-20'320,"2"3"0,-1 2 1,7 4-24,5 2 1,4 5-1,9 8 1,7 6-597,7 6 0,8 3 0,6 3 0,6 1-2276,5 4 2587,4 5 0,-23-13 0,0 0 0,0 0 1,1 0-1</inkml:trace>
  <inkml:trace contextRef="#ctx0" brushRef="#br0">4562 7564 7884,'0'-9'40,"0"1"355,0-2 0,-4 2 128,0 0 1,-2 4 690,2-5 25,2 6-535,-3-3-522,5 6 0,0 6 0,0 3 0,0 2-79,0 2 1,0 1-1,0 5 1,0 6-171,0 8 1,0 6 0,0 3 0,0 7-102,0 5 0,-2 6 1,-1 7-1,-2 1-49,-2-1 0,4-7 0,-3-6 0,2-4 8,-1-3 1,-3-12 0,4-2-252,1-9 0,3-7-217,4-8 0,-1-3 53,5-6 1,1-6 0,4-3 623,0-2 0,-1-7 0,1-2 0</inkml:trace>
  <inkml:trace contextRef="#ctx0" brushRef="#br0">5075 8012 7918,'-13'0'1233,"5"0"8,-1 0 0,0 2-860,-3 2 1,4 3-1,3 4 1,1-1-266,-1-1 1,1-5 0,4 5 0,0 1-116,0 1 0,0 6 1,0 0-1,0-1-252,0-2 1,1 3 0,4 0 0,2-1-55,0-2 0,4-1 0,-2 0 0,2-2 337,2-2 0,1-3 0,2-6 1,1 0 108,-1 0 0,2-2 0,1-2 1,-1-5 75,1-2 0,2-2 0,-4 0 0,-1-1-200,-2-3 1,-1 3 0,-2-3 0,-1 4-569,-1 4 0,-5-2-689,5 2 1125,-7-2 1,4 10-1,-6 5 1,0 6 77,0 3 1,0-1 0,2 3 0,0 0 135,3 2 0,5 1 1,-3-6-1,3 1 168,3 0 0,-2 3 1,9-2-1,0-4 83,0-3 1,1-3-1,6-5 1,2-5 28,1-7 1,4-5 0,-3-9 0,0-2-125,1-1 0,-4-5 0,-6 2 1,-5 0-442,-3 3 0,-3-1 0,-2 1 0,-3 3-538,-1 4 0,-3 0 1,2 6-1,-4 2-410,-4 0 0,2 3 0,-2-1 1134,3 0 0,-5 0 0,-1 0 0</inkml:trace>
  <inkml:trace contextRef="#ctx0" brushRef="#br0">7920 7705 7913,'0'-13'245,"-4"4"0,-2 2 110,-1 1 0,3 2 556,-5 4-470,6 0 0,-4 4-183,3 1 0,-3 5 0,-6-3-76,0 0 1,-1 4 0,-3-2-1,-3 2-195,0 2 1,-6 1-1,2 2 1,-5 1-106,1-1 0,2 2 1,4-1-1,2-2-53,1-5 1,2 1-1,4-4 54,0 0 170,6 5 0,3-7 0,8 5 0,6-1-4,6 1 0,-2 1 1,5 2-1,-1 0-42,4 0 1,-3 5 0,3 2-1,-1 0 34,-1-3 0,4 2 0,-2-1 1,0 1 15,0-1 0,1-1 0,-6-4 0,-2 0-59,0 0 1,-3 0 0,0-1 0,-4 1-42,-3 0 1,-5 0 0,-5 0-1,-5-1-104,-5 1 1,-5 2 0,-7 0 0,-2 2 28,-1-1 1,-5 1-1,2-3 1,-1-2-137,0-1 1,5-5 0,-2-2 0,2-4-645,4-4 1,2-10 0,12-12 897,2-7 0,3-15 0,6-5 0</inkml:trace>
  <inkml:trace contextRef="#ctx0" brushRef="#br0">7664 7871 8026,'11'-30'-64,"-1"0"1,-3 2 222,-1 1 1,-1 7 0,-2 3 763,2 3 1,-3 2-713,-6 4 0,3 1 0,-5 4 50,0-2 0,1 0 0,-5 2-53,1-1 1,1-1 0,-4 7-1,2 3-116,2 8 0,3 2 1,-2 6-1,0 3-59,0 5 0,4 8 0,-1 7 0,2 1-112,2 4 0,0 5 0,0 3 0,0 1-60,0 4 1,2-1 0,2 0 0,3-3-33,0-1 1,5 2 0,-4-8 0,4-7-138,1-7 0,-5-7 0,-1-8 0,-1-5-1930,-3-3 2238,4-7 0,6-13 0,7-8 0</inkml:trace>
  <inkml:trace contextRef="#ctx0" brushRef="#br0">8253 7974 7983,'-4'8'-264,"0"1"0,-2-2 1454,2 2 0,2-2-33,-2-3 0,4-3-793,4 4 1,5-4 0,8-2-1,4-4-325,3-3 1,3-4-1,5 0 1,5-3-378,4-2 1,6 3-1,-4-4 1,-2 0-747,-1 1 1,-2 0 0,-1 3 1083,-2-3 0,-4 3 0,-5-5 0</inkml:trace>
  <inkml:trace contextRef="#ctx0" brushRef="#br0">8535 7666 7983,'-17'-13'0,"0"1"0,0 4 0,4 4 147,0 3 0,5 8 0,0 4 1,3 6 797,2 3 0,-3 3 0,2 6 0,1 2-851,2 2 0,1 2 1,-2 8-1,-1 4-397,-1 3 0,0 1 0,4 0 0,0 1-134,0-1 1,1 3-1,2-3 1,1-5-262,-1-5 1,4-4 0,0-1 0,2-3-398,0-2 1095,-1-7 0,5 0 0,0-4 0</inkml:trace>
  <inkml:trace contextRef="#ctx0" brushRef="#br0">9201 7948 8026,'0'-25'444,"-4"-1"1,-2 2-1,1 2-6,-1 5 1,-4 9-1,0 5-827,-6 6 1,1 5-1,-8 9 1,-3 5 110,-2 2 0,-6 0 0,2-1 0,2-2 257,3 2 1,-4 0 0,8 0 0,2-3 254,1-2 1,4 5 0,6-3 0,3 1-32,2 1 0,2-1 0,7 5 1,6-1-10,6 1 0,8-2 1,6-3-1,0-3-204,1-4 0,3-7 0,7-3 1,4-4-110,0-4 1,-4-6-1,2-10 1,-2-7 197,2-4 1,-3-8-1,0-5 1,-7 0 128,-8 0 0,-9-2 0,-3 6 0,-8 5 50,-3 2 1,-8 4 0,-4 9-1,-5 6-980,-7 4 0,-6 7 722,-2-1 0,-6 3 0,3 1 0</inkml:trace>
  <inkml:trace contextRef="#ctx0" brushRef="#br0">9804 8294 7906,'0'-17'0,"0"0"1613,0 1 0,0 2-1190,0 1 0,0 8 1,0 6-1,-2 9-514,-2 6 1,-3 11 0,-6-2-1,0 4 24,0 2 0,-4 2 0,0 4 0,2-1 23,0-2 1,3-1 0,0 2 0,2-2-484,2-2 0,5 4 0,-1-7 0,2-2-457,2-4 0,0-2 984,0 2 0,12-4 0,2-5 0</inkml:trace>
  <inkml:trace contextRef="#ctx0" brushRef="#br0">11060 7730 8006,'0'-13'-29,"0"1"66,0-1 1,0 4 0,0 1 785,0-2 0,0 3 1,1-1 1200,3 3-722,-2-5-1194,3 8 1,-6-2 0,-2 10-69,-1 7 0,-7 1 1,-1 7-1,-5 3-211,-3 5 1,-1 5 0,-5 7 0,0 4-78,1 0 1,-1 2-1,1 4 1,-1 1 118,0-1 1,6-5-1,3-5 1,3-5 232,1-7 1,6-3 0,3-5 94,2-3 1,8-10 0,3-4 0,3-2 74,6-2 0,3 0 0,7-2 1,4-2-144,0-4 0,3-4 0,5-1 1,1-1-88,2-3 1,4 1-1,-3-4 1,1 0-112,4 0 0,-5 5 0,-3-2 0,-4 2-113,-3 3 1,-4-1-1,2 0 1,-4 2-215,-4 2 0,-7-1-1317,0 6 1251,-8 0 1,-9 4 0,-9 0 0,-3 1-1311,-6 3 1770,-1 3 0,-13 6 0,-1 0 0</inkml:trace>
  <inkml:trace contextRef="#ctx0" brushRef="#br0">11303 7923 8006,'0'-18'0,"0"0"-12,0-2 0,0 4 0,0-1 0,0 3 1057,0 1 1,-4 0-337,0 1 0,-2 4-214,2 4 1,1 3 0,-4 2-252,1 3 1,-3 5 0,4 8 0,-1 4-44,0 4 1,-2 6 0,2 3-1,0 3-39,1 2 1,0 3-1,5 1 1,0 0-267,0 1 0,0 0 1,0 5-1,2-4-255,2-1 1,-1-2 0,6-5 0,-1-2-88,-1 1 0,3-3 0,-4-11 0,0-2-535,-1-1 0,1-2 249,-2-4 1,-1-6 0,6-3 731,1-2 0,7-14 0,3-2 0</inkml:trace>
  <inkml:trace contextRef="#ctx0" brushRef="#br0">12290 7692 7919,'0'-9'-670,"0"1"1,0 3 1184,0-3 1,0 4 400,0-5 0,0 1-346,0-5 0,-2 6 1,-2 1-93,-4 0 1,-8 5 0,-3-2 0,0 6-182,-4 5 1,-7 9 0,-4 5 0,-3 5-270,-2 7 1,1 2 0,-1 12 0,4 3-47,5 3 1,6 8-1,12-2 1,4 2-129,3 2 1,11-1-1,7-5 1,8-6-348,8-8 1,2-9 0,6-2-1,-1-3 23,-1-6 1,5-4 0,-6-8 0,2-4-43,-2-4 1,3-2-1,-4-2 1,0 0 511,-3 0 0,2-12 0,1-2 0</inkml:trace>
  <inkml:trace contextRef="#ctx0" brushRef="#br0">13392 7807 7910,'0'-13'324,"0"1"0,0 3 1,-1 2-54,-4 1 1,-2 2-1,-6 4 1,1 1 11,-1 4 1,-1-3-1,-2 7 1,-3 1-129,-1 1 0,0 2 1,-2 0-1,0 0-44,0 0 1,-3-2 0,0-1 0,-1-1-194,0 1 1,-2 1-1,1 0 1,3-1-2,0-1 0,4-2 1,0 3-1,1-2 99,3 2 1,8 2 0,4 1 55,2-1 1,2 1 0,0 0 0,2-2-33,2-2 1,7 7 0,8-3 0,1 1 9,3 0 1,1-3 0,1-1 0,2-1-43,3 1 1,-1-3 0,4 0-1,-2 0-171,-3 0 1,4-4 0,-2 3 0,-3-2-45,-5 0 1,1 1 0,-6-4 147,-1 3 1,-3-1 0,-5 6 161,-3 1 0,-11-3 0,-5 3 0,-8 3 60,-5 2 0,0 4 0,-11-2 1,0 3-144,-2 0 1,-6 4 0,0-4 0,2 0-379,1-3 0,6-3 0,1-2 0,2-4-1257,2-3 1615,8-4 0,-3-7 0,4-1 0</inkml:trace>
  <inkml:trace contextRef="#ctx0" brushRef="#br0">13161 7666 7910,'0'-18'75,"0"-1"1,0-2 0,0 2 552,0 1 1,0 3 0,0-2-285,0 3 1,-1 7-1,-3 3-193,-5 2 0,-2 4 0,-2 3 0,2 7 13,2 4 1,-5 6 0,4 0-1,0 3-146,-2 5 0,2 4 0,2 9 0,2 4-89,1 3 1,3 6-1,-2 1 1,2 1-223,2 3 1,0 2 0,0 0 0,2-4 9,2-3 1,3-5 0,5-2 0,-2-5-244,-2-4 0,1-6 0,3-13 0,1-4 526,0-2 0,6-3 0,1 1 0</inkml:trace>
  <inkml:trace contextRef="#ctx0" brushRef="#br0">14174 7833 7870,'-7'-2'1329,"2"-2"1,4 1-586,1-5 1,-1 5-751,-4-1 0,2 2 0,-5 2 0,-2 0-197,-1 0 1,-2 0 0,-2 0 0,-2 2 108,-4 2 1,-5 3-1,-2 6 1,-3 0 32,-2-1 0,0 1 0,-3 2 0,2 0 70,-1 2 1,-1 5-1,3-5 1,8-2 84,6 0 1,5-3 0,3 1 0,2 0 0,5-6 1,8-3-1,5-2 74,2-2 0,6 4 0,2 0 0,0 1-115,4 0 0,1-2 1,4 6-1,-1 1-54,-2 1 0,4 2 1,-8 0-1,3 0-190,2-1 1,-5 1 0,-1 0 0,-1 0-71,-4 0 0,0-5 1,-4 1 81,-2 1 200,-4-4 0,-6-1 0,-3-5 0,-6 2 107,-6 2 0,-1-1 1,-7 5-1,-5 2-225,-2 2 1,1 0 0,-3 1 0,0 0-300,1 0 1,2 0-1,-3 0 1,3-1 394,6 1 0,-7 0 0,4 0 0</inkml:trace>
  <inkml:trace contextRef="#ctx0" brushRef="#br0">14494 7897 9035,'-11'-9'1890,"1"2"-1417,1 2 0,5 0-364,-5 5 16,7 0 1,-3 0 0,10 0 0,3 0-45,4 0 1,7 0 0,6 0-1,5 0-31,2 0 1,1-4 0,3 0 0,-4 1-73,0 1 1,-2 2-1,-6 2 1,-3 2-192,-4 5 0,-4 2 0,-4 2 0,-5 1 88,-3 3 1,-6-1-1,-5 4 1,-6 0-8,-5 0 0,-8 0 1,-1 1-1,0-2-105,-1-1 1,5-4 0,-1 3 0,6-2-72,2-3 1,2-3 0,5-2 557,-1-1 1,6 0 39,2-2 1,10 2 0,3 3 0,5-1-137,4-3 1,3 1-1,7-2 1,2 3-172,0 1 1,3 1 0,-2-3 0,2 1-71,1 3 1,-1-3 0,-8 2 0,-3 1 9,-4 1 1,-7 4 0,-3 0 0,-2 4 174,-7 1 1,-11-3 0,-12 4-1,-8 3 114,-4 5 1,-7-6-1,-3 2 1,-3-1-126,-1 1 1,4 0-1,1 0 1,2-4-423,3-4 1,7-3-1,5-2 1,5-4 334,2-4 0,12-2 0,-1-2 0</inkml:trace>
  <inkml:trace contextRef="#ctx0" brushRef="#br0">15135 7653 7856,'14'-44'549,"3"-3"0,-3 9 1,5 4-1,-2 6 439,0 7 0,6 3 1,-3 6-1,0 4-764,-3 3 0,-3 4 1,-1 1-1,1 1-224,3 4 0,-2-3 0,2 7 0,-3 1 63,-1 1 0,4 8 0,0 2 0,-1 3-57,-2 2 0,-1 7 1,-2 5-1,-1 9 54,-2 7 1,-3 5-1,2 6 1,-1 4 30,-5-33 0,0 0 0,1 37 0,-2-35 1,0 0-1,-1 0 0,-1 0-49,-2 0 0,-1-1 0,-9 34 0,-13-7 0,-3 0-77,-4 0 1,-3-7-1,-1-6 1,-1-7-586,1-4 0,-2-7 0,-1-3 0,-2-4-3430,2-5 4050,-5 3 0,0-9 0,-5 3 0</inkml:trace>
  <inkml:trace contextRef="#ctx0" brushRef="#br0">11290 6871 8009,'0'-17'75,"-1"-1"1,-2-1 454,-1 1 0,-5 1 406,5 4 0,-6 1-899,1 4 1,2 4 0,0 8 0,0 6-122,0 5 1,-2 5-1,-2 6 1,1 1 152,2 3 1,0-1 0,-2 6-1,3 4-93,2 2 0,-4 2 0,3-3 0,1 2 54,-1 5 1,2-3 0,4-1-1,0-3-31,0-2 0,0 0 1,0-4-1,0-4-19,0-3 0,0-7 0,0-2 83,0 1 0,-2-7 197,-2 1 1,1-6 0,-5-8 217,-2-3 1,3-1 0,-2-6 0,0-5 48,2-2 0,-4 1 0,2-5 0,-1 0-731,2-3 1,-4-5-1,4 1 1,-2 2-414,1 4 1,-2-1-1,3 4 1,-2-2 616,1 1 0,-8 5 0,3-2 0</inkml:trace>
  <inkml:trace contextRef="#ctx0" brushRef="#br0">10957 7628 9779,'-6'7'2289,"6"-3"0,9-2-1912,7-2 1,11 0 0,11-2 0,11-4-529,9-6 0,-23 3 0,1-1 0,7-2 0,1-2 0,2 1 0,1-1 151,2 0 0,0-2 0,-1 1 0,-1-2 0,1-3 0,0 1 0</inkml:trace>
  <inkml:trace contextRef="#ctx0" brushRef="#br0">4857 10051 7916,'-7'-13'-676,"1"4"498,6 1 538,0-1 262,0-4 1,0 5 632,0-1-1116,0 6 0,-4 3 0,-2 9 0,-2 2-162,-7 2 1,1 7-1,-7 4 1,-2 8-67,-1 5 0,-2-5 1,1 10-1,-1-1-92,0-1 1,6 0 0,3-3 0,3-2 114,1 0 0,6-13 1,3 0-1,2-7 89,2-2 0,6-6 0,4-2 0,6-7 94,5-6 0,5-2 1,2-12-1,4-2-117,0-4 1,-2-4-1,3-3 1,-2 1 37,-2-2 1,-4 0 0,-3 2 0,-7 4 309,-5 3 1,0 3-1,-5 3 279,-3 3 0,-2 10-655,-4 4 1,1 8 0,-4 6-1,0 6 26,0 5 0,4 3 0,-1 2 1,2 1-160,2 3 1,0-3-1,0 4 1,0-1-359,0 0 0,2 0 0,2-4 0,3 1-31,0 3 0,5 1 0,-4 3 1,4-4 549,1-3 0,5 4 0,2 2 0</inkml:trace>
  <inkml:trace contextRef="#ctx0" brushRef="#br0">5562 10230 7913,'-7'-1'1191,"1"-2"-1529,0-1 0,3-1 509,-5 5 1,4 2 0,-3 2 0,-1 3-10,1 0 1,0 5 0,-3-4 0,2 4-152,-2 0 1,-6 1 0,-2 0-1,-1 1-74,1 3 0,-1-2 0,3 3 0,-2 1-12,-2 2 0,4 3 1,-1 2-1,3-1-22,1 1 1,2 0 0,2 1 0,5 1 52,2 2 0,2-1 0,2-7 1,2-2-12,5-1 0,8-8 0,4-6 0,3-5 225,2-5 0,4-9 0,1-12 1,2-8 55,3-7 0,-1-5 0,1-5 0,-3 0 110,-2 0 0,-3-1 0,-6 2 1,-7 3 24,-5 5 0,0-2 0,-5 1 0,-3 3-338,0 4 0,-6 4 0,-2 3 0,0-1-258,0 2 1,-2 2 0,2 3 0,1 3-181,-1 2 0,0-4 770,2 5 0,2 7-306,-2 10 0,1 12 0,0 9 0,-1 3 43,1 2 1,2 10-1,1 2 1,-1 2-228,-4 0 0,4 0 0,-3 2 1,2 5-207,2 3 1,0-3 0,0-1 0,2-2-191,2-3 1,-1 3-1,7-2 1,2-5-381,4-6 1,7-5 910,-2-5 0,9-2 0,3-7 0</inkml:trace>
  <inkml:trace contextRef="#ctx0" brushRef="#br0">6356 10192 7913,'0'-9'1340,"0"1"1,0-1-843,0-4-600,0 6 0,-5 7 0,-4 9 0,-4 3 112,-4 6 1,-3 0 0,-7 6 0,-1-1 70,-2 0 1,-1 4 0,2-6 0,-1 3 41,2 2 0,2-2 0,3-1 0,3-3-180,2-1 1,5 2 0,6-3-1,1 1-243,3-1 1,3 1 0,5-3 0,5-1 0,5-3 0,5-1 0,6-7 0,1-1 241,3-1 1,-2-4-1,6-2 1,2-6 223,1-6 0,-3-5 1,0-9-1,1-4 264,-3-3 1,4-6 0,-6-1-1,-2-2 200,-1-2 1,-8 4 0,-5 0 0,-5 1-278,-4 0 0,-2 2 1,-7 5-1,-5 3-353,-2 2 0,-2-4 0,0 0 0,2 0-728,2 1 1,4-2-1,5 5 1,0-1 160,0 1 0,0 7 993,0 7 0,0 10 0,0 8 0,0 12 31,0 11 0,0 9 1,0 11-1,0 6-211,0 4 0,5 7 1,3-1-1,0 3-605,1 1 0,-1-2 1,5-2-1,0-6-1492,0-5 0,-2-5 1851,-2-6 0,8 1 0,-3-1 0</inkml:trace>
  <inkml:trace contextRef="#ctx0" brushRef="#br0">8266 10307 7887,'-9'-11'52,"1"1"1,-1 1 225,2-1 1,-3-1 0,4-1 373,-1 4 1,3 2-523,-4 6 0,3 0 0,-3 0 135,-2 0 1,-2 0 0,-2 0-63,-3 0 1,1 4 0,-4 1 0,1-1-102,-1 2 0,-2 1 1,-5 6-1,-1-1-176,-2 1 1,0 4 0,4 2 0,1-1 26,-1 1 1,5 4-1,2-3 1,5-1-110,7-1 0,4-4 0,3-1 0,1-1 56,4 1 0,9-1 0,10-2 0,6-3 25,3-2 1,1 4-1,4-5 1,1 1 4,-1 0 0,-4-2 0,-1 4 0,-2 0 48,-2 0 1,-2-4 0,-3 3 0,-2-2 145,-5 1 1,-7-1 18,-2-4 0,-6 1 0,-2 2 4,-8 1 1,-4 6 0,-5-1-1,-5 2-293,-2 2 0,-7 6 0,-3 2 0,-4 2-151,0-2 0,-2 3 0,-1-4 297,-2 0 0,-5 4 0,2-4 0</inkml:trace>
  <inkml:trace contextRef="#ctx0" brushRef="#br0">8202 9974 7976,'0'-26'465,"0"0"0,-4 6 479,-1 3 0,-5 10 0,3 10 0,-1 13-753,-1 12 0,2 15 1,-3 7-1,3 5-487,1 4 1,1-1 0,2 3-1,-2-1 48,3 2 1,0-1 0,2-3 0,2-5-364,2-5 1,-1-9-1,5 1 1,1-5-113,-2-8 0,4-1 0,-2-9 723,2-1 0,8-2 0,1-1 0</inkml:trace>
  <inkml:trace contextRef="#ctx0" brushRef="#br0">8676 10256 7973,'-11'-19'118,"2"1"0,-7-4 1,5 5 555,2 3 0,8 7 0,2 3-679,11 2 0,8 2 0,11 0 0,6 0-232,4 0 1,8-4 0,-4-2 0,2-1 82,0-3 1,0-6-1,3-1 1,-3 0-152,-4-1 0,-9 3 0,-4-2 305,-3 3 0,-7 1 0,-2 1 0</inkml:trace>
  <inkml:trace contextRef="#ctx0" brushRef="#br0">8984 9871 7973,'-43'2'764,"-1"2"0,1 4 193,3 4 0,6 6 0,13 4 0,5 3-625,6 5 1,4 7-1,6 7 1,0 2-469,0 2 1,2 7-1,3 2 1,7 1-323,3 3 0,8-4 0,-1-3 0,3-4-546,5-3 0,1-6 0,5-1 1,-3-7 1003,-2-7 0,5-9 0,-4 1 0</inkml:trace>
  <inkml:trace contextRef="#ctx0" brushRef="#br0">9688 10204 7958,'8'-25'821,"-4"1"0,-3 2 292,-1 5 0,-1-1 0,-3 1-575,-5 1 0,-2 7 0,-2 5 0,0 4-627,0 4 0,-4 3 0,-1 6 0,-1 0-443,1 0 1,-5 4 0,1 1 0,-2 1 121,-1 0 0,3-2 0,1-5 1,-1 1 188,3 0 0,-4 0 0,7 0 279,5 0 1,4-1 0,7 1 0,0 0 166,0 0 0,7 0 0,6-1 0,8 1 30,7 0 0,5-6 0,6-3 0,0-2-258,4-2 1,-2-3 0,6-5-1,2-11 32,1-8 0,-1-6 1,-2-5-1,-5-2 8,-7-3 0,-5 5 0,-10-1 0,-7 8-37,-7 4 1,-6 7-1,-5 3 1,-3 4-1740,-3 4 1739,-2 4 0,-6 5 0,-1 0 0</inkml:trace>
  <inkml:trace contextRef="#ctx0" brushRef="#br0">10239 10461 7841,'0'-13'428,"0"-4"0,0 0 2297,0 1 1,2 8-2572,2 3 1,-2 15 0,2 9-1,-3 8-294,-1 7 1,0 3-1,0 3 1,0 1-364,0 2 0,0-2 0,0-5 1,2-2-1775,2 2 2277,-3 1 0,11 1 0,-5 1 0</inkml:trace>
  <inkml:trace contextRef="#ctx0" brushRef="#br0">12085 9987 8083,'-4'-9'34,"-1"0"0,0 7 1,2-4 745,-1 0 0,-2 5 184,2-4-486,2 4 1,-5 1-282,3 0 1,1 0 0,-6 0-97,-1 0 0,-1 1 0,-3 4 1,-3 3-105,-5 4 0,-2 1 0,-3 1 0,-1 3 19,-2 4 1,-5 2 0,4 0 0,0-2-63,-1 2 1,7-5 0,6 0-1,4-6 200,3-3-49,8 2 0,1-9 0,10 2 0,8-3 2,3-1 0,3 0 0,5 0 0,0 0-260,-1 0 0,1 0 1,1 2-1,0 2 8,-1 5 1,1 1-1,-9 0 1,1-2-132,-1 2 1,-1 2 0,-5 0 0,-4 1 206,-3 0 1,-4 1-1,-1 2 1,0 1 188,0-1 0,-10 2 0,-4 1 1,-5 1-85,-4 2 0,-5 3 0,-3 0 0,-2 1-208,-3 0 1,4 1-1,-3 1 1,1 2-710,1-1 0,4-8 881,7-4 0,-2-8 0,4-4 0</inkml:trace>
  <inkml:trace contextRef="#ctx0" brushRef="#br0">11995 9845 8093,'7'-37'0,"-2"3"0,-4 7 0,-1 7 3330,0 2-2892,0 6 0,0 17 1,0 10-1,-1 7-489,-4 5 1,0 8-1,-5 2 1,1 6 10,-1 3 0,-1 2 1,-2 6-1,0 2-262,0-2 1,2-1 0,1-1 0,3 2-42,1 2 0,-2-2 1,3-5-1,2-4-216,2-1 1,1 2-1,0-8 559,0-5 0,0-4 0,0-4 0</inkml:trace>
  <inkml:trace contextRef="#ctx0" brushRef="#br0">12431 10128 7970,'-13'-20'583,"0"-5"1,2 5 0,2 0 501,5 3 0,3 7 1,2 3-622,3 2 0,9 0 0,10 5 0,4 0-896,3 0 1,5 0 0,0 0-1,2-1-122,1-3 1,-1 1 0,-1-6-1,-4 1-775,0 1 0,-4-5 1329,-6 4 0,-4-4 0,-5-1 0</inkml:trace>
  <inkml:trace contextRef="#ctx0" brushRef="#br0">12713 9807 7970,'-19'0'630,"-2"0"0,1 1 0,-1 2 0,-1 4 188,2 5 1,-2 3 0,4 11-1,3 1-522,1 3 0,2 4 0,2 9 1,3 4-282,1 3 0,2 1 0,4 0 0,0 1-484,0-1 1,2-1 0,2-3 0,4-4-428,4-4 0,2-6 0,3-3 0,3-4-22,0-5 1,4-8 0,-2-9 917,2-2 0,1-8 0,1-1 0</inkml:trace>
  <inkml:trace contextRef="#ctx0" brushRef="#br0">13187 10012 7970,'7'-38'735,"-3"-1"0,-2 6 0,-2 5 0,-2 5-110,-2 6 1,-4 9-1,-8 3 1,-3 7-748,-1 6 0,-1 6 0,-5 14 0,1 1-498,-1 6 1,-1 2-1,-1 3 1,-2-1 410,1 0 0,8 1 0,4-9 0,1 2 310,-1 3 0,9-5 0,-1-1 1,6-3 111,3-2 1,3 1 0,6-2 0,8-4 78,5-7 1,10-6 0,2-8 0,6-5-148,7-7 1,-5-7 0,10-10 0,-2-4-116,-1-3 1,-2-8-1,-1-4 1,-3-2-32,-6 1 1,-10 9 0,-12 2 0,-5 8-192,-5 4 0,-5 7 0,-5 4 0,-5 6-2123,-5 6 2315,1 3 0,-11 6 0,5 2 0</inkml:trace>
  <inkml:trace contextRef="#ctx0" brushRef="#br0">13610 10179 7970,'4'-17'0,"0"0"2248,-1 1 0,3 2-1574,-2 1 0,1 7 1,-5 8-1,0 10-643,0 13 1,0 12 0,0 10 0,-2 3-508,-2 1 1,2 4 0,-2 1 0,3-2-514,1-1 0,0-5 0,0-4 989,0-5 0,0-9 0,0 1 0</inkml:trace>
  <inkml:trace contextRef="#ctx0" brushRef="#br0">15442 9743 8042,'-12'-6'629,"-1"-2"1,-1 1-1,-2-1 1,-1 3 134,1 2 1,2-3 0,1 2 0,0 1-534,1 2 0,-3 2 1,0 2-1,-4 3-214,-1 1 0,-3 1 0,-5 5 0,-2 0-294,2 0 0,0 0 0,1-1 1,-1 1-112,-2 0 1,0 0 0,5-2 0,0-1 17,4-1 1,2-2 0,7 3 416,-1-2 0,6-3 62,2 3 1,10-1 0,5 2 0,4-5 278,3-2 1,10 2 0,-1 0 0,2 0-235,3 2 0,1-4 0,3 3 0,-2 0-395,-2-1 0,4 4 1,-7-2-1,-2 0-335,-3-1 0,-6 5 1,3-1 291,-2 2 0,-2 2 1,-8 1-1,-5 2 181,-6 1 0,-5 5 0,-9-5 0,-5 0 178,-2 1 1,-3-2 0,-3 4 0,-4-2-28,-3-2 1,3 3 0,0-4 0,-2-2-292,-1-3 0,4-3 1,3 2 242,3-5 0,2-8 0,-1-3 0</inkml:trace>
  <inkml:trace contextRef="#ctx0" brushRef="#br0">15032 9628 8345,'-5'-28'0,"-2"0"633,-1-2 0,1-1 0,4 4 0,-1 1 503,1 6 1,2 9-1029,1 2 1,0 8-263,0 1 1,0 5-1,0 8 1,0 0 189,0 0 0,0 4 1,-1 2-1,-2-1-169,-2 1 1,0 2-1,2-3 1,-3 1 154,-1-1 0,3 5 0,-3-1 1,0 2 268,-1 1 0,6 1 0,-3 0 0,4-1 79,1 1 1,0 4 0,0 1 0,0 1-160,0-1 0,6 5 0,2-2 1,4 3-381,0 1 1,1-1-1,1-1 1,2-2-190,1 2 1,0-5 0,-5-1-1,-2-4-88,-2-5 1,-1-1-1,3-6-66,-1-1 772,-6-3 1,2-12 277,-5-2 1,0 1-1336,0-5 0,0-1 0,0-4-2336,0 1 3133,0 5 0,-5-11 0,-3 4 0</inkml:trace>
  <inkml:trace contextRef="#ctx0" brushRef="#br0">16288 9640 7434,'0'-8'442,"0"-1"1,0 5 456,0-5-730,0 7 0,-1-4-170,-3 6 0,-5 1 1,-8 4-1,-4 5 56,-4 5 0,-2 1 0,-1 5 0,-3 2-18,-2 1 0,-1 2 0,-3 0 0,1-2-13,2-3 0,7 3 0,1-4 0,6 0-24,2-3 1,9-2 0,1-3-1,5 1 40,3 0 0,5 0 1,5 0-1,6-2 48,5-2 1,4 1 0,0-5 0,2 1 68,3 0 1,-1 2-1,3-3 1,0-1-82,-4 1 1,-2-3 0,-3 2 0,-3-2-58,-2-2 0,-5 0 81,-5 0 0,-6 0 1,-4 1-55,-9 3 1,-7 3 0,-9 6 0,-3 1-151,-5 4 1,-3 2 0,-3 5 0,-3 1-615,-2-1 1,5 1-1,-2-2 718,3-2 0,7 2 0,2-4 0</inkml:trace>
  <inkml:trace contextRef="#ctx0" brushRef="#br0">16698 9769 8386,'16'-35'0,"-5"4"901,-3 4 1,-3 0-1,-2 10 1,1 1 2586,-1 2-3545,-1 7 0,-2 7 0,1 10 1,2 4-280,1 3 1,5 6-1,-4-2 1,1 3 46,0 2 0,2 0 0,-2-1 0,0 1-17,-1 0 0,0-1 0,-5 1 0,0 0 330,0-1 0,0 5 1,-2 0-1,-2-1 34,-5-2 1,-2 3 0,-3-1-1,-3 1-115,-5 2 0,-2-5 1,-1 3-1,-1-3-158,0-2 1,5 1 0,1-2 0,3-2 244,6-5 1,-1-3 0,8-1 0,2 0 391,5-1 1,7-5 0,12-2-1,9-4 199,9-1 1,7 0-1,8-1 1,7-2-382,4-1 0,4-6 0,-33 5 1,0 1-1,0-1 0,-1 0-1322,1 1 1,0 0 0,26-4 805,-8 4 0,-2-3 0,-8-6 1</inkml:trace>
  <inkml:trace contextRef="#ctx0" brushRef="#br0">17429 10730 14431,'-13'0'2209,"0"0"0,0 4-2605,1 9 1,-5 16 0,1 22 0,4 9 395,7 7 0,4-29 0,0 1 0,1 3 0,0 0 0</inkml:trace>
  <inkml:trace contextRef="#ctx0" brushRef="#br0">4793 10269 8400,'-4'-15'129,"-1"-2"1,-3 7 165,4-3 1,-1 8-557,5-4 0,2 6 177,2-1 1,3 8 0,7 3-1,3 1 65,5-4 0,3 2 0,4-2 0,4-1 136,4-2 0,-2-2 0,8-2 1,-3-3 151,-2-1 0,5-2 0,1-2 0,0 1-108,0 2 1,1 3 0,-1-2 0,6 1-107,4 4 0,7 0 1,0 2-1,6 0-75,6 0 1,-35 0-1,2-1 1,2-1 0,1 1-1,4-1 1,0 0-119,3 0 0,0 1 1,4-1-1,0 1 1,2-1-1,-1 0 1,3-2-1,1-1 116,3 0 1,0-1 0,-5-1 0,0 1 0,3-1 0,0 1 0,-2 0 0,0-1 12,1 1 1,1-1-1,1 3 1,1 0 0,3 0-1,0-1 1,-1 1-1,0 0 59,-2 0 0,-1 1 0,-2-1 0,1 2 0,0 2 0,0 0 0,2 0 0,1 0 6,3 0 1,-1 0 0,-2 0 0,-1 0 0,2 0 0,1 0 0,-2 0 0,0 1-172,0 2 1,1-1 0,2-2 0,0 1 0,2 1-1,1 0 1,2-1 0,1 0 60,-2-1 1,0 0 0,-2 0 0,-2 0 0,1-1-1,0 0 1,1 0 0,1-2 23,-21 1 1,1-1-1,-1 0 1,21-3 0,-1 0-1,3 0 1,-1-1-1,-4 1 1,-1-2 26,-3 0 1,0-1 0,2 2-1,0 0 1,-1-2 0,-1 1-1,2 0 1,-1 1 18,-2 1 1,0 0 0,-2-1 0,-1 1 0,-1 0 0,-1 0 0,-1 1 0,1 0-7,0 1 0,0 0 1,1 2-1,0 0 0,1-2 1,1 0-1,0 1 0,0-1-3,1 1 0,0-1 0,0 3 1,1-1-1,-3 0 0,0 0 1,1 1-1,-1-1 7,-1 0 0,0 0 0,2 1 1,0 1-1,3-3 0,0 0 0,1 1 1,1 0 1,0-1 1,0 1 0,-5 0 0,-1 0 0,-2 2-1,-1 0 1,-2 0 0,1 0-97,-1 0 1,0 0-1,2 0 1,0 0-1,1 0 1,1 0-1,-4 0 1,0 0 101,-3 0 0,-1 0 0,-5 2 0,0 0 0,-1 0 0,-1 1 0,2-1 0,1 0 30,1 1 1,0 0 0,0-2 0,-1 0 0,3 3 0,0 1-1,-1-1 1,1 0-45,1 0 1,0 0-1,2 1 1,1 1-1,0-2 1,0 1-1,0 0 1,0 1-29,-2 1 0,1-1 1,1-2-1,0 0 1,2 0-1,0 1 1,1 0-1,1 1-41,3 2 1,-1 0 0,-4-2 0,0 1-1,0 0 1,0 0 0,-3-2 0,-1 0 14,0 0 0,0 0 0,4 0 1,0 1-1,2 1 0,-1-1 1,1 1-1,-1-1 41,-1 1 1,-2-1 0,-4-2 0,-1 0 0,0 1 0,0-1 0,-1 0 0,1 0 31,0 0 1,0 0 0,-2 1-1,1 1 1,1-2 0,1-1 0,0 1-1,0-1 50,1-1 1,0 0 0,1 1-1,0 0 1,-2-1 0,0 0-1,-2 0 1,-2-1-54,-2 0 0,-1 0 0,-3 1 0,-1 0 1,1 0-1,0 0 0,1 0 0,1-1-19,2 0 0,-1 0 1,-1-1-1,0 0 1,-1 0-1,0 0 0,32-2 43,-7-2 0,-8 1 0,-3-6 0,-8 1 223,-6 1 1,-14-5 0,-1 5-1,-5-1-56,-8-1 0,-5 6-281,-10-1 1,-5 4 0,-9 3 0,-8 4-685,-7 4 0,-11 1 0,-7 9 750,-8 2 0,-3 1 0,-2 2 0</inkml:trace>
  <inkml:trace contextRef="#ctx0" brushRef="#br0">4895 12294 8088,'-7'-6'179,"0"4"-300,3-7 1,3 5-123,-4-5 406,4 6 0,1-4 10,0 3 0,1-3 388,4-6 0,-4 4 608,3 1-1042,-2-1 0,-9 4 0,-5 5 1,-5 8-75,-3 8 0,-6 4 0,-5 5 0,0 2-50,0 3 0,1 2 0,4 3 0,3-2-218,6-2 0,1-1 0,12-5 1,3-4 10,4-4 0,7-4 1,11-5-1,9-3 76,5-4 0,4-7 0,-1-4 0,-1-5 38,-2-7 1,2-3-1,-5-4 1,1-2 177,-3-2 0,-4 0 0,-5-2 0,-4 1 317,-3-2 0,-7 9 0,-2 3 83,-4 4 0,-1 6 1,-1 9-359,-4 10 0,4 12 0,-3 7 1,2 6-65,2 2 0,0 3 0,0 3 0,0 1-336,0-1 1,5 1 0,0-1 0,1-1-411,0-3 1,2 2 0,-2-6-1,0-2 33,-1-1 1,4-7 0,-4-4 0,3-6 646,2-6 0,1-2 0,2-2 0</inkml:trace>
  <inkml:trace contextRef="#ctx0" brushRef="#br0">5767 12320 8944,'-11'-2'472,"2"-2"0,-2 3 0,2-4 0,-2 5-307,-2 5 1,0-1 0,-1 7-1,-3 3-284,-5 1 1,-2 5 0,-2 0-1,1 1-177,-1 0 1,-4 1 0,-1 2-1,0-1 69,-1-2 0,2-5 0,5 2 1,1-1 120,2 0 1,4-1 0,6-6 0,4-1 96,4 1 0,2-3 0,5 0 0,4-1 156,6-4 1,13 0 0,1-2 0,4-2 57,4-2 0,7-9 0,2-8 1,1-3-110,4-2 0,1-4 0,0-1 0,-3-2-128,-5-3 1,-8-1-1,-5-1 1,-6 0-110,-6-1 0,-9 1 0,-3-1 0,-4 1 144,-1-1 0,-4-2 0,-2 1 0,0 4 2,1 4 1,-4 2 0,5 6 0,1 1-17,2 1 0,1 7 279,0-2-262,0 8 0,0 5 1,0 8-1,0 5 69,0 2 0,0 6 0,0 2 0,0-1 26,0 1 0,0 2 0,0-2 0,1-1-114,3 1 0,-2 2 0,2-3 0,-3 2 68,-1 3 0,0 1 0,0 2 0,0 0-148,0-1 0,0 7 0,0 2 0,-1 3-339,-3 1 1,1 2 0,-4 2 0,1 0-414,3 0 1,2-4 844,1-4 0,-6 3 0,-1-4 0</inkml:trace>
  <inkml:trace contextRef="#ctx0" brushRef="#br0">6318 12461 8060,'26'-34'111,"-2"1"1,-3 1 537,-4 4 0,-4 7 0,-4 3-11,-5 4 0,-4 7 1,-4 4-857,-5 6 1,-8 6 0,-4 8 0,-4 3-188,0 0 0,-2 4 0,-2-3 0,-2 3 104,-2 2 0,0 3 0,-2-2 0,2-3 156,2 0 1,1-1-1,4 0 1,2-3 234,3-2 1,2-1 0,8-4 149,2 0 1,6-2 0,12-2-1,8-5-87,6-3 1,8-1 0,5-1 0,5-5-119,6-6 1,3-7 0,1-8 0,0-4-31,1-8 1,-1-4 0,-1-5 0,-5 1 2,-6-1 1,-12-2 0,-10-3-1,-4-1 105,-5-2 0,2 5 1,-6 4-1,-2 0 81,-5 1 1,2-2-1,-5 7 1,2 4 492,-1 5-526,-5 11 0,9 11 1,-3 16-1,2 14 34,2 11 0,2 12 1,1 4-1,2 4-31,2 5 0,0 2 0,3 7 0,-1 2-598,1 2 1,6-1-1,1-4 1,0-1-2931,1-3 2985,2 8 1,12-14 0,0 9 0</inkml:trace>
  <inkml:trace contextRef="#ctx0" brushRef="#br0">8817 12089 8035,'4'-17'-168,"0"0"1,2-2-1,-3 4 1,1-3 664,-1 3 1,-1 1 0,-4 2-1,-2 2-23,-5 2 1,-8 1 0,-6-2 0,-5 5-266,-6 2 0,-5 2 0,-2 2 0,-3 3-235,-2 8 0,-2 7 1,-6 9-1,-3 2-253,-1 2 1,8 0 0,0 2-1,6-1-124,7 2 0,0 0 0,8-2 0,6-4 131,9-3 1,7-3 0,8-3 0,4-4 407,3-2 1,11-8-1,6-3 1,8-3 161,4-1 0,3 0 0,1 0 0,3 0-29,2 0 0,1 0 1,4 0-1,2 0-99,3 0 1,-9-1 0,1-2 0,-5-1-357,-5 1 0,-2 2 0,-12 2-48,-3 3 0,-8 3 1,-9 6-1,-5 0 117,-8 0 1,-6 1 0,-15 3 0,-4 3 36,-3 0 1,-8 4 0,-2-2 0,-2 2-111,-3 2 1,5-5-1,0-1 1,0-3-535,2-6 0,2-4 724,9-7 0,3-11 0,5-3 0</inkml:trace>
  <inkml:trace contextRef="#ctx0" brushRef="#br0">8471 11756 8035,'-1'-33'397,"-4"3"0,-2 13 0,-6 5 0,0 5 543,1 4 0,-1 11 1,0 10-1,2 16-766,2 15 0,-1 13 0,8-26 0,0 1 1,0 1-1,1 1-248,0 1 0,1 1 1,-1 1-1,2 0 1,-1 3-1,1 0 1,1 0-1,0 1-381,2 2 0,1-2 1,0-5-1,1-2 1,1-1-1,0-1 1,9 27-300,1-8 1,0-13 0,-5-8 0,-2-6-850,-2-9 1603,-5-5 0,8-7 0,-3-3 0</inkml:trace>
  <inkml:trace contextRef="#ctx0" brushRef="#br0">8996 12256 8076,'-7'-20'643,"2"3"0,0 2 2736,1 2-3246,0 6 0,9 2 1,5 5-1,7 0-547,9 0 0,3 0 0,8 0 0,5-2-197,7-2 0,-1-5 0,8-8 0,-4-4-43,0-3 0,-3-2 654,-2 0 0,-2-5 0,-7-2 0</inkml:trace>
  <inkml:trace contextRef="#ctx0" brushRef="#br0">9342 11858 8076,'-18'4'363,"-3"1"1,-4 5 0,1 0-1,1 4 302,2 3 0,5 6 0,1-2 1,3 5-583,4 4 1,5 2-1,-1 8 1,2 3-430,2 4 1,2 3 0,2 1 0,4-1-134,4-3 0,1 2 1,1-7-1,3 0-1398,4-3 1877,3-11 0,2-4 0,0-11 0</inkml:trace>
  <inkml:trace contextRef="#ctx0" brushRef="#br0">10060 12012 8059,'0'-31'233,"-1"4"0,-2-3 0,-3 4 1169,-1 5 0,3 2 0,-5 8-1414,-1 2 1,-1 9-1,-3 12 1,-2 6-522,-1 8 1,-6 8 0,2 0 0,-4 3-55,0 2 0,-1-1 0,1-1 0,-1-3 292,0-4 1,5-3 0,2-1 0,4-2 580,3-2 1,8-4 0,1-7 0,8-1-21,7-1 0,8-6 1,10 1-1,4-4 116,3-4 1,3-5-1,3-8 1,4-6-106,3-5 0,-3-1 0,0-5 0,0-1-211,-2-2 0,-5 0 1,-8 2-1,-5 5-533,-8 3 0,-7 7 467,-4 3 0,-5 9 0,3 2 0</inkml:trace>
  <inkml:trace contextRef="#ctx0" brushRef="#br0">10355 12397 8618,'13'0'0,"-1"0"1095,1 0 1,0 0 0,0 0-1,0 0-556,0 0 1,4 5-1,0 5 1,-3 7-1175,-4 9 0,0 5 0,-6 9 1,-1 3-708,-2 4 0,-1-1 0,-1-1 1342,-3-1 0,-9-1 0,-7-5 0</inkml:trace>
  <inkml:trace contextRef="#ctx0" brushRef="#br0">12251 12243 7904,'9'-14'0,"0"-2"-351,1-1 0,1 0 0,2 4 1,0 1 425,-1 4 0,5-2 1,1 6-1,-3 1-52,-1 1 0,1 2 1,0 0-224,2 0 0,1-1 0,-6-2 280,1-1 1,-1-6 0,-4 1-1,-4-2 550,-2-2 1,-2 0 0,-2 0 150,-2 1 0,-3 0 0,-7 2 0,-5 3-386,-6 1 0,-5 2 0,-7 4 0,0 0-281,-3 0 1,-3 6 0,0 2 0,-2 4-321,-1 1 1,2 1 0,6 2 0,-1 1-271,1-2 0,6 0 0,7-3 0,6 1-212,5 0 1,7-4 732,3-1 0,9-1 1,8 3-1,8-1 245,8 1 1,4 1 0,7 3 0,2 2-74,5 1 1,-1 6 0,1-2 0,1 4-124,2 0 0,-4 1 0,-4-1 1,-3 1-150,-5 0 0,-4-2 1,-10-3-1,-7-4-36,-8-2 1,-5-3 0,-5 1-1,-8 0 104,-7 0 1,-6 0-1,-5-2 1,-6-1-158,-4-1 0,-6-2 0,2 3 0,1-3-298,0-1 1,-3-2 0,3-4 0,0 0-1373,0 0 1814,7-6 0,0-12 0,4-9 0</inkml:trace>
  <inkml:trace contextRef="#ctx0" brushRef="#br0">12110 11909 7904,'8'-25'1102,"2"1"0,-6 2 102,-1 5 1,2 11 0,0 11-840,-2 10 1,-2 14-1,-1 8 1,0 7-474,0 7 0,0 9 0,0-1 0,0 2-575,0 3 1,0-3 0,1 9-1,2-2-225,1 1 0,5-1 1,-3-5-1,1-5-75,3-7 1,1-2 982,2-11 0,0-2 0,0-10 0</inkml:trace>
  <inkml:trace contextRef="#ctx0" brushRef="#br0">13341 12191 7866,'0'-18'312,"0"-3"0,0-2 1133,0 1 1,-2 4 0,-1 5-988,-1 0 1,-6 6 0,2 6-1,-5 6-680,-4 8 1,-3 10 0,-6 1-1,-1 5 47,-3-1 1,3-1-1,-3-1 1,2 0 71,-2-1 1,-1-3-1,-5-2 1,3-2-218,2-2 1,-3-3 0,4-3 0,1-3 262,2-2 113,7 5 1,10-8 0,15 2 7,10-3 0,14 5 1,6 3-1,5 2 146,3 2 1,4 0-1,-3 0 1,0-1-205,0 1 1,2 0 0,-8 0 0,-6 0-209,-8-1 1,-5 1-1,-8 0 1,-3 0 41,-3 0 1,-17 0 0,-9-1 0,-10 3 83,-6 2 0,-8-2 0,0 7 0,-2-1-144,0-1 0,4 4 0,-2-2 0,2 0-673,6 0 0,6-4 0,9-6 893,5-4 0,9-13 0,2-10 0</inkml:trace>
  <inkml:trace contextRef="#ctx0" brushRef="#br0">13571 12307 9020,'36'-24'0,"0"1"0,-3 0 0,1 0 1097,-3 1 0,-1 0 0,24-18 1,-13 10 601,-11 9 1,-16 12 0,-12 11-1748,-5 9 0,-11 8 1,-1 8-1,-2 3-430,-1 4 0,-5 3 0,2 1 0,-4-1-898,0-2 0,1 2 0,1-5 0,2 3 577,-2-1 0,-1-1 0,-2 2 0,0-2 594,1-2 0,3-1 1,1-3-1,0 2 278,1 1 1,1-6 0,8-7 446,2-3 0,5-8 286,8-6 1,9-2 0,8-6 0,5-2-185,4-1 0,-2-2 0,7 0 1,2 0-763,4 0 0,-1 0 1,1 1-1,-4 0-431,-3 4 0,-4 1 1,3 4-1,-2-2-206,-2 3 1,-7-1 0,0 0 0,1-3 344,1-1 0,-4 0 1,-3-3-1,-3 1 533,-1-1 1,-5-1 0,1 0-1,0 1 631,-2 1 0,0 1 1977,-3-5-2050,-3 6 0,9 2 1,-5 10-296,-2 3 1,-2 9 0,-1 5 0,0 3-182,0 5 0,-6-1 1,-2 5-1,-4 3-54,0 4 1,-1 1-1,0 3 1,1-1-67,4-2 0,-3-3 0,2 0 0,-2-1-647,-2 1 0,1-11 1,4-3-1,2-5-3986,0-5 4570,5-1 0,-10-18 0,4-4 0</inkml:trace>
  <inkml:trace contextRef="#ctx0" brushRef="#br0">16481 12397 7536,'-35'-2'-323,"1"-2"0,0 1 1,-4-5-1,-1-1 679,1 2 1,-5-3 0,0 6 0,1 1-426,-3 1 0,5 2 1,-1 2-1,7 2-206,8 5 0,6-2 325,8 1 0,6-5 0,6 1 0,8-5-3,8-8 0,0-1 0,5-11 0,2-3-119,1-5 1,2 2 0,-2-3 0,-1 3 61,-2 2 1,-5 5 0,-1 3 0,-3 2 833,-4 3 1,-5 3-389,2 0 0,-5 8 0,-5 1 0,-5 7 234,-5 5 1,-1 0 0,-7 1 0,-2 0-238,-4 0 0,-7 4 1,2-1-1,-3-4-352,-1-2 1,-6-1-1,-3 2 1,-3-2-487,-1-5 0,5 2 0,3-2 0,3-1-211,2-2 0,7-1 1,5 0 45,8 0 0,10 6 0,10 3 533,9 2 1,9 6 0,10 2 0,4 2 396,3 6 0,3-1 1,3 5-1,2-1 20,1 0 1,4 4 0,-5-3 0,1 1-48,-3-1 0,-8-1 1,-3-6-1,-4-1-519,-4-2 0,-11-5 0,-2 1-175,-3-3 1,-11-5 0,-10-2 0,-8 0 9,-8 0 0,-5-2 0,-9 3 0,-4 2 16,-3 1 0,-5 2 0,-1 0 1,2-1-65,2-4 0,0 2 0,2-6 0,5-4-400,6-7 1,12-13 798,10-14 0,9-20 0,2-6 0</inkml:trace>
  <inkml:trace contextRef="#ctx0" brushRef="#br0">15865 12076 7877,'39'-43'248,"-1"1"0,-1 2 1871,-3 4 1,-12 12-1332,-9 11 1,-11 7-1,-2 12 1,-7 8-662,-4 11 0,-2 7 0,-1 11 1,-2 6-341,-1 5 0,-6 4 0,3 6 1,-1 0 61,0 0 1,10-28 0,-1 0 0,-1 2 0,-1 0 0,0 3 0,1 1-213,0 0 0,2 0 0,2 0 1,1-1-1,-1-3 0,2-1 1,1 0-1,2 0-402,1 0 1,2-1 0,1 19-1,5-3 765,8-9 0,17-11 0,10 0 0</inkml:trace>
  <inkml:trace contextRef="#ctx0" brushRef="#br0">16647 12474 7877,'0'-19'0,"0"-2"839,0-4 1,0 0 0,0 1-1,2 1 341,2 1 1,3 11 0,6 0-1,1 3-1230,3 6 1,0 0 0,7 4 0,5 2-832,2 4 1,3 4-1,5-1 1,-1-2 880,1-5 0,-1 3 0,1 0 0</inkml:trace>
  <inkml:trace contextRef="#ctx0" brushRef="#br0">16878 12204 7950,'-19'20'0,"-2"-3"0,-3 2 0,0-1 0,1 2 1311,1 3 1,7 3 0,-2 2-1,4 5-397,4 4 0,-1 0 0,5 10 0,-1 2-1022,0 0 1,3-2 0,6-1 0,4 0-1031,5-1 0,-1-9 0,12-4 0,4-7 1138,6-8 0,4-9 0,1-2 0</inkml:trace>
  <inkml:trace contextRef="#ctx0" brushRef="#br0">17595 12307 7950,'0'-20'1423,"0"-4"0,0 2 1,-1-2-765,-3-2 0,-3 2 1,-6 3-1,0 5-361,0 6 0,-4 5 1,-1 6-1,-2 5-1135,-3 7 0,3 6 1,0 13-1,0 6-2,0 8 0,-1 5 0,-5 5 1,2 5 632,3 6 1,-2 0 0,14-31-1,1 0 1,0 1 0,1-1 441,-2 35 0,3-4 0,7-11 1,5-11 770,7-8 1,11-8-1,10-12 1,5-11 552,3-12 1,4-10 0,8-14 0,4-5-1185,-26 15 1,0-1 0,3-4 0,-1-2 0,0-2 0,0-2 0,2 0 0,1-2-196,1-1 1,-1 0 0,1-1-1,-2 0 1,-2-1 0,-2-1 0,-5 3-1,-3 0-187,-4 2 0,-3-1 1,0-31-1,-8-1 0,-6 4-1692,-3 6 1,-10 6 0,-5 15 1697,-3 4 0,-4 9 0,-3 2 0</inkml:trace>
  <inkml:trace contextRef="#ctx0" brushRef="#br0">17634 12743 7950,'-24'-30'1134,"-9"3"1,-11 11 2141,-12 19 1,23 15 0,1 8-3035,-3 12 1,1 5-1,-6 10 1,1 4-1,13-14 1,-1 0 0,1 1-1</inkml:trace>
  <inkml:trace contextRef="#ctx0" brushRef="#br0">8458 6205 13064,'9'0'-839,"-1"0"679,2 0 1,-3 0 0,0 1 238,-1 3 0,4-2 0,-1 2 1,2-2 0,2-4 1,0-1-1,1-2-123,3-3 1,-3 4 0,3-4-482,-2-2 1,-4 3 475,-3-2 0,-2 6 1,-6-3-1</inkml:trace>
  <inkml:trace contextRef="#ctx0" brushRef="#br0">8484 6192 13200,'0'-13'-660,"1"5"0,5 0 794,7 3 0,2 0 0,11 5 0,7 0-474,7 0 0,8 5 0,12-1 0,10-1-80,-32-2 1,2-1 0,1 0 0,0 0 403,2 0 1,0 0 0,1 3 0,0 0-1,-2 1 1,0-1 0</inkml:trace>
  <inkml:trace contextRef="#ctx0" brushRef="#br0">12085 6423 12266,'14'0'-465,"3"0"1,-1 0-1,7 0 1,2 0 529,4 0 1,12-5 0,2 1 0,7 0 107,5-2 0,4 3 0,6-5 1,2-2-57,1-2 0,1 4 0,-7-1 0,-2 1-140,-4 1 0,-15-1 0,-8 6 0,-9-3-124,-7 3 1,-8 2-1,-7 2-204,-4 3 1,-7 5 0,-8-3 0,-6 1 290,-5 1 0,-5-1 1,-6 5-1</inkml:trace>
  <inkml:trace contextRef="#ctx0" brushRef="#br0">12444 6474 11383,'0'-9'-619,"1"2"872,3 2 0,5-1 1,9 3-1,7-3-173,3-1 1,13 3 0,2-3 0,6 0-257,2 0 0,-1 4 0,-3-2 1,-6 4-1444,-5 1 1637,-5 0 1,-6-6 0,1-1 0</inkml:trace>
  <inkml:trace contextRef="#ctx0" brushRef="#br0">15763 5615 7935,'8'-24'-59,"1"2"1,-2 2 0,3 5 1341,-1-2 385,-7 0-1571,4 10 1,-7 1-89,-4 6 0,-2 0 1,-6 0-1,-1 0-116,-3 0 1,2 4 0,-7 0 0,-1 1-95,-1 0 0,0 1 0,1 4 0,2-1 106,-2 1 0,0-1 0,2 1 0,4-1 101,3 1 1,1 1 0,0 2 64,0 0 0,6 0 0,4 0-56,6-1 0,0 1 0,5 0 0,2 0-126,2 0 1,1-2 0,-1-1 0,1-1-9,0 1 1,0 1-1,0 0 92,-1-2 1,1 2-1,0-4 1,-2 2-2,-2 0 0,2-5 9,-2 4 0,1 1 63,-2 4 0,-2-5 1,-7 1-96,-4 1 0,-3-3 0,-8 0 0,-2 0-156,-2 0 1,3-4 0,-5 1-1,1-2 207,1-2 0,-10-6 0,3-1 0</inkml:trace>
  <inkml:trace contextRef="#ctx0" brushRef="#br0">15660 5307 8241,'-12'-11'475,"-1"2"0,0 4 0,0 5 0,0 0-275,0 0 0,1 11 0,-1 8 1,1 8-181,4 7 1,-2 7-1,4 3 1,1 2-324,-1 2 0,2 4 1,4 0-1,1 1 167,3-3 0,3-3 1,6-2-1,0-5-384,0-4 1,0-9-1,-1 0 1,1-6 519,0-2 0,6 4 0,1-3 0</inkml:trace>
  <inkml:trace contextRef="#ctx0" brushRef="#br0">16109 5641 9658,'0'-15'0,"0"0"-309,0-2 1,0 0-246,0 4 1,1 6 546,4 2 1,3 4 0,8 1 0,4 0-66,4 0 0,2 0 0,11 0 0,2-2-330,1-2 0,0 1 402,-1-5 0,-1-1 0,1-4 0</inkml:trace>
  <inkml:trace contextRef="#ctx0" brushRef="#br0">16327 5410 8005,'-13'0'794,"0"0"1,0 0 0,0 0-1,2 1-447,3 4 1,-4 2 0,5 7-1,0 3-510,3 4 0,1 9 0,0 5 0,-1 3-626,1 5 0,3 1 0,3 4 0,2-1 789,2 2 0,8 1 0,5 1 0</inkml:trace>
  <inkml:trace contextRef="#ctx0" brushRef="#br0">17044 5653 7863,'0'-24'95,"0"3"0,0 4 266,0 3 1,-1 2-1,-3 4-145,-5 3 0,-8 10 1,-4 5-1,-5 7-587,-4 8 1,-3 1 0,-5 5 0,0-1 173,-1 0 0,5 4 1,1-4-1,3 0 247,6 1 1,8-3-1,9 1 1,3 0 134,5 1 1,11-7-1,11 1 1,7-4 45,8-5 0,6-5 0,7-2 0,2-4-62,3-6 1,-4-5-1,5-10 1,0-6-151,3-5 0,-4-1 1,-7-5-1,-10 0-243,-12 1 1,-13 2 0,-12 7 223,-10 2 0,-23-2 0,-16 4 0</inkml:trace>
  <inkml:trace contextRef="#ctx0" brushRef="#br0">9009 6512 7927,'0'-12'149,"0"-1"1,0 4 0,0 1 581,0-2-644,0 4 0,-6 0 1,-3 6-1,-7 2 6,-6 2 0,3-1 1,-3 5-1,-2 2-43,-4 2 1,-1 2 0,-4 2 0,2 1-146,2-2 0,2-5 0,2-1 0,1 1-125,2 1 0,4-2 23,5-1 1,7-5 0,6 2 107,7-4 1,10-1 0,5 0 0,2 0-49,2 0 1,-1 6 0,1 1 0,-2 1 41,-3 1 0,2-1 0,-6 7 0,-1 0 55,-2 2 1,-7 2-1,-2-3 1,-4 2-1,-1 2 1,-1 1 0,-4 4 0,-5-3-4,-5 0 1,-5-5 0,-6 3 0,2-3-102,3-6 0,-4 1 0,5-8 1,-1-1 143,0-2 0,-1-12 0,-3-3 0</inkml:trace>
  <inkml:trace contextRef="#ctx0" brushRef="#br0">8714 6448 7927,'20'-30'46,"-3"2"0,-4 4 927,-4 5-803,-3 11 1,-8 13-1,-2 12 1,-3 8-39,0 5 0,-5 1 1,4 6-1,-2 0-172,1 3 0,-1 1 1,6-2-1,1-1-419,2 0 0,1 1 0,0 1 0,0 3 459,0 4 0,11-3 0,3 0 0</inkml:trace>
  <inkml:trace contextRef="#ctx0" brushRef="#br0">9496 6564 7907,'0'-33'313,"-4"3"1,-2 9 0,-1 5 253,-3 6 1,-1 0-1,-4 9 1,-2 5-661,-4 7 0,-7 15 0,-4 0 0,-1 2-261,-2 3 1,-1-5-1,1 1 1,3-6 121,5-2 1,-4-2-1,10-4 1,2 0 281,3-1 1,5-3-1,3 0-47,3 1 1,7-3 0,5 1 0,7 1 4,5-2 0,2 4 0,5-4 1,-1 2-169,1 0 0,4-5 1,1 3-1,0-1-58,1-4 1,-7 4-1,-5-2 1,0-1-170,0-1 1,-4 3 314,1 4 0,-11 2 0,-9 2 0,-10 1-41,-6 3 1,-8-2 112,-7 2 0,-3 3 0,-1 0 0</inkml:trace>
  <inkml:trace contextRef="#ctx0" brushRef="#br0">9701 6525 7907,'24'-28'211,"-2"2"1,-4 5-103,-5 12 1,-6 11 0,-3 9-1,-2 5-432,-2-1 0,-4 4 1,-2-1-1,0 1-62,1-1 1,0-1-1,5-4 232,0 0 1,0 0 182,0 0 1,0 0-1,-1-2 1,-2-1 96,-1-2 1,-6 2 0,1 6 0,-1 1 37,2-1 0,-4 2 0,5 1 0,-1-1-41,-1 1 0,6 2 1,-1-4-1,3-1-70,1-2 1,2-1 0,7 0 0,9-2-55,10-2 0,10 2 0,8-4 0</inkml:trace>
  <inkml:trace contextRef="#ctx0" brushRef="#br0">13161 11909 8260,'-12'0'-784,"-1"-1"438,0-3 1,0 1 0,0-6 0,2-1 445,2-1 0,-2-3 1,2-3-1,-1-5 16,2-2 1,-2-3 0,6-1 0,1-4-12,1-1 0,2 1 0,0-3 1,0 6 72,0 2 1,0 1 0,0 2 0,0 2 40,0 5 1,0 3 0,0 1 196,0 0 1,0 0-96,0 1 0,0 3-215,0 1 1,2-1-1,2-2-232,5 2 0,3-1 0,6 4 1,3-1 51,3-3 0,7 3 0,5-1 0,5-2-79,6-2 0,3 1 1,1 1-1,-1 1-25,-3-1 1,3 3 0,-4 0 0,-1 1 213,-2 4 1,-2 0 0,0 2 0,4 0 82,0 0 0,2-4 0,7 0 0,6 1-101,8 1 0,-30 2 0,1-1 1,3 0-1,0-1 0,4 0 1,-1-2-28,3 1 0,0-1 1,1 1-1,2-1 0,2-1 1,2 0-1,3 0 0,2 0-201,5-2 0,1 0 0,-1 1 1,0 1-1,2-3 0,1 1 1,-4 3-1,0 0 130,-2 1 1,0 0-1,-2-1 1,1 0 0,1 1-1,0 1 1,-1 1 0,-1-1 33,-3 1 0,-2 1 0,-2 2 0,0 2 0,-4-1 0,0 2 0,-2 1 1,0 1 34,-1 1 1,-1 1 0,-5-2-1,0 0 1,-2 2 0,1-1-1,-1 0 1,1-1 117,0-1 0,1 1 0,3-2 0,0 1 0,2-1 1,1 0-1,-1-1 0,0-1-18,-3 0 1,0 0 0,0-1 0,0 0 0,-2-2-1,1 0 1,-1 0 0,1 1-57,1 2 0,-1-1 0,31-1 0,-35 2 1,-1 0-1,29 1-77,-5 0 0,-3 6 0,-7-1 0,-5 2 1,-6 2 0,-8 0 0,-9 0 1,-5 1-82,-3 3 0,-7-3 1,-3 3 257,-2-2 1,-2-3-1,-2 1 1,-1 0 321,-1 0 0,-4 0 0,2 0 0,0-1-335,1 1 0,0 1 0,5 4 0,0 2 56,0-1 0,0 10 0,0-2 0,2 4-159,2 5 1,3 5 0,6 3 0,0 1-194,0-1 0,4 0 1,0-3-1,-2 0-322,0-3 0,3 0 1,2-5-1,1 0 497,1-4 0,-1-2 0,5-1 0</inkml:trace>
  <inkml:trace contextRef="#ctx0" brushRef="#br0">13430 12973 6068,'9'-1'231,"0"-2"0,1-2 84,1-3 0,6 4 0,0-4 1,-3-2 136,-4-2 0,0-1 1,-5 1-451,-3-1 1,-2 6 0,-4 2-1,-4 4-249,-4 1 0,-1-4 0,1-1-265,-1 3 612,0 0 0,7 2 1,8 0-1,9 0 270,9 0 0,10 0 1,5 0-1,7 0-29,5 0 1,3 0 0,2 0 0,1 0-627,-2 0 1,-2 2 0,-12 2 284,-3 4 0,3 4 0,-4 1 0</inkml:trace>
  <inkml:trace contextRef="#ctx0" brushRef="#br0">16839 13384 8463,'-12'-6'216,"-1"-1"233,0-6 1,0 2-179,0 2 0,5-1-383,-1 6 1,8 0 106,1 4 0,7 0 1,10 0-1,3 0-164,0 0 1,8 0 0,-1 0-1,5 0 223,3 0 0,8 0 0,4 0 0,4-2-4,5-2 1,8-5 0,-28 2 0,0-1 0,2-1 0,-1 1-39,-1 0 0,0 0 1,31-11-1,-11 2 1,-12 2-239,-11 0 1,-5 3 0,-11-1 0,-3 0-463,-4 0 0,-4 5 688,-6-1 0,-6 1 0,-1-5 0</inkml:trace>
  <inkml:trace contextRef="#ctx0" brushRef="#br0">6331 2500 8135,'-9'0'-202,"2"-2"0,0 0 125,0-3 0,3 0 52,-5 0 1,2 2-1,-3-4 70,1 2 1,2-1 0,-3 3 50,2-1 0,4 0 1,-5 4 166,-1 0 0,3 0 0,-2-2-80,-1-2 0,-1 2 0,-2-2-108,0 3 0,1 1 1,-1 1-1,0 3-105,0 5 1,0-2-1,-1 2 1,-2 1 65,-1 1 1,0 3 0,3 3-1,-2 3 67,-1 0 1,0 4 0,4-1 0,1 4-68,-1 3 1,0 7-1,1 0 1,3 5 80,0-1 0,5-1 0,-3-2 0,1 2-93,3 3 1,2-8-1,1 4 1,0-3-104,0-4 1,0 1-1,0-3 1,0 3 27,0-1 0,0 4 1,0-5-1,0 2 11,0 3 1,-2-5-1,-1 0 1,-2-1 74,-2 0 1,2 2 0,-2-4 0,0 2 77,0-1 1,0 2-1,-3-1 1,3-2-4,1-1 1,-3-7 0,4-3 0,-1-2-14,0-3 0,1 1-120,0 0 0,3 0-157,-7 0 1,5-2-1,-3-1 83,1-1 0,-3-1 1,4 4-1,-1-2 118,0-2 1,1 1-1,0 3 1,-2 1 55,0 0 1,-4 0 0,2 0-1,-2 1-23,-2 3 0,0-3 0,0 3 0,2-1-25,2 1 1,-1-3 0,5 4 0,-2-4 11,-3-1 1,4-5 0,0 1-163,1 1 1,3 1 392,-2 2 72,2-6-271,2-1 0,0-5 1,-1 2-25,-3 1 0,1 0 349,-6-4 440,6 0-583,-8 0 0,8-1 0,-4-3 1,1-5 75,4-2 1,-4 2 0,0 1 0,-1-2-300,-3-2 0,3-5 1,-2 0-1,-1 2-154,-1 0 1,-2 1 0,0-2 0,1-1-35,-1 2 1,0 0-1,0 3 1,0-1 66,1 0 0,0 4 1,2 2-1,3 0 4,1 0 1,2 3 0,4-5-18,0-1 1,0-1 0,2-2-240,2 0 0,3 0 0,6 1 0,1-1-97,3 0 0,-1 4 0,4 1 1,0-1-190,0 2 0,-1-3 0,4 6 0,-3 1 231,-1 2 1,2 1-1,-4 2 1,-1 7 395,-2 8 0,-5 7 0,-2 6 0,-2 4 0,-2 3 0,-1 8 0,-2 0 0</inkml:trace>
  <inkml:trace contextRef="#ctx0" brushRef="#br0">5536 4205 8135,'-1'13'-153,"-3"-1"1,2 1 142,-2 0 378,2-6 0,4-7 0,1-8 0,2-4-121,2-1 1,2 1-1,2-1-63,-2 0 1,1 4-41,-6 1 0,5 4 1,-4-3 55,3 1 0,-4 2 0,4 4-72,2 0 1,3 0-1,4 0 1,5-2-22,2-2 0,4 0 0,5-8 0,7-3-154,4-4 0,3-2 0,4-5 0,1 0-428,-1 1 1,-7-1 0,-6 0 474,-6 1 0,1-1 0,-1 1 0</inkml:trace>
  <inkml:trace contextRef="#ctx0" brushRef="#br0">5498 14114 8288,'0'-12'558,"0"-1"-60,0 0-526,0 6 0,0 0 417,0 2 0,-2 4 1,-2-3-160,-4 2 1,-5 2 0,-3 0 0,-4 0-116,-4 0 0,0 6 1,-12 4-1,-2 6-149,-4 5 0,-5 5 0,3 2 1,-1 4-30,-4 0 0,5-2 0,3 3 0,5-2-172,6-2 1,0 1-1,6-5 430,9-5 0,7-10 128,13-5 0,6-4 1,8-1-1,1 0-88,2 0 1,7 0 0,1 0-1,-2 0-228,-1 0 0,-1 6 1,0 2-1,-1 5-175,1 4-1,-1-3 1,0 5 0,-4-2-47,-4 0 1,2 4 0,-2-4-1,-2-1-48,0-2 1,-8-1-1,-3 0 298,-3 0 1,-3-2-1,-6-1 1,-6-1 87,-4 1 1,-5 1-1,-6 2 1,-2 0-274,-2 0 0,3 5 0,-4 3 0,0 4-325,1 0 1,-2 0 0,5-3 0,1-2 474,2-1 0,-4 4 0,-2-3 0</inkml:trace>
  <inkml:trace contextRef="#ctx0" brushRef="#br0">5805 14448 8041,'-1'-26'0,"-3"0"2300,-5 1 0,2 6-1982,-2 6 0,2 13 0,-1 13 0,4 9-390,2 6 1,2 5 0,0 5 0,0-1-437,0-2 1,0 0-1,0-3 1,0-1 42,0 0 1,4-1 0,2-4-1,1-2 327,3-3 0,2-4 0,0-7 0,3-2 602,2-3 0,-2 0 0,5-7 0,-1-2-32,-4-5 1,4-6 0,-2-4 0,-1 1-83,-2-1 1,-1-2 0,0 2 0,-2 1-306,-2-1 1,0 2 0,-3 4 0,0 0-363,0 1 0,4-1 0,-3 0 0,1 0-288,1 0 1,-1 0 0,5 1 0,-2-1 13,-2 0 0,2 4 1,-2 2 366,2 2 1,-2 0 0,-2 7 0,-1 4 373,-3 6 0,-2 7 1,0 6-1,2 1 345,2 0 0,-1 5 0,-3 3 0,4 2-133,3-2 1,3 2 0,2-6 0,1-3-150,4-5 1,2-4 0,7-10-1,1-6-5,2-10 0,6-13 0,-1-19 0,5-11-130,-19 20 1,1-1-1,1-3 1,1-1-1,-2-3 1,-2-2-1,1 1 1,-2-1-31,0 1 0,-2 0 1,-1 1-1,-2 0 0,-2 1 1,-1 0-1,-2 2 1,0 1-271,5-29 1,-4 11 0,-10 12 0,0 7-571,0 8 792,0 12 0,0 20 0,0 8 0</inkml:trace>
  <inkml:trace contextRef="#ctx0" brushRef="#br0">8727 14358 8756,'-4'-9'0,"-2"2"1227,-1 2 1,3-5 140,-5 1-1847,6 3 1,-6 2 394,4 8 1,-5-1 0,2 4 0,-4 1 45,0-1 0,-6 1 0,0 5 0,-2 0-13,-3 0 1,-5 4-1,-4 1 1,1 1-60,0-1 1,-3 4 0,4-4 0,1 1 84,2-1 1,3 4-1,3-5 329,4-2 1,9-6 12,8-5 0,6-2 0,8-1 0,3 2 88,5 1 0,2 5 0,2-4 0,-1 2-426,1 3 0,2 2 1,-1 1-1,-2-1-364,-1 1 0,0 0 0,0 0 0,-2-2 10,-5-2 0,0 2 0,-3-4 0,-3 2 179,1 0 0,-7-5 0,0 4 323,-4 2 0,-2 2 0,-5 1 0,-5-1 9,-5 1 1,-7 0 0,2 0 0,-3 0-106,-2-1 1,-4 6 0,0-3 0,2-2-237,1-3 1,1-3-1,0 3 1,1-3-635,-1-1 1,2-2 0,3-4 838,4 0 0,2-17 0,2-4 0</inkml:trace>
  <inkml:trace contextRef="#ctx0" brushRef="#br0">8445 14435 8014,'2'-13'0,"1"-1"295,1-3 1,0 3 0,-4-5 0,0 2 594,0 0 0,-4 0-299,0 4 1,-6 3-396,1 6 0,3 7 1,1 12-1,0 4-54,1 1 1,0 5 0,4 7 0,-2 0-137,-2 4 0,3 5 0,-4 2 0,4 1-286,1 5 1,0-2 0,0 8-1,0-2-194,0-2 0,4 0 0,2-1 0,0-3 89,-1-4 1,4-9 0,-5-4-1,0-4-339,2-5 0,-4-7 170,2-5 0,3-8 554,2-1 0,2-11 0,2-9 0</inkml:trace>
  <inkml:trace contextRef="#ctx0" brushRef="#br0">9086 14640 7826,'-8'0'55,"0"-1"801,3-4 143,0 4 0,7-10-625,2 2 0,9 2 0,8-2 0,5-1-102,4-1 1,4-6 0,7-2 0,3 1-227,2-1 1,5-2 0,5 2 0,-2 1-921,-1-1 0,-8 2 0,-4 6 874,-5 2 0,-5-2 0,-5 4 0</inkml:trace>
  <inkml:trace contextRef="#ctx0" brushRef="#br0">9522 14166 7826,'-20'0'0,"3"-2"0,3-1 1910,1-1 0,0 0-973,0 4 1,6 7 0,3 6 0,2 8-1212,2 8 0,2 5 0,2 7 0,5 3-541,2 2 1,2 1-1,0 6 1,-1 1-19,1 1 1,-4-1 0,-1-7-1,2-4 833,2-3 0,0-1 0,1-1 0</inkml:trace>
  <inkml:trace contextRef="#ctx0" brushRef="#br0">10124 14461 7826,'0'-27'0,"0"-2"1173,0-1 0,-1 2 0,-2 6 0,-3 7-210,-1 5 0,-2 4 1,-5 6-1,-1 3-1473,-3 5 1,-4 11 0,0 12 0,-2 2-591,-1 3 0,-1 5 0,2 2 0,1-2 540,2-1 1,1-2 0,-2 1 0,7-1 535,5 1 0,4-7 1,6-2-1,1-3 229,4-1 0,9-6 1,10-4-1,6-6 73,3-6 1,7-8 0,7-6 0,2-8 95,3-7 1,-5-6 0,0-9 0,1-3 122,2-4 0,-6-3 1,-6 0-1,-8 2-210,-7 1 0,-10 7 0,-9 1 1,-2 8-585,-2 4 0,-7 11 0,-5 5 297,-3 4 0,-8 8 0,3 6 0</inkml:trace>
  <inkml:trace contextRef="#ctx0" brushRef="#br0">11008 14781 9074,'5'-20'1434,"-1"3"1,0 3 0,-4 1 0,0 0-14,0 0 0,0 8-1564,0 5 1,-4 15-1,-2 14 1,-1 5-549,-3 6 1,3 7-1,0 0 1,0 3-215,0 1 0,0 0 1,-2-1-1,3-1 905,1-2 0,-3-6 0,-4 3 0</inkml:trace>
  <inkml:trace contextRef="#ctx0" brushRef="#br0">5447 6166 8233,'0'-7'859,"0"0"-1020,0 3-139,0 2 319,0-3 0,1 5 17,3 0 1,-1 0-1,6 0-1,1 0 0,2 4 1,4 0-1,1-1 71,-1-2 0,2-1 0,1 0 0,-1 0-53,1 0 0,-2 0 1,-4 0-1,0 0 208,-1 0-398,1 0 1,-7 0 0,-6 0-247,-7 0 0,-10 2 1,-5 1-1,-3 2 143,-5 3 0,1-4 0,-3 3 0,-1 0 296,0 0 1,5-4 0,-2 3 0,3-2 166,1 0 0,6 1 1,4-4-1,5 2 993,2 1-1031,7 0 0,2 1 0,8-1 0,5 0-189,4 2 1,-1-5 0,5 4 0,2-4 51,1-1 0,6 4 0,0 1 0,-2-3 54,-1 0 1,0-2 0,2-2 0,1 0-99,-2-3 1,-2-3 0,-3 2 0,-3 0-160,-2 1 0,-2-5-914,-8 1 503,-2 3 0,-13 1 0,-4 5 566,-5 0 0,-7 0 0,3 0 0</inkml:trace>
  <inkml:trace contextRef="#ctx0" brushRef="#br0">12367 14576 7661,'0'-13'-194,"0"0"1,0 0 0,0 1 0,0-1 234,0 0 1,0 0 0,0 0 0,1 1 32,3-1 0,-2-4 0,2-2 0,-2 1 103,-2-1 0,0-2 0,0 2 0,0 1 221,0-1 1,0 2 0,0 4 538,0 0 0,-2 2-649,-2 3 1,1 2-1,-4 7 26,1 4 1,-2 7 0,2 10 0,-1 3-60,-3 5 1,3 3 0,0 5 0,0 2-245,-1 3 1,6-2 0,-4 5-1,2 0-179,-1-1 1,1-1 0,4 5 0,2-1-132,2-4 1,-1-2 0,5-4 0,1-1-141,-2-3 0,3-4 0,-4-8 0,-1-5-308,1-3 0,4-7 0,-2-6-121,4-8 1,5-7 867,0-12 0,6-11 0,-3-2 0</inkml:trace>
  <inkml:trace contextRef="#ctx0" brushRef="#br0">12790 14358 8071,'0'-13'1474,"0"0"-638,0 1 0,0 3 0,1 0-662,3-1 1,4 3-1,4 0 1,1 0-221,0 0 1,4 4 0,2-1 0,1 2-46,2 2 0,1 0 0,0 0 0,-3 0 39,-2 0 0,4 6 0,-5 3 0,-2 2 111,0 2 0,-7 5 0,-1 4 0,-1 2 74,-3 2 0,-3 4 0,-4 1 0,-6 0-137,-6 1 1,0 5 0,-5 0 0,-2 4-162,-1 0 1,-2-1 0,1-3 0,-1-1-34,0-2 1,6-10-1,5 0 1,3-4 73,4-4 488,5-7 1,3-4 0,9-5 0,3-1 232,5-3 1,5-2 0,8-4 0,2 1-302,1-1 0,9 0 0,-4 0 0,3 3-552,3 2 1,-4 0-1,3 5 1,-2 0-375,2 0 1,-5 2-1,2 2 1,-5 5-2230,-4 2 2859,4 2 0,-2 5 0,6 2 0</inkml:trace>
  <inkml:trace contextRef="#ctx0" brushRef="#br0">14135 14025 7869,'-12'-9'241,"-1"1"1,0-1 0,0-2 0,0 1 118,0 1 0,-1 6 1,0-2-1,0 0-316,2 1 0,2 0 1,-2 4-1,-1 0 22,0 0 0,2 5 0,1 4 0,1 2 4,-1 2 1,-1 1-1,-2 4 1,0 3 15,0 3 0,0 7 1,1 5-1,-3 5 4,-2 6 1,7 5 0,-3 3 0,3 5-12,3 3 1,2 2 0,5 1 0,1-2-59,3-6 0,9-4 0,9-4 0,2-3-46,1-4 0,5-5 0,2-5 0,0-6-186,4-4 1,-3-3 0,1 1 0,0-5-436,-1-6 1,0 0 0,-5-6 0,3-2 645,2-5 0,-4-4 0,2-6 0</inkml:trace>
  <inkml:trace contextRef="#ctx0" brushRef="#br0">15032 14448 7849,'0'-13'666,"0"0"0,0 5 0,-1 0 0,-2 1-304,-1 0 0,-2 4 1,2-1-1,-5 1-268,-2-1 1,-8 3 0,-2-4-1,-5 4-91,-3 1 1,-6 6 0,-7 2 0,-5 3-15,-3 2 0,0 0 0,3 1 0,4 2-105,3 1 1,3 0 0,5-4-1,6 0 73,7 0 1,11-1 0,4 3 65,2 2 0,12-3 0,6 3 0,5-3 28,6-1 0,7 4 0,1 0 0,2-1 64,1-2 0,5-5 0,1-1 0,0 1-55,0-2 0,-1 4 1,-5-3-1,1 0-46,-1 1 0,-2-1 0,-5 4 0,-8-2-80,-7-2 1,-2 1 0,-10 4 63,-1-1 1,-4 1 0,-8 0-1,-7 1-20,-2 3 1,-11-2-1,4 3 1,-4-1-26,-2 0 1,4 0 0,-4-2 0,1 0-106,0 2 0,-4-1 0,4-6 0,0-3-187,-2-1 1,5-2-1,-2-4 1,1-1-102,3-4 0,5-7 1,3-11-1,4-4-248,4-3 0,4-7 0,5 0 688,0-5 0,0-6 0,0 2 0</inkml:trace>
  <inkml:trace contextRef="#ctx0" brushRef="#br0">14699 14204 7843,'-1'-11'242,"-2"1"1,-3 1 328,-1-1 1,3 3 0,-5-1 538,-1-2 1,3 4-848,-1 2 1,5 4 0,-1 4-1,2 6-209,2 6 0,0 9 0,2 9 0,0 5-50,3 4 1,5 2 0,-3 6 0,3 1-85,3-1 1,-4 0 0,9 1 0,-4-1-162,-1 0 1,-1-7 0,1-4 0,-1-4-89,-4-1 0,2-3 0,-6-2 0,-1-5-164,-1-3 1,-2-4 0,0-4-338,0 4 1,0-4 829,0 3 0,-6-9 0,-1-2 0</inkml:trace>
  <inkml:trace contextRef="#ctx0" brushRef="#br0">15801 14461 7845,'-5'-13'218,"2"4"0,-4 1 1,1-2 579,3-2 1,-3 4-1,1-1 110,-2-1 0,2 5-905,-3 0 0,-1 4 1,-4 1-1,1 0-31,-1 0 1,-4 6 0,-2 2-1,-1 3-232,-3 2 0,-2 2 0,-5 0 0,-3 4 15,0 1 1,1-3 0,3 3 0,-1 0 147,2 0 1,2-5 0,5 4-1,4-2 131,3 0 1,6 0 0,4-4 0,4 0 139,4-1 1,5 1-1,8 0 1,4 0 144,4 0 1,2 0 0,1-1 0,3 1-65,2 0 0,1 4 0,5 0 0,-2-1-208,-3-2 0,-1 3 0,-5 0 0,2-1-100,-1-2 1,-8-1 0,-4 0-143,-3 0 1,-2 0 0,-5-2 104,-7-3 1,-10 0-1,-9-6 1,-2 4 37,-6 1 0,-4 2 1,-8 4-1,1-1-187,-1 1 0,1 0 1,-1-2-1,2-1-316,3-1 1,-1-6 0,5 1 0,0-1-909,-2 1 1463,11-2 0,-3-2 0,11-7 0</inkml:trace>
  <inkml:trace contextRef="#ctx0" brushRef="#br0">16147 14499 7828,'0'-13'148,"0"0"1,0 1 627,0-1 1,0 0 0,0 0 2,0 0 0,2 6-848,2 3 0,3 4 1,6 4 23,0 5 1,0 6-1,-1 2 1,1 1-56,0 0 1,1-4 0,2 3 0,2-2 101,2-3 1,0 1 0,3-1 0,-2-2 5,2-2 1,-3-4 0,0 4 0,-1-1 33,-4 0 0,0-4 323,-3 1 0,-3-3 20,-1-1 0,-6 0 0,-2 2-371,-7 2 1,-5-1 0,-2 4 0,-2 0-152,-1 0 0,-5 2 0,0 5 0,-2 2-44,-2 1 0,4 1 1,-1-2-1,-1 1 9,1-1 1,6-2-1,-2-1 1,2 0 77,0 0 0,4-2 0,6-1 241,1-2 1,4 1 0,6 2 116,4-2 0,8-2 0,3-4 0,0 3-32,4 1 0,1-4 1,2 2-1,0 1-21,-1 2 0,5 4 0,0 1 0,-3 0-71,-4-1 1,0 1 0,-6 0 0,-1 0-277,-2 0 1,-3-1 136,-2 1 1,-5 0 0,-10-2 0,-7-1-29,-6-1 1,-7 0 0,-4 3 0,-4 1-111,-3 0 1,-2 0-1,1-2 1,-1-1-399,1-1 1,4-5-1,1 3 1,0-1-509,1-3 1,7-3-1,3-5 1043,6-3 0,-5-9 0,6-3 0</inkml:trace>
  <inkml:trace contextRef="#ctx0" brushRef="#br0">16929 14114 7793,'9'-34'0,"-2"1"0,-2 2 1288,-2 3 1,3 1-1,-2 2 1,1 5-432,0 8 0,-2 5 0,6 9-967,1 7 0,1 2 0,3 14 0,2 3-20,1 3 1,6 9 0,-3 7 0,1 3-225,0 1 1,-4 5 0,3 1 0,0 3-41,0 5 1,2-5 0,2 4 0,-3 0 483,-4 3 1,-7-30-1,-1 0 1,-1 4-1,-1 1 1,0 1-1,-2-1 156,-2 0 0,0-1 0,-3-4 0,-2 0 0,-5 30 0,-7-4-63,-5-4 0,-2-9 0,-6 0 0,-2-4-434,-1-5 0,-1-5 0,3-4 1,-2 0 250,1-4 0,-3-1 0,-1-1 0</inkml:trace>
  <inkml:trace contextRef="#ctx0" brushRef="#br0">16686 15755 7776,'-35'6'1642,"-6"7"0,-12 13-1642,23-7 0,-1 4 0,-5 8 0,0 4 0,-6 4 0,0 0 0</inkml:trace>
  <inkml:trace contextRef="#ctx0" brushRef="#br0">2191 8089 14103,'2'7'-4292,"1"-1"3516,1 0 694,0-5 1009,-4 11-990,0-11 1,0 6-44,0-3 1,-1-2 414,-3 2 0,1-3-143,-6-1 444,1 6 0,-4-3 983,4 6-995,2-7-712,6 4 1,6-6 362,2 0 1,-1 0 0,2 0-48,1 0 0,1 0 0,3 0-65,4 0 0,-4 0 1,4 0-1,2 0-48,6 0 0,5 0 0,9-1 0,1-2-31,2-1 1,11-5 0,2 3 0,6-1 6,7-3 1,2-1 0,-33 5 0,-1 0 0,0 1 0,-1 0 33,32-3 1,-2 4 0,-3-3-1,-5-1 16,-7 1 1,-11 4 0,-10-1 0,-4 3-44,-5 1 1,-7 0-1,-7-2 102,-1-2 1,0 1-226,-2-5 0,-3 3-218,4-3-56,-4-1-509,-1-4 542,-6 1 1,1 3 0,-5 2-154,1 1 0,5 2 0,-5 4 148,-1 0 0,3 0 0,-1 0 298,-2 0 0,3 0 399,-2 0 1,1 0 186,-5 0 1,4 0-121,1 0 0,3 0-393,-3 0 1,4 0 0,-4-1-442,3-4 1,-5 4 267,1-3 0,2 2 17,-1 2 1,3 0-25,-3 0 0,3-1-661,-3-4 0,4 4 736,-5-3 1,1 2-1,-5 2 1</inkml:trace>
  <inkml:trace contextRef="#ctx0" brushRef="#br0">3550 7961 15026,'0'-13'-3544,"0"0"3585,0 1 1,-2 6 212,-2 6 0,-7 11 0,-8 11 0,-1 2-352,-2 1 1,-7 5 0,-2 0 0,-1-1-16,1-2 0,-3-3 0,4-3 0,2-3 33,0-4 0,3-3 1,1-2-1,2-5-54,5-3 1,-1-1-1,2-1-123,5-3 0,3-3 1,8-6-28,0 0 1,0 4 356,0 1 1,12-1 0,2-4 0</inkml:trace>
  <inkml:trace contextRef="#ctx0" brushRef="#br0">3255 8320 10687,'-6'20'-128,"-2"6"0,-9 16 0,-3 11 1</inkml:trace>
  <inkml:trace contextRef="#ctx0" brushRef="#br0">21504 3936 8447,'0'-13'406,"0"0"0,0 4 1,-1 2-155,-4 2-543,4 0 1,-5 7 0,8 1 233,2 1 0,-3 2 896,4-2-551,-4-3 0,-7 6 1,-2-4-1,-5 2 110,-4-3 1,-2 6 0,-5 0 0,0 3-174,-3 2 1,-6 0-1,2 0 1,-2 1-153,-2 3 1,3-3-1,4 4 1,5-4-323,6-1 1,3-2-1,1-1 101,0-1 0,6-5 0,4 3 66,6-1 1,10-1 0,8-2-1,3 1 79,2-1 1,1 0 0,1 0-1,2 3 13,-1 1 1,-2-3 0,-1 5 0,-1 1 40,1 1 1,-6 3 0,-3 2 0,-4 2 108,-5 2 1,2 2 0,-6 3 0,-1 1-129,-1 0 0,-2-1 1,0 1-1,-2 1-15,-2 3 0,-7-7 0,-6 2 0,-1-2 14,0-3 1,2-1 0,-4-7 0,0 1-379,0 0 1,3-4 0,-3-2-1,0-2-503,1-2 0,3-1 0,-1-5 1,3-6-1125,1-8 1974,0-6 0,0-14 0,0-2 0</inkml:trace>
  <inkml:trace contextRef="#ctx0" brushRef="#br0">21325 3795 8447,'0'-43'44,"0"2"0,-2 4 484,-2 5 0,1 12 1,-5 7 399,-2 8 1,3 3-1,-2 5 1,-1 6-770,-1 8 1,-2 7 0,0 6 0,2 4-374,2 3 0,-1 6 0,6 2 1,1 4-49,2 4 1,5 2 0,2-1-1,2 2-48,6-2 1,-1 3 0,6 0 0,-2 0 94,0 0 0,1-2 0,-2-5 1,1-3-101,-1-4 0,-2-7 0,-3-4 0,-1-2-1530,-1-5 1122,-6-6 1,2-13 722,-5-6 0,0-11 0,0-9 0</inkml:trace>
  <inkml:trace contextRef="#ctx0" brushRef="#br0">22004 4077 8138,'0'-15'611,"0"-2"0,0 3 1,0-3 1500,0 3-1508,0 1-738,0 6 1,0 3-1,-1 8-148,-4 4 1,2-1 0,-5 2 0,-2 1-86,-2 1 1,-2 2-1,-3 0 1,-4 0 117,-3 0 1,-1-1 0,3 0 0,2-2 282,1-2 1,-2 1 0,4 2 0,2-1 238,6-1 0,-1-5 0,5 5-74,2 1 0,2 1 1,4 2-1,4 0-160,6-1 0,8 1 1,1 0-1,2 0-106,1 0 1,1 1-1,0 2 1,-1 1-114,1-2 1,-6 0 0,-3-2 0,-3-1 15,-1 1 0,0 1 1,-2 2-1,-2 1 200,-5-1 0,-3-1 1,-2 1-1,-5 1 36,-7-1 0,-5 2 1,-8 0-1,-1-3 36,-3-1 0,-2-1 0,-7 0 0,2-2-390,3-2 1,-2 1 0,6-6 281,2-1 0,-5-7 0,0-3 0</inkml:trace>
  <inkml:trace contextRef="#ctx0" brushRef="#br0">22337 4102 7780,'0'-8'1279,"0"-1"1,0 5-551,0-5-579,-6 7 32,5-4 0,1 6 0,9 0-187,2 0 0,2 0 0,0 0-91,-1 0 1,1 0 0,0 0 28,0 0 1,-5 4-1,0 2 1,-3 1-88,-2 3 0,-2 1 0,-1 2 1,0 0-72,0 0 1,-5 1 0,-4 2-1,-2 1 108,-2-2 0,-4 4 0,0-2 0,1-1 43,2-2 0,1-3 1,2-1-1,1-3 103,1-1 0,5 3 420,-5-5 1,8 2-185,1-2 0,6-3 0,7 4 0,1-3-94,3 3 1,-2-2 0,5 5-1,0 2-112,0 2 1,-3 0 0,3 1 0,0 0-126,0 0 1,-4 0 0,1-1-1,-3 1-161,-1 0 0,0 0 1,-2 0-1,-2 0 43,-5-1 1,-4 1-1,-6 0 154,-6 0 0,-7 0 0,-7-1 0,-1 1-24,-3 0 1,-2-4-1,-5-1 1,1 1-320,2-2 1,5 0-1,-1-4 373,3 1 0,2 0 0,-1-4 0</inkml:trace>
  <inkml:trace contextRef="#ctx0" brushRef="#br0">23004 4256 7769,'-5'-13'869,"1"0"1,-2 5 0,3-1 1938,-1-1-2826,0 5 1,5-1 0,4 6-1,3 1-388,4 4 1,5-4-1,1 5 1,2-2-327,3 0 0,-3 1 0,1-5 0,1 0-237,-3 0 0,4 4 969,-6 0 0,0 6 0,-4-3 0</inkml:trace>
  <inkml:trace contextRef="#ctx0" brushRef="#br0">23004 4448 7769,'-13'5'47,"0"-1"0,0 0 1282,0 2-747,0-5 0,8 9 0,5-5-256,7-3 1,4 0 0,4-2-1,2 0-296,4 0 1,5-2 0,2 0 0,2-3-488,-2 2 0,4-2 0,-1 1 1,0-1-1881,1 0 2337,-2 3 0,7-9 0,3 4 0</inkml:trace>
  <inkml:trace contextRef="#ctx0" brushRef="#br0">22209 5346 7780,'-13'0'-63,"0"0"399,1 0 0,3 0 1486,0 0-1545,1 0 1,1-2-241,3-2 1,-4 3-1,0-4-64,-4 4 0,0 1 1,-3 0-1,-3 1-17,-8 4 0,-5 2 1,-9 7-1,-1 3 91,-2 4 1,-4-1 0,4 0 0,2-1 66,1-3 0,9-2 1,5-3-1,9-1-1,7-1 0,7-6-156,12 1 0,11-3 0,14-1 1,3 0-47,1 0 1,1 0 0,-1 0 0,1 0-7,-1 0 1,-1 2-1,-1 2 1,-5 5 55,-4 2 1,0 2-1,-10 1 1,-1 2 75,-2 1 1,-2 6 0,-4-4 0,-4 3-14,-2-1 0,-4-1 0,-2 3 0,-4-2-115,-4 2 0,-1-4 0,1-2 0,-3-3 28,-2-1 1,2-2 0,-5-1 0,0-3 59,0-1 0,3 2 0,-5-3 0,1-2 93,1-2 1,2-1 0,6-1 0,4-5 125,3-7 1,4-4 0,1-7-1,1 0-59,4-3 1,7-3 0,11 0 0,6-3-95,5 0 1,3-4 0,3 4-1,1 1-421,2 2 0,5 0 1,-2 4-1,1 6-613,0 5 0,-7 2 0,1 1 971,-1 4 0,-10-4 0,7 5 0</inkml:trace>
  <inkml:trace contextRef="#ctx0" brushRef="#br0">22645 5461 7780,'0'-13'2085,"0"1"-556,0-1 1,0 4-1160,0 1 0,-2 5 1,-2 0-709,-5 6 1,-3 4-1,-4 6 1,-3 1-323,0 3 0,1 2 0,-1 3 0,-1 0 155,0 1 1,4-1-1,-1 1 1,3-2 574,1 2 1,6-3 0,2 0 0,4 0 177,1 0 1,1-4 0,4 1-1,5-4 81,5-5 0,10 2 0,6-6 0,3-2-7,6-5 0,0-10 0,7-8 0,1-5-456,2-4 1,-3 2 0,-3-6-1,-4-1-594,-7 3 1,-6-4 0,-6 6 0,-4 0 727,-2-1 0,-8-2 0,-2-5 0</inkml:trace>
  <inkml:trace contextRef="#ctx0" brushRef="#br0">23273 5512 9019,'0'-12'0,"-2"-1"597,-2 0 0,3 4 0,-5 2 0,2 0-448,-1 0 0,-5 4 0,2-1-681,-4 3 1,0 2 0,-1 3 0,-1 5 124,-4 2 0,4 2 0,-4 0 0,1 1 146,0 3 1,-1-1 0,7 4-1,1 0 403,2 0 1,0 0 0,0 2-1,4-2 213,2-1 1,2 4 0,0-3 0,0 1 6,0 0 0,6-4 0,2 3 1,5-1-155,4-3 0,-1-8 1,5-4-1,4-2-172,3-2 1,5-7 0,5-6 0,-1-9-538,-3-6 0,2-2 0,-8-7 0,-2-3 50,-3 0 0,-7 0 1,1 0-1,-5-1 451,-3-2 0,8-5 0,-3 2 0</inkml:trace>
  <inkml:trace contextRef="#ctx0" brushRef="#br0">23747 5500 7768,'8'-20'-1,"-1"3"1,1 1 1126,-1-1 0,-4 7 0,1-3-601,-3 2 1,-2 4 0,-3-1-720,-5 3 1,-2 2-1,-4 7 187,-2 5 0,3 3 0,-3 6 0,3 3-89,1 3 1,0 8 0,0 2-1,2 4-36,2 5 1,-1-2 0,6 6 0,1 2 203,2 0 0,2-3 0,5-5 0,5-5 131,5-6 1,7-9-1,0-5 1,4-6 155,3-6 0,7-19 0,0-13 0,7-11-206,6-13 0,-9-3 0,-19 25 1,-1 0-1,11-26-674,-5 4 0,-7 5 1,-4 1-1,-6 2 521,-6 3 0,-8-5 0,-3 0 0</inkml:trace>
  <inkml:trace contextRef="#ctx0" brushRef="#br0">21286 5333 8231,'-13'0'-378,"1"0"1,-1 0 0,1-1 83,4-4 0,2 2 0,6-5 275,0-2 0,2 0 0,2 0 0,4 1 96,4-1 1,-1-1-1,-1-2 1,-1 0 215,1 1 0,-3-1 1,0 0 298,-1 0 0,-1 0-231,0 1 0,-4 3-301,3 0 0,-8 7-120,-5-3 1,-2 10 0,0 3 66,2 3 0,-1 4 1,6 2-1,1 4 88,2 3 1,1 2 0,0 0 0,0 1-35,0 3 0,1-2 1,2 6-1,3 3-18,1 5 1,1-1 0,4 6 0,-2 3 13,-2 4 0,1 3 0,2 3 0,-2-5-161,-5-2 0,2 3 1,-2-1-1,-1-1-2,-2-1 1,-1-7-1,0-5 1,0-6-173,0-5 1,4 0 281,1-4 1,0-9 191,0-13 0,-4-4 0,5-3 59,-1-1 1,4-4 0,7 3-1,2 3-229,2 0 0,2 2 0,5 0 0,2 0 21,6 0 0,2 4 0,3 2 0,1 1-107,2 3 1,8 0 0,-3 0-1,1-3 63,0-1 1,0 2 0,1-2 0,-2 0 24,1 0 0,2-2 0,-7-4 1,2 0-29,2 0 0,2 4 0,2 0 1,3-1 1,0-1 0,12-2 0,3 0 0,-32 0 1,1 0 18,1 0 1,1 0 0,0 0 0,0 0 0,-1 0 0,0 0 0,1 0 0,1 1-3,0 1 0,0 0 0,2-1 0,0 0 0,2 1 0,-1 0 0,-1-1 1,-1 1-55,-1 0 1,0 0-1,-1 1 1,-1 1 0,-1 2-1,-1 1 1,-1-1 0,0 1-47,32 6 0,-3 0 0,-9-1 0,0 1-87,0 0 1,7-2-1,-4-1 1,-1-2 70,-1-3 1,-4 4 0,6-5 0,0-1 61,-2-2 1,-5-1 0,-6 0 0,0 0 139,-2 0 0,4-5 1,-8-4-1,-3-2-16,-2-2 1,-9 0-1,0 0 1,-6 0 22,-2 1 1,-6 3 0,-6 0 0,0-1 198,0-1 0,-4 3 0,1-1-255,-2-1 1,2-1-1,0-2-194,-1 0 1,-1-1 0,-2-2 0,1-2 25,3-2 0,-1-2 1,6-5-1,1-3 85,1-4 0,3-9 0,2-4 0,2-2 138,2-3 1,-4 1 0,3 0-1,-2-1 140,0 1 1,-2 3 0,-6 4 0,-5 8-6,-2 7 0,-2 2 0,0 10 0,0 2-100,0 0 1,-2 7 0,-1-1 0,-2 1 12,-3 1 1,1-5 0,-3 4 0,2-4-223,-2-1 1,-1 1 0,-4-1 0,0 0 77,-2 0 1,-2 5 0,2-1 0,-4-1-21,-4-1 1,1-1 0,1 2 0,3 3 93,2 2 0,1-4 0,3 3-28,-3-1 1,2 4-82,-2-1 3,9 3 1,1 1 10,2 0 1,2 4 0,-5 0-12,-2-1 0,-2-2 0,-2-1 0,-1 0 106,-2 0 0,-8-1 0,-2-3 0,-8-5 9,-7-2 0,-12-3 0,-3-2 0,-10-3-106,30 9 0,-3 0 0,-2 0 0,-2 0 0,-4-1 1,0 0-1,1 0 0,-1 2-110,0-1 0,0 1 0,-1 2 0,0 1 1,1 2-1,-1 0 0,0-1 0,0 1 37,-1 1 1,0-1-1,0 1 1,1 0 0,2 3-1,1 0 1,-1 0 0,0 0 68,1 1 0,0-2 0,3 2 0,2-2 0,3 2 0,2-2 0,-26 1 5,14 0 0,9 2 1,8 1-1,6 2 243,0 3 1,5-4 0,-1 4 0,-2 2 129,-1 2 0,-6-4 0,0 1 0,2 1-279,1 1 1,-3-2-1,-2-1 1,1 2-233,0 2 1,-3-4-1,4 1 1,0 1-202,-1 1 1,5 1-1,0-2 578,8-2 94,4-5 1,8 3 1363,6-6-959,0 0 1,7-5-752,-3 1-3470,-2-6 2770,3 9 0,-5 1 1,0 8-1,0 4-4,0 0 1,-4 3-1,0 0 1,1 4-211,2 1 1,-1 1 933,-2 5 0,-3-1 0,-6 1 0</inkml:trace>
  <inkml:trace contextRef="#ctx0" brushRef="#br0">13661 8999 7734,'0'-12'586,"0"-1"0,2 4 1,2 1-395,4-2 1,4 4-1,1 2 1,-1 1-55,1-1 1,4 2 0,0-2-1,0 2-51,2 2 0,-3 0 0,4 0 1,-2 0-1,-2 0 0,-2 0 0,-1 0 1,0 0-313,-1 0 0,1 0-222,0 0 1,-4 0 263,-1 0 1,-6-4 0,-2 0-19,-8 1 1,-4 2-1,-4 1 1,-3 0 99,0 0 0,-3 1 1,-3 2-1,0 3 103,4 1 1,-3-3 0,2 5-1,0 1 56,0 1 0,0-3 0,4 0 0,3-1 346,1 0 0,5-3 42,0 5 0,9-6 1,5 1-92,10-3 0,15-2 0,9-3 0,8-5-473,7-2 0,4-2 0,6 0 0,2 0-1055,2 0 840,-2 6 1,-29 1-1,1 1 1,33-2-1</inkml:trace>
  <inkml:trace contextRef="#ctx0" brushRef="#br0">11188 8961 8058,'-13'-13'0,"0"2"-187,0 2 0,5-1 1435,-1 6-1472,6 0 0,-1 4 223,8 0 0,-1 0 0,4 1 219,-1 3 1,4-1-62,-1 6 1,2-2 0,2 3-100,0-2 1,-1-5 0,3 2-1,0-4 5,2-1 1,6 0 0,-3 0-1,1 0-106,1 0 1,-1-4 0,3-2 0,-1 0-108,-1 1 0,-7-4 1,2 3-96,-2-1 1,-11 6 83,-8 1 0,-5 1 0,-12 8 1,-2 1-87,-1 1 0,-3 1 0,-2-3 0,-1-1 189,2-3 1,1 4 0,2-5 0,4-1 572,4-2 0,3-1 1,1 0-1,0 0 670,0 0 1,8-1-770,5-3 1,5 1 0,11-4-1,4 1-228,6 3 0,3-3 1,1 2-1,5 1-508,2 2 0,0 1 0,-2 0 0,-2 0-1827,-2 0 2147,5 6 0,-3 6 0,5 8 0</inkml:trace>
  <inkml:trace contextRef="#ctx0" brushRef="#br0">20774 7525 7888,'0'-7'1594,"0"-4"0,1 9-1622,3-2 1,3 2 0,8 4-176,2 2 1,-3-1 0,3 4 0,-1 0-110,1 0 1,1-2-1,5 2 1,-3-1-187,-1-4 1,-1 4-1,-2-2 498,1-1 0,0 4 0,-4 0 0</inkml:trace>
  <inkml:trace contextRef="#ctx0" brushRef="#br0">20735 7807 8145,'0'-13'596,"6"5"1,2-1-1,5-1-270,4-1 1,10-2 0,12 0 0,8 0-665,7 1 1,0-1 0,4 1-1,-1 4-646,-2 4 984,-3 2 0,-1-4 0,1-1 0</inkml:trace>
  <inkml:trace contextRef="#ctx0" brushRef="#br0">22183 7461 8447,'-12'-4'394,"-1"-1"0,-4-3 0,-2 4 0,1 1-323,-1 1 1,-4 4 0,1 2 0,-6 5 11,-1 2 0,-1 2 0,3 0 1,-2 1-125,-1 3 0,-1-3 0,2 3 1,1-2-110,4-3 1,0-3 0,6 0 0,3-1-107,1-1 0,6 5 56,4-4 0,4 4 1,4-1 180,5-3 1,4 2 0,4-4-1,4 0 185,3 0 0,3-1 0,2-2 1,1 3-34,-2 1 1,4 1-1,-4 5 1,-2 0-97,-3 0 1,-8 1-1,4 2 1,-4 2-20,-2 2 0,1 2 1,-9 3-1,-4 1-96,-4 0 0,-5 5 0,-9 2 1,-5 1 4,-2 0 1,-3-5-1,-3 2 1,-3-3 21,1-2 1,-4 1 0,6-10 0,3-3 64,4-4 1,2-5 0,8-11 206,6-7 1,7-13 0,10-11 0,10-5-84,7-4 1,13-1 0,-2-4-1,4 0 64,2-1 0,0 1 0,4 1 0,-2 5-97,-2 6 1,-3 8 0,-7 9 0,-5 7-348,-6 5 0,-6 5 1,-7 10-432,-2 3 1,-5 4 0,1 1 0,-2 1 672,-2 3 0,6-3 0,1 5 0</inkml:trace>
  <inkml:trace contextRef="#ctx0" brushRef="#br0">22722 7730 7831,'-9'-20'597,"1"3"0,5 7 0,-3 3 518,0 1 1,3-2-1290,-5 4 0,-2 1 0,-6 7 0,-2 5-142,-2 2 0,-3 3 0,-5 2 0,-2 2 118,1 2 0,-2 0 0,1 3 0,3-2-13,4 2 1,2-3-1,6 2 1,4 0 193,0 3 0,5 0 0,3-1 1,6-1 212,6-1 0,2-3 1,3 3-1,3-5 167,5-3 1,6-7 0,3-2 0,2-4-44,3-1 0,5-1 1,3-5-1,0-7-91,1-7 0,0-4 1,-6-3-1,-7-2-221,-3-1 0,-9 1 0,-3 1 0,-4 0-303,-5-2 0,-2 4 1,-6 6-1,0 2-1958,0 2 2253,-6 2 0,-1-4 0,-6-2 0</inkml:trace>
  <inkml:trace contextRef="#ctx0" brushRef="#br0">23324 7974 7831,'7'-17'413,"-3"0"1,-2-2-1,-4 3 1,-2 1 280,-5 3 0,-2 1 0,-2 7 1,-1 1-785,-3 1 1,-4 4 0,-8 2-1,-1 6-566,2 6 1,-4-1 0,3 7 0,0-1 358,2-1 0,3 3 1,2-5-1,7 1 232,5-1 1,0 1 0,6-3 301,1 1 0,7 0 1,5-6-1,3-1 327,5-1 0,8-6 0,6 1 1,3-4-52,6-4 1,0-4 0,7-6 0,1-3-222,2-4 0,6-5 0,1-4 0,0-4-159,0-3 0,-9 0 1,-11 3-1,-10 4-370,-8 3 0,-11 3 0,-4 2 1,-4 7-1178,-4 5 0,-9 0 1414,-8 5 0,-3-5 0,-2 3 0</inkml:trace>
  <inkml:trace contextRef="#ctx0" brushRef="#br0">23926 7756 7822,'26'-26'533,"-5"5"0,-1 1 0,-3 1 1317,-5 4-1159,0 6 1,-12 5 0,0 8-982,-7 5 0,-4 6 1,-2 4-1,0 1-151,0 3 1,-1 1 0,-1 0-1,-2-1 123,1-2 1,2-4-1,1 3 1,0-1 108,0-4 1,2 0-1,1-1 1,3 2 512,1 1 1,-3 0-1,5-4 113,1-1 0,2 1 0,2-1 0,5-2 40,7-2 1,5-4 0,9 5-1,3 0-108,4-2 1,9 3 0,6-6 0,5-1-165,6-2 1,8-1-1,3 0 1,0 0-364,-2 0 1,-10-4-1,-6-2 1,-9 1-1000,-10-1 0,-11 0 336,-6 2 0,-10 2 0,-7-3 0,-7 0-600,-4 1 1441,-8 0 0,-1 4 0,-5 0 0</inkml:trace>
  <inkml:trace contextRef="#ctx0" brushRef="#br0">24426 7628 7812,'-13'-6'413,"0"-3"1,-1-1-1,-1 1 1,-3 1 662,3 3 0,1 0 0,1 5 0,-2 0-671,-2 0 0,3 12 0,-3 6 0,3 9-385,1 8 0,4 7 1,2 7-1,2 5 22,2 6 1,1 4-1,4 4 1,-1-32-1,1 1-199,-1 0 0,2 1 0,2 4 0,0 0 0,-1 2 0,0 1 0,2 1 1,1 0-372,2 1 1,-1-1 0,-1 0 0,1-1 0,1 0 0,0 0 0,0 0 0,1 1 527,0 1 0,1 0 0,1-2 0,0 1 0,1 2 0,0-1 0</inkml:trace>
  <inkml:trace contextRef="#ctx0" brushRef="#br0">20517 9615 7765,'-12'0'-960,"3"0"808,0 0-61,1 0 315,1 0 166,1 0 308,6 0 4598,0 0-5399,-6 0 0,-1 0 108,-6 0 0,1 4 0,-1 2 0,0-1 74,0 1 1,0 4 0,1-1-1,-1 2 27,0 2 0,0 0 1,0-1-1,0 1 5,1 0 0,-1 0 1,1 0-1,3-2-18,0-2 0,5 2 60,-5-2 1,6 2 107,-1 2 1,8 0-1,5-2 20,2-2 1,6 2 0,2-4 0,-1 2-78,1-1 0,4 5 0,-3 4 0,0 0-11,-3 2 0,1-4 0,1 7 0,-1 1-26,1 1 0,-2 1 0,-4 1 0,-2-2-48,-3-2 0,4 0 1,-5-4-1,0-3-225,-3-1 213,-2-1 0,-4-1 1,-2-4 106,-4-4 0,-4-2 0,-1-2 0,1 0-81,-1 0 1,0 0-1,0 0 1,0 0-134,0 0 0,1 0 0,-1 0 0,0 0-163,0 0 0,5-4 0,-1-2 0,1-1-169,0-3 1,-2-2-1,6 0 1,0-1-184,-2 0 0,5 0 0,-3 0-142,2 1 0,2-1 779,0 0 0,0 6 0,-6-5 0,-1 5 0</inkml:trace>
  <inkml:trace contextRef="#ctx0" brushRef="#br0">20402 9769 7751,'0'-43'-24,"0"0"0,-1 2 0,-2 5 0,-2 3 722,3 2 0,-4 3 1,2 6 741,1 5-1151,1 9 1,2 3-213,0 10 0,0 3 0,2 8 1,1 2-78,1 2 1,4 2 0,-2 3 0,0 2-50,0 3 1,-1 3-1,-2 5 1,3 2 85,1 3 1,-4 1 0,1 5 0,-3-2 60,-1 1 1,5 3 0,-1 4-1,-1 0-92,-2-1 1,-1-3-1,0-2 1,2-4-151,2 0 1,-3-10 0,4-9 0,-4-8-593,-1-3 0,2-8 400,2-3 0,-3-10 0,5-5 0,-2-6-339,0-3 675,6-1 0,-2-11 0,4-1 0</inkml:trace>
  <inkml:trace contextRef="#ctx0" brushRef="#br0">20774 10089 7916,'-13'0'434,"6"0"0,1-1-249,6-4 0,7 4 1,5-5-1,5 2-35,3 0 1,1-5 0,5 3 0,-1 1-116,1-1 1,4-2 0,0 3 0,-2 2-115,-1 2 0,-1 1 0,-2 0 0,-1 0-708,-2 0 1,-4 1 786,5 4 0,-1 2 0,5 6 0</inkml:trace>
  <inkml:trace contextRef="#ctx0" brushRef="#br0">21120 9781 8149,'-22'-12'0,"2"-1"990,2 0 1,5 4-334,5 1 1,5 6 0,-2 4 0,4 9-740,1 9 0,0 4 0,0 3 0,0 3-323,0 5 1,0 3 0,1 3 0,2 2 0,2-2 0,-1-1 0,-3-1 0,2-1 163,1 1 0,2-5 0,-3-1 0,1-2 420,-1-3 1,0-2 0,0-3 0,2-3-109,3-2 1,-4 1 0,4-4-412,2 3 1,2-3 0,2-5 339,3-1 0,3-6 0,6 2 0</inkml:trace>
  <inkml:trace contextRef="#ctx0" brushRef="#br0">21748 10038 7902,'-22'-22'630,"2"2"1,0 1 207,0-1 1,5 4 0,-4 0 0,2 6-753,0 6 0,0 3 0,3 2 0,-2 5-371,-1 7 0,-4 5 1,4 9-1,1 3-323,2 4 0,2-1 1,2 0-1,3-1 289,2 1 0,0-4 0,7 1 0,2-3 294,4-2 1,4-3-1,2-2 1,2-3 261,1-6 1,6-2 0,-2-6 0,5 1 159,4-1 1,-2-13 0,6-7 0,3-6-49,5-3 1,-7-1-1,2-1 1,-4-2-672,-5 1 0,-1-2 1,-2 1-1,-5 1-1577,-8 2 1899,-5 2 0,-1-7 0,1 0 0</inkml:trace>
  <inkml:trace contextRef="#ctx0" brushRef="#br0">22068 10179 7808,'0'-20'407,"0"1"0,0 7 0,0-3 395,0-2 1,0 3 0,1-2 0,4 5-933,3 2 0,4 6 0,2-1 0,2 3-738,1 1 0,4 5 1,-4 4-1,0 2 868,2 2 0,-5 6 0,4 1 0</inkml:trace>
  <inkml:trace contextRef="#ctx0" brushRef="#br0">22119 10371 10497,'15'-7'834,"2"3"1,5 2-1416,7 2 1,9 0 0,9 0 580,3 0 0,7-5 0,1-3 0</inkml:trace>
  <inkml:trace contextRef="#ctx0" brushRef="#br0">23068 9987 8516,'-9'-5'1000,"1"1"1,-1 0-1,-4 4-627,0 0 0,1 0 0,-3 0 0,0 0-392,-2 0 0,-1 0 1,6 1-1,-1 3-398,0 5 0,0-2 0,0 2 211,1 1 1,0 1-1,4 2 1,3 0-23,4-1 0,1 1 0,0 0 1,1 0 335,4 0 0,-1 4 0,7 1 1,5 1 348,2-1 0,2 1 0,3-2 1,-1 3 52,0 0 0,3 4 0,-1-3 0,-1 2-234,-2-1 1,-5 6 0,1-4 0,-3 0-365,-1-1 0,-6-3 0,-3 3 0,-2-3-283,-2-2 1,-2 0 0,-2-6-1,-6 0-263,-6-4 1,-4 2-1,-7-5 1,-1-3 141,-2 0 0,-4-2 1,2-2-1,1-3 492,0-8 0,-5-6 0,3-6 0</inkml:trace>
  <inkml:trace contextRef="#ctx0" brushRef="#br0">22991 9999 7827,'11'-27'422,"-1"-1"1,-1-2 697,1 1 1,2 2 0,4 2 0,3-1 280,1 0 0,2 6 0,7 3 0,2 5-1338,2 3 0,8 3 1,12 6-1,9 0-176,10 0 1,-35 0 0,1 0-1,1 0 1,-1 0 0,0 0-1,1 0-277,-1 0 1,1 0-1,-1 2 1,-1 1-1,34 1 390,-6-1 0,-1 4 0,-6 0 0</inkml:trace>
  <inkml:trace contextRef="#ctx0" brushRef="#br0">18416 4000 6299,'0'-13'138,"-2"4"4,-2 1-157,3 5 0,-7-3 224,4 6 1,1 0 116,-5 0 1,3 0-69,-3 0 1,5 2-77,-1 2 0,2-1 156,2 5-251,0 1 0,6-2 0,3-3 0,2-2-24,2-2 1,1 0 0,3 0 0,5 0-116,2 0 1,0-2 0,-1-1-1,-2-1-146,2 1 0,0 0 0,-2 1 0,-4-3-1254,-3 3 1452,-1 0 0,0 13 0,0 4 0</inkml:trace>
  <inkml:trace contextRef="#ctx0" brushRef="#br0">18518 4243 7935,'-13'0'-85,"1"0"1649,-1 0-1257,6 0 0,2 0 0,10 0-440,3 0 1,4 0-1,0 0 1,1 0-163,0 0 0,1 0 1,2 0-1,1-1-37,-1-3 0,-1 2 0,1-2 0,1 2-37,-1 2 1,2-4-1,1-1 369,1-3 0,1 0 0,5-5 0</inkml:trace>
  <inkml:trace contextRef="#ctx0" brushRef="#br0">19044 3884 7969,'-20'0'66,"-3"-1"1,6-2 1030,1-1-1231,8 0 1,3 4 0,10 0 0,5 0 70,5 0 0,1 0 0,5 0 1,2 0 120,1 0 0,6-2 1,1-2-1,2-5 68,3-2 0,-3-2 0,-1 0 0,1 0-46,0 1 1,-5-1 0,2 0 0,-4 2-62,-5 2 0,-2-2 0,-7 4 17,1-1 1,-7 3-1,-6 6-15,-7 3 1,-4 4-1,-4 6 1,0 3 26,-2 4 1,-2 3 0,3 2-1,-1 0 65,2-1 0,5 2 0,2 2 0,3 2 26,2 2 0,2 1 1,1 5-1,0-1-144,0 1 0,1 0 0,2 4 0,2 3-153,3-1 1,0 0 0,5-6 0,0 1-240,0-1 1,-2 5 0,-1-10 0,-3-3-1590,-1-2 1986,-2-9 0,-4 4 0,0-4 0</inkml:trace>
  <inkml:trace contextRef="#ctx0" brushRef="#br0">19120 4282 7953,'-12'0'1668,"-1"0"0,9 0-1259,8 0 1,16 0-1,20 0 1,9 0-639,10 0 0,13 0 0,-32 0 0,0 0 0,3-1 0,1 0-1115,3 0 0,2-2 896,0 0 1,1-1 0,7-5 0,0-1 0,1 0 0,1 0-1</inkml:trace>
  <inkml:trace contextRef="#ctx0" brushRef="#br0">12969 13256 13658,'20'-12'-145,"-3"2"1,-3 2-96,-1-2 1,0 0-1,0 0 1,0 3 139,-1 1-391,1-4 106,0 8 0,-6-2 0,-3 8 246,-2 5 0,4 8 0,1 3 1</inkml:trace>
  <inkml:trace contextRef="#ctx0" brushRef="#br0">16557 13307 12473,'-7'-13'-990,"3"0"0,-2 0 0,1 1 840,-2-1 0,4 4-28,-2 1 127,4 5 0,1 3 509,0 8 1,1-2-194,4-2 0,2-2 0,7-2 0,3 0-90,4 0 0,8-2 0,4-1 0,4-2-305,7-2 0,4 2 0,5-2 1,2 2-26,5 2 1,0-3 0,-4 2-1,-9 1-1,-6 1 1,-10 7 0,-7 0-1,-9 3-40,-10 1 1,-3-1 0,-4-1 0,-3 0 157,-8 0 1,-11 2 0,-12 3 0,-5 1-100,-6 0 0,0 0 0,-3 0 0,-3-2-39,1-2 0,0 1 0,4-6 0,4 0 166,4 2 1,-3-5 0,13 3-1,8-2 166,4-2 1,11-2 0,3-2 326,3-4 1,8 1-1,6-1 1,6 1 107,6 0 0,2 4 1,4-2-1,6 0-244,4 1 1,6 0 0,-1 2 0,1 0-458,1-3 0,9 1 0,-4 4 0,3 0-62,0 0 0,3 0 1,-8 0-1,-5 0-104,-5 0 1,-10 4 0,-5 1 0,-8-1-243,-3 1 0,-10-3 0,-5 2 537,-7-2 1,-10-2 0,-4 0-1,-5-2 136,-4-2 1,2 1 0,-6-4 0,-1 0-70,3 0 1,-4 4 0,6-1 0,2 1 51,1-2 0,1 4 0,2-3 1,1 2-255,2 2 1,9 0-1,-1 0-772,2 0 0,5 6 353,2 3 1,4-4-1,4 1 86,5 0 0,2-5 413,2 3 0,0-2 135,0-2 0,-2 1 0,-1 2-167,-1 1 1,-5 2-435,4-2 250,-5-2 0,7 5 134,-5-3 0,-1-1 154,-4 6 0,-6-5 0,-2 3-97,-4-1 0,-1 2 61,1-4 0,-1 6 0,0-2 0</inkml:trace>
  <inkml:trace contextRef="#ctx0" brushRef="#br0">12854 13550 7650,'-13'0'942,"0"0"-415,6-5 1,1-2-457,6-6 0,0 0 1,2 0-1,1 0 150,1 0 0,4 5 1,-2-1-1,0-1-36,0-1 1,2 2-1,-2 2 1,1 0-40,3 0 1,1 4-1,3-2 1,2 0-43,1 1 1,6 0 0,0 2-1,4-1-44,3-1 1,4-2-1,-3 4 1,1-4-152,-1-1 0,-3 4 1,-6-3-1,-5 2 254,-3 0 1,-3-2 0,-1 3-241,-1-1 1,-8 0-116,-1 4 1,-1 5-1,-8 5 1,-1 6 152,-1 5 1,-2 9-1,0 4 1,1 3 86,-1 2 0,1 4 0,2 1 0,3 0-92,2 0 1,-1 3-1,3-4 1,-1-2-275,1-1 1,2-3 0,1-3 0,0-4-621,0-3 1,1-7 0,2-3 937,1-2 0,0-3 0,-4 1 0</inkml:trace>
  <inkml:trace contextRef="#ctx0" brushRef="#br0">12969 13794 8027,'-13'0'851,"2"-6"1,2-2-61,5-4 1,4-1 0,6 1 0,8 0-357,10 4 0,9-4 0,8 5 1,3-1-551,2-1 0,1 6 1,6-1-1,1 3-839,1 1 0,11 4 954,-2 0 0,3 12 0,-3-2 0</inkml:trace>
  <inkml:trace contextRef="#ctx0" brushRef="#br0">17647 13832 7861,'-5'-24'0,"1"1"293,1 2 1,-2 4 0,0-3 0,3 1 755,0 4 1,-2 1 0,0 1-544,1 0 1,1 4-773,2 1 0,-1 5 1,-3 0-269,-5 6 1,-1 4 0,0 6 0,2 0 196,-2 0 0,-2 1 0,-1 1 0,1 3 215,-1-3 0,0 4 0,2-2 0,1-1 162,1-2 0,6-6 1,-1 1 316,2 1 1,4 1-1,2 1-147,5-4 1,8-1 0,4-4 0,3 1-126,2-1 0,5 0 0,2 0 1,1 1-73,0-1 0,-1 4 1,1 0-1,-5 2-152,-6-1 1,-1 0 0,-5 2 110,-1-2 0,-7 1 0,-6 3 25,-6 1 1,-6-4 0,-8-1-1,-6 2-59,-5 2 1,-1-1 0,-6-1-1,-4-1-260,-2 1 0,-2-5 0,5 0 322,-1-4 0,1-1 0,-1 0 0</inkml:trace>
  <inkml:trace contextRef="#ctx0" brushRef="#br0">17762 13499 7861,'20'-13'243,"4"-5"1,-2-4 0,5 0 1185,7 0 0,3-1 0,14 6 1,6 2-1093,4 0 1,-24 9 0,0 1 0,2 0-1,-1 1 1,2 2 0,0 2-844,1 0 0,1 2 1,-1 1-1,0 2 244,2 0 0,0 2 0,3 2 0,2 1 0,-3 0 0,1 0 0</inkml:trace>
  <inkml:trace contextRef="#ctx0" brushRef="#br0">9253 13102 7937,'-13'-2'-98,"0"-1"-63,0-1 1,0-4 320,1 3 1,4 7-1,4 6-61,3 4 0,1-4 442,0 1 1,0-5 47,0 5 1,0-5-1,0 4-253,0 2 0,0 3 0,0 4 0,0 5-377,0 2 0,0 7 0,0 3 0,0 5-103,0 4 1,0-2 0,0 4 0,0 0-20,0-4 0,1-3 1,2-5-1,1-7-894,-1-8 1,4-9 0,2-5 336,2-2 0,2-8 720,0-3 0,0-13 0,-1-6 0</inkml:trace>
  <inkml:trace contextRef="#ctx0" brushRef="#br0">9535 13140 7937,'-13'-21'413,"1"1"1,2 3 434,2 5 1,5 0 0,-1 3-21,2-2 1,5 3-1059,6 4 0,1 3 1,10 1-1,0 0 240,0 0 1,1 0-1,5 1 1,-1 2 31,1 1 0,-2 5 1,-1-3-1,-3 1-46,-2 3 1,4 1 0,-5 2 0,-2 0 86,0 0 1,-3-1 0,0 3 0,-4 0-30,-3 2 0,0 2 0,0-3 0,-3 1-175,0-2 1,-8 4 0,-2-1-1,-5 2-36,-4 3 1,1-3 0,-4 0 0,0 0-143,0 0 0,5-3 0,-3 4 1,3 1 71,-2-2 1,2 2 0,-2-5-1,5-1 372,3-2 0,-1-1 1,6 0 221,1 0 1,3-6 0,6-1 0,5-2 298,5 0 1,12 0-1,2-5 1,6-2-103,2-1 1,8-10 0,5 1 0,6-3-399,1-2 1,2 3 0,-7 0 0,-6 3-737,-6 4 1,-1 5 0,-12-1 0,-3 2-2153,-7 2 2055,-9 0 0,-11 2 0,-9 2 0,-6 5 667,-3 2 0,-7 7 0,-6 2 0</inkml:trace>
  <inkml:trace contextRef="#ctx0" brushRef="#br0">10239 13717 10158,'-1'-30'0,"-3"0"1087,-5 2 0,2 8 0,-1 7 0,-2 9-1206,-2 7 0,4 16 119,-1 16 0,1 13 0,-5 10 0</inkml:trace>
  <inkml:trace contextRef="#ctx0" brushRef="#br0">9688 15512 8412,'-12'0'-177,"-3"-4"0,0-1 0,-2 2-130,1 2 0,6 1 0,1-1 566,-1-4 139,5 4-250,-1-5 0,12 6 0,2 0 1,5-1 51,4-4 1,3 3-1,7-6 1,3 1-28,4 0 1,-1 0 0,0-3 0,-2 3-92,-2 1 0,-2-2 0,-2 3 0,-1 3-127,-2 0 0,-4 2 0,-5 0-221,0 0 0,-2 6 72,-2 2 0,-5 4 0,-8 1 0,-5-2-105,-2-2 0,-6 2 1,-2-2-1,-1 2 38,-2 2 0,-3-5 0,1 1 1,1-1 260,2 0 0,1 2 0,-3-5 0,3 1-241,2 0 1,-3-2 1923,3-4-1222,1 0 1,12-4 0,5-2 0,7 0 45,4 1 1,8-1 0,2 3 0,3-3-472,2-1 1,5 3-1,2-3 1,1 1-411,0 3 0,-1 2 1,3 1-1,-2 0-1343,1 0 1717,-3 0 0,5 5 0,-4 3 0</inkml:trace>
  <inkml:trace contextRef="#ctx0" brushRef="#br0">12700 15525 8345,'-11'-2'-907,"2"-2"1,-1 1 1365,6-5 0,-2 5-368,2-2-164,2 4 64,-3 1-148,5 0-44,0 0 0,1 4 201,3 1 0,4 4 0,4-1 0</inkml:trace>
  <inkml:trace contextRef="#ctx0" brushRef="#br0">14815 15755 8425,'-5'-8'-722,"0"1"346,-3 1 0,6 0 0,-4 3 0,2-2 286,-1-2 90,1 4 0,-2-9 0,-1 5 0</inkml:trace>
  <inkml:trace contextRef="#ctx0" brushRef="#br0">14699 15691 9049,'-7'-5'494,"1"3"0,6-5 0,2 4-354,2-1 1,3-2 0,6 3 0,1-1-109,3 1 1,5-2 0,9-1-1,7 0 16,8 0 0,7-4 0,5 3 0,9-1-22,-30 3 1,0 1 0,0 2-1,0 0 1,4-2 0,1 1-1,-1 0 1,2 0 8,1 1 0,1 1 1,0 0-1,0 1 0,2 0 1,0 0-1,-1 0 0,-1 1-50,0 1 1,0 1 0,-1-2-1,-1 0 1,0 3 0,-1 1-1,0 0 1,-1 1-10,-4 2 1,0 0 0,30 6 0,-9 3 0,-5-2-185,-5-3 1,-16 1 0,-4-1-147,-7-4 1,-11-2 289,-10-6 1,-5 0 0,-8 0 0,-1-2-43,-3-2 0,1-2 0,-4-3 0,0 0-60,0-1 0,3 3 0,-4 0 1,-1 0-270,2 0 0,-2 2 0,3-2 0,-1 0 495,-3 0 1,-1-2 0,-1-3 0</inkml:trace>
  <inkml:trace contextRef="#ctx0" brushRef="#br0">12687 15653 8331,'-11'-6'-88,"1"-1"1,1 0 205,-1 3 0,3-2 0,0 0 606,1-1 1,-2 3-337,4-5 1,1 6-246,7-1 0,5 3 1,6 1-1,4 0-120,1 0 1,7 0 0,7 0 0,4 0 18,5 0 1,3 0 0,6 0 0,7 0-14,9 0 1,-31 0 0,1 0-1,6 0 1,-1 0 0,0 0 0,0 0 7,0 0 1,1 0 0,-3 0-1,0 0 1,0 0 0,-1 1-1,-1 0 1,-2 1-189,31 2 1,-7 5 0,-15-4 0,-8 1 21,-6 0 0,-11-2 217,-4-4 0,-10 0 0,-7 0-43,-7 0 0,0 0 0,-1 0 0,-2 0-459,-2 0 0,-2 6 414,-3 2 0,-3 9 0,-6 3 0</inkml:trace>
  <inkml:trace contextRef="#ctx0" brushRef="#br0">23593 5230 7909,'-24'-21'0,"1"1"92,2 2 1,-5-4 0,-4 4-1,0-1 121,-1 1 1,-2-1-1,-5 3 1,1-1-117,3 2 0,-3 0 0,2 3 0,-2-1-42,-1 0 1,-6 0-1,-2 2 1,-1 1-73,0 1 1,-6 6-1,-6-1 1,-5 3 5,-5 1 1,2 5 0,31-1 0,0 1 0,-1 0 0,1 1 33,-35 7 1,34-6-1,0-1 1,-30 5-1,4-1 19,6-1 0,0 4 0,0 5 1,0 1 35,1-1 1,4 5 0,7-2 0,1 4 13,2 0 1,4 5-1,4 2 1,5 0-91,6 4 1,5 2 0,5 7-1,2 4 15,2 6 1,-1 2 0,6-3 0,1 1-78,2-1 1,1 3 0,2-1 0,6-2 3,4-1 0,11-3 1,3-2-1,7-2 8,4-2 1,7-2-1,3-3 1,4-1 37,4 1 1,7-2-1,-30-20 1,1 0-1,30 13 52,0-3 0,-1-1 0,4 1 0,-1 1 73,-1 2 0,-31-13 0,0 0 0,22 15 0,-1 0-86,-1 4 0,3-2 0,-1-2 1,-1-8-92,-1-4 0,4-9 0,6-7 1,5-2-12,5-2 0,-32-5 0,2-2 0,-3-1 0,1-2 0,3-3 0,0-1-78,3-3 1,0 0-1,3-3 1,1-2 0,2 0-1,-1-1 1,-1-1 0,-2-2 111,-3-2 0,-1-1 0,-2-1 0,-2-1 0,-1-2 0,-1 0 0,0 0 1,0-1 76,0 0 1,-1 0 0,-3 0 0,-2-1 0,-5 3 0,-2 0-1,-1 1 1,-1 0 249,-2 1 0,-2 0 0,17-31 1,-7 6-1,-8 6-3,-7 4 1,-3 6 0,-2 0 0,-3 2-230,-2 3 0,0 3 0,-5 5 0,0 0-115,0 1 1,-5 0 0,0 3 0,-2 2-29,-3 1 0,-2-2 0,-2 5 0,-2 3-47,-1 3 1,-1 7 0,1-1-1,-5 3 57,-2 1 0,-1 0 0,0 0 0,3 0-57,0 0 1,2 4-1,-3 2 1,4-1-142,0 1 0,6 3 1,5-4-449,-2 3 1,4 0 365,2 5 0,2-5 0,4 0 357,2-3 0,3 5 0,6-3 0</inkml:trace>
  <inkml:trace contextRef="#ctx0" brushRef="#br0">20505 12358 8282,'-9'-13'0,"0"1"623,-1-1 0,1 0 0,-1 1 1541,1 4-2174,6 2 1,-4 6-1,4 2 1,-3 2-213,-1 4 1,-3 4-1,-7 2 1,-3 2 108,0 1 0,-5 4 1,1-2-1,-5-1 46,1 1 0,-1-2 0,1-4 0,-2-2 294,1-2 1,4 1 0,3-6 600,5-1-779,3-2 0,17-1 1,7-1-1,7-2-107,6-1 1,1-5 0,2 5-1,-1 1 19,1 2 1,-1 2 0,1 3-1,0 5 6,-1 2 0,1 2 0,-2 0 1,-1 1-36,-2 3 1,-4-1 0,3 4 0,-3 0-75,-5 0 1,-1 0 0,-7 2-1,-1 0 73,-1 1 0,-5-4 0,-4 1 0,-7 0 94,-5 0 0,2-5 0,-3-1 0,0-6 258,0-2 1,4-2-1,-1-4-25,3 0 0,7-3 0,3-5 0,2-9-126,2-6 0,7-8 0,6-4 0,9-3 9,6-5 0,1-2 1,5-5-1,1 3-187,2 4 1,-2 9 0,-3 4 0,0 3-590,-4 1 0,-5 12 0,-3 6 1,-2 5-621,-2 3 0,-3 5 0,-3 5 1255,-2 6 0,-5 4 0,3 6 0</inkml:trace>
  <inkml:trace contextRef="#ctx0" brushRef="#br0">21081 12422 8029,'-5'-8'992,"-3"-1"0,0 1-131,-1 0 0,5 3 1,-3 3-1,0 0-658,0-3 0,2 1 0,-2 5 1,0 4-826,0 3 1,3 8-1,-5 2 1,-1 2-29,-1 3 1,-2 1 0,-1 1 0,-2-3 419,-1 0 1,0-2-1,4 2 1,0 0 285,1 1 0,3-5 1,2-1-1,1-3 161,3-1 1,8 0-1,3 0 1,5 0 253,4 0 1,3-5 0,6-1 0,1-1-210,3-3 0,-2-2 0,6-2 0,0-4-347,-1-3 1,-2-3 0,-5-4 0,-2 0-62,-2-2 0,-4-5 0,-5 4 0,0-1-659,0 1 1,-5-4 0,-1 5-477,-1 2 0,-2 0 1281,-4 2 0,0-5 0,0-2 0</inkml:trace>
  <inkml:trace contextRef="#ctx0" brushRef="#br0">21543 12486 8029,'4'-17'201,"0"-1"1,0-1 646,2 1 1,-4 1 0,0 5-233,-4 4 0,-1-2 0,-6 5-588,-1 3 1,-1 6 0,-2 4 0,0 4-432,0 1 0,1 1 0,-3 3 0,0 4-16,-2 4 1,-1-4-1,6 0 1,-1 1 218,0-2 1,2 4 0,1-3-1,3 2 444,1-2 0,2 4 0,4-4 0,0 3 132,0 2 1,1-5 0,5-1-1,6-1-24,8-4 1,5 2-1,0-4 1,2-6-101,3-4 0,7-16 0,7-8 1,2-10-325,2-6 0,-5-8 0,-4 0 0,-8-1-246,-4 4 0,-7-3 1,-5 4-1,-5 4-26,-5 6 0,-5 8 0,-6 3 1,-5 3-265,-5 5 0,-5 5 1,4 7-1,-1 0 608,0 0 0,-2 12 0,-6 2 0</inkml:trace>
  <inkml:trace contextRef="#ctx0" brushRef="#br0">22119 12602 7725,'0'-13'158,"0"0"0,0 0 1,-1 0 374,-3 1 0,2-1 0,-2 0 0,1 2 598,-1 2 0,2-2-376,-2 2-886,-3 3-230,6 1 1,-5 6-116,6 3 0,-4 4 0,-1 6 0,1 1 148,-2 3 1,-1 6 0,-6 0 0,1 6 316,-1 3 0,1-3 0,2 4 0,3 1 134,2 2 0,-4-2 0,5-3 0,1 0 43,1-4 0,2-6 0,2-5 1,4-5 8,6-3 1,3-6 0,6-12 0,3-9 289,5-9 0,-1-12 0,5-8 0,-2-3-201,-2-1 0,-4 0 0,-2 0 0,-3 1-634,-1 3 0,-2 3 0,-4 6 0,-2 4-429,-3 4 0,-2 13-1532,-6 4 2331,0 15 0,-6 5 0,-1 13 0</inkml:trace>
  <inkml:trace contextRef="#ctx0" brushRef="#br0">22529 12499 7725,'7'-6'1373,"-2"-2"0,-4-3 0,-1-2-562,0 0 1,2 4-1,2 2-766,4 2 1,10 0 0,3 7 0,3 2-409,2 4 1,9 4 0,5 2 0,3 2-162,1 1 0,4-4 0,-2-6 0,0-1-926,-4-4 0,-3 0 1450,-5-2 0,-3-6 0,-5-1 0</inkml:trace>
  <inkml:trace contextRef="#ctx0" brushRef="#br0">22901 12179 8000,'-6'-13'563,"-2"0"0,1 6 1,0 1 34,1 1 1,-3 5 0,4 0-30,-3 7 1,6 11-1,-3 8 1,4 8-1248,1 7 0,-1 2 0,-2 7 0,-2 3 109,3-1 1,0 2 0,2 2-1,0 2 115,0 1 1,0-2 0,0-9-1,0-5 36,0-9 0,0-7 418,0-5 0,6 2 0,1-4 0</inkml:trace>
  <inkml:trace contextRef="#ctx0" brushRef="#br0">23145 12422 10854,'-2'-11'2203,"-2"2"0,2 5-2522,-2 8 1,3 1-1,1 6 1,1 5-327,3 2 0,-2 2 1,4 3-1,-2-2 155,0 2 0,0 1 1,-2 2-1,1 1-769,1 3 1259,0-9 0,2 15 0,1-9 0</inkml:trace>
  <inkml:trace contextRef="#ctx0" brushRef="#br0">23375 12486 7725,'12'-25'296,"-4"-1"0,4 0 1,-4 1-1,3 1 837,2 2 1,0-1 0,0 6 0,1 2-365,3 0 1,3 4 0,4 2-1,-1 4-702,-2-1 1,2 5 0,4-4 0,0 5-380,-2 5 0,-4 2 1,0 6-1,-2-1-16,-1 1 1,-9 4 0,-1 2-1,-5 1-343,-3 3 0,-1 1 0,-3 3 0,-5 1 308,-2 2 0,-8 6 0,-2-2 0,-3 3 289,-2 2 1,2-2 0,2-5-1,4-5 713,-1-4 0,5-7 1,-2 1 207,6-3 0,5-1-356,5 0 0,5-6 0,5-1 1,6-2-498,5 0 0,5 2 0,3-3 1,2 1-881,2-1 0,-3-2 0,2-1 0,0 0 886,-4 0 0,-7 6 0,-2 1 0</inkml:trace>
  <inkml:trace contextRef="#ctx0" brushRef="#br0">20466 13973 7658,'-26'0'227,"5"0"1,1 0 0,2 0 4391,2 0-4251,7 0 1,24 5 0,12 0-694,5 3 0,8-4 0,5 3 0,-1-1-203,0-4 0,3 1 0,-4 0 0,-1 1-8,2-1 0,-5-1 0,1-2 0,-6 1 536,-3 3 0,-1-2 0,-4 4 0</inkml:trace>
  <inkml:trace contextRef="#ctx0" brushRef="#br0">20594 14140 8504,'0'7'1331,"2"-1"1,2-6 0,6 0-1403,6 0 0,12 0 1,13-2-1,12-2 71,8-4 0,-25 0 0,1-1 0,5-1 0,0 0 0</inkml:trace>
  <inkml:trace contextRef="#ctx0" brushRef="#br0">22106 13666 7658,'0'-13'564,"-4"0"0,-2 0 0,-1 0 128,-3 1 0,3 0 1,-1 4-1,-4 3-408,-3 4 1,-1 7-1,-5 4 1,-2 7-478,-1 8 1,-6 2-1,-2 8 1,0 2-222,-4 4 1,0-3 0,1 2 0,2-5 195,2-4 0,-5-1 0,3-5 0,2 0 443,6-4 1,5-2-1,8-7-11,4 1 0,3-6 0,11-2 1,8-4 51,11-1 0,6 0 0,7-1 0,2-2-193,3-2 1,1 1 0,4 4 0,-1 0-118,2 0 1,-5 0-1,-1 2 1,-5 0-101,-4 3 1,-2 5 0,-8-2 0,-3 4-102,-4 0 0,-8 1 0,-5 0 1,-4 0 91,-4 0 1,-9 1-1,-10 2 1,-4 1 174,-3-2 0,-5 0 1,-1-3-1,-4 0 149,-2-4 0,-1 2 1,6-5-1,1-3 36,2 0 1,6-8 0,-1-4 0,8-7-35,8-8 1,6-3-1,7-4 1,3-1 278,5 0 0,8 3 0,12-3 0,5 2-114,4 3 1,0-2 0,9 3 0,-1 2-628,1 1 0,1 6 0,3 1 0,-2 2-690,-1 3 0,-6 4 1,3 4-1,-2 3-1060,-4 1 1,-4 0 2038,-12 0 0,2 0 0,-4 0 0</inkml:trace>
  <inkml:trace contextRef="#ctx0" brushRef="#br0">22542 13794 7815,'7'-13'903,"0"0"0,-4 0 974,2 1 0,-1 3 69,-4 1-2527,0 5 0,0-2 1,-2 11 11,-2 7 0,-3 1 0,-6 8 1,0 0 237,1 3 0,-3 0 1,0 1-1,-4 0 306,-1-1 0,5 1 1,-4-1-1,3 1 497,4 0 0,-4 1 0,9 1 1,0 2-43,2-1 1,4-2-1,4-2 1,5 1-267,9 0 1,6-6 0,3-5-1,1-5-166,3-6 0,3-9 0,6-9 1,3-12 1,0-11 0,-3-7 0,-6-9 1,-2-1-182,-3-2 0,-2-5 1,-5 3-1,-5-2-138,-6 0 0,-4 10 1,-6 0-1,0 8-524,0 9 1,-6 9 0,-2 16 166,-4 8 1,-1 12 0,2 11 675,2 5 0,-2 5 0,4 5 0</inkml:trace>
  <inkml:trace contextRef="#ctx0" brushRef="#br0">23119 13704 7658,'0'-24'857,"0"3"0,-4-2 1,-1 6-1,1 1 4010,-2 2-4625,5 7 1,-5 8-1,6 13 1,0 12-480,0 11 0,0 7 1,2 9-1,1 1-325,1 2 0,4 2 0,-2-5 1,0-3-425,-1-1 0,4-4 1,-3-3-1,-1-3 142,1-5 0,-2-4 1,-2-9 294,2-4 1,-3-11 548,4-10 0,-4-9 0,-1-13 0</inkml:trace>
  <inkml:trace contextRef="#ctx0" brushRef="#br0">23401 13858 7658,'13'-21'164,"-1"-2"1,1 0 576,0-1 1,0 4 0,0-1 0,0-1 8,-1 2 0,-3 2 0,-1 4 1,2-1-144,2 2 0,2-2 0,2 6 0,1-1-560,-2 2 0,4 2 0,-1 6 0,1 0-283,-1 0 0,1 0 0,-3 1 0,1 4-161,-2 3 1,0-1 0,-3 2-1,1 1-103,0 1 1,0-2-1,0-1 1,0 2 382,-1 2 1,-3 1 0,-1-1 0,2 1 275,2 0 0,-1 4 0,-1 0 1,-3-1 58,-1-2 0,-2-5 0,-2-1 1,1 2-110,1 2 0,0 0 1,-5 1-1,-4 1-270,-3 4 1,-4 0 0,0 5 0,-1-2-291,0 2 1,-1 1-1,-2 2 1,-1-2 433,1-3 1,6-2 0,3-6 0,2 1 736,2 3 0,1-3 0,2 5 0,2-1-741,2 4 1,7 2 0,8 2 0,1-2 1002,3-3 0,1 2 0,1-6 0,1-1-567,0-2 0,4-3 0,1-2 0,0-5-1838,1-2 1,2-2 0,-3 0 1422,2 0 0,7-6 0,5-1 0</inkml:trace>
  <inkml:trace contextRef="#ctx0" brushRef="#br0">9573 13897 25351,'19'0'42,"2"0"0,9 0 0,5-2 1,7-2 246,5-5 1,3-1-1,-1 0 1,-2 2-29,-4-2 1,-7 0-1,-5 0-217,-4 1 0,-11 6-351,-16-1 0,-12 3 1,-12 2-1,-7 3 69,-8 5 0,-9 4 0,-2 2 1,-4 3 62,0-3 0,-3 0 0,1-3 0,1 0 112,-2-4 1,10 2 0,0-4 0,7 0 172,6-1 0,7 0 1,8-7 209,5-2 0,4 1 0,12-4 975,2 1 0,3 2 0,6 4 1,1 0-1104,3 0 1,7 0-1,8 0 1,2 0-72,6 0 1,5 0 0,11-1 0,5-2-736,6-2 591,4-5 1,-33 7 0,1-1 0,-1-2 0,1 0 0</inkml:trace>
  <inkml:trace contextRef="#ctx0" brushRef="#br0">23132 10089 7952,'0'-8'264,"0"-1"62,0-1 0,0 3 0,1-2-121,3-1 0,-2 3 1,2-1-72,-2-2 0,2-2 0,1-2 0,3-2 74,2-1 0,-3-4 0,1 2 0,4-1 27,3-2 0,0-1 0,3 0 0,-1 2-35,0-2 1,0 0 0,-2 2 0,0 4-82,2 2 1,0 4-341,-4 3 145,0 2 0,-9 17 0,-8 6 0,-12 8 0,-6 4 0,-11 8 1,-4 8-1,-6 2 10,-3 5 0,0 1 0,20-23 0,0 0 1,1 0-1,-1 1-11,0 1 1,1-1 0,0-2-1,0 0 1,1-1 0,1 0-1,-20 24 25,3 0 0,9-8 0,5-7 0,8-10 299,4-8 1,5-11 45,1-4 0,6-2 0,2-4-240,7-2 1,10-4 0,6-10 0,7-4-77,8-7 0,11-8 0,9-6 0,-28 23 0,0-1-144,1 1 0,-1 0 0,24-17 0,-11 3 0,-4 5-220,-5 7 0,-6 3 598,-11 6 0,-8 8 0,-18 6 0,-8 10-30,-6 9 0,-8 6 0,-3 4 0,-3 4-25,-2 3 0,2 4 0,3-1 0,4-4-139,3-3 0,7 1 0,3-4 0,3-3-361,1-4 0,6-5-137,3-5 0,4-2 265,4-2 0,-1-5 0,5-7 0,2-1-217,2 1 1,1 2 0,1 1 0,2 0-1322,1 0 1754,5 0 0,4-6 0,7-1 0</inkml:trace>
  <inkml:trace contextRef="#ctx0" brushRef="#br0">24272 9794 8114,'0'-13'0,"0"-1"474,0-3 1,0 7 0,0-3 0,0 2 2444,0-1-2428,-5 0 1,-3 5-1,-4 2 1,-1 5-487,0 5 0,-1 3 0,-3 11 0,-5 6-335,-2 8 0,-4 4 0,1 3 0,2 1-116,1 2 0,0 5 1,0-1-1,4 2 6,7-2 0,0 3 0,6-5 0,0 2 247,3 0 0,2-1 0,2 1 0,0-3 350,0 0 0,0-8 0,0 1 0,2-4 141,2-5 0,3-8 0,6-7 0,1-6-71,3-1 0,-1-6 0,5 0 1,2-7-63,1-5 0,2-5 0,-2-1 0,-3-2-158,-4-3 1,-2 3 0,-4 0-1,-1 0-89,-1 0 0,-7 4 1,3-1-1,-4 3 58,-1 1 0,-6 0 1,-2 1-1,-3 0 4,-2 4 1,-4 2 0,-2 6-1,-1-2 4,-3-2 1,3 3 0,-1-3 0,-2 2-35,-1 2 0,-2 2 1,1 0-1,1 3-202,2-3 0,0 4 0,4-2 0,3-1-734,1-1 1,1 2 985,0 0 0,0 6 0,0-3 0</inkml:trace>
  <inkml:trace contextRef="#ctx0" brushRef="#br0">24106 10589 7937,'0'-14'2314,"0"-3"0,-2 2 0,-1-2-1132,-1 3 0,0 1-2710,4 0 1,1 6 1527,4 3 0,13-3 0,9 0 0</inkml:trace>
  <inkml:trace contextRef="#ctx0" brushRef="#br0">9112 13525 7866,'-17'0'-6,"-2"0"0,1 0-105,-1 0 0,-2 0 0,4 0 0,1 1 299,2 3 0,5-2 0,2 4 305,1-1 1,4-3 0,7 2-195,8-3 1,7-2 0,10-2-1,5-3-216,7-1 1,9-7-1,10-7 1,5-2-46,2 2 0,0 2 0,-5 6 0,-3 0-490,-5 1 1,-3-1 0,-7 1 0,-8 2-92,-10 2 0,-11 5 1,-10-3 415,-5 1 0,-9 3 0,-15-2 0,-7 4 2,-9 4 1,-3 3-1,-7 8 1,4 2 237,1 4 1,-3 3 0,4 2 0,2-1-83,1 1 0,8-2 0,5-1 0,7-3 247,6-1 0,1-4-12,13-6 0,9-5 0,14-8 0,5-6-21,6-6 1,15-4-1,8-7 1,-24 12-1,1 0-159,3-2 1,3 0 0,5-1-1,2 0 1,4 1 0,1 0 0,0 2-1,1 0-269,1 1 1,0 1-1,-2 3 1,-1 0-1,1 1 1,0 1-1,-4 1 1,-1 1 182,-3 2 0,-1 0 0,0 0 0,-1 2 0,31 2 0,-35 0 0,-1 0 0</inkml:trace>
  <inkml:trace contextRef="#ctx0" brushRef="#br0">10816 12973 8182,'-33'-31'1372,"-1"7"0,9 3-492,5 11 1,10 14 0,4 9 0,2 8-957,-1 8 0,-3 5 0,2 8 0,1 5-831,-1 3 1,2 6 0,4-1-1,1 0-1699,3-3 2606,9 5 0,13 2 0,6 5 0</inkml:trace>
  <inkml:trace contextRef="#ctx0" brushRef="#br0">11201 12986 8857,'0'-57'1067,"-5"16"1,1 4-331,1 11 1,3 15 0,4 12-968,5 11 1,8 2-1,4 7 1,4 2-205,0 1 1,2 1 0,3-3 0,4-2 98,3-1 0,-4-2 0,-3-6 0,-3-1-412,-1-1 1,-2-5 792,-3 5 1,-9-5 0,-14 4 320,-9 2 0,-9 2 0,-10 2 0,-4 2-147,-3 1 0,-2 6 0,2-1 0,3 4-413,4 0 1,5 5-1,3-7 1,5 0-56,3 1 0,7 0 0,3-6 0,4-2 282,4-3 1,9 6 0,8-7 0,5 1 520,4 0 0,2 5 0,7 2 0,-1 4 429,1 0 0,3 1 0,1 1 1,-2 1-504,-1 2 0,-3 6 0,-4-3 0,-7-2-347,-8-5 1,-9-2-1,-5-7-113,-3-1 1,-13-8 0,-10-2 0,-12-2-147,-11 0 1,-8 1 0,-11-5 0,-2 0-400,-2 0 1,31 0-1,-2 0 1,-2 0-1,-2 1 524,-1 1 0,0 0 0,1 1 0,-1 2 0,-3 1 0,-1 0 0</inkml:trace>
  <inkml:trace contextRef="#ctx0" brushRef="#br0">21696 15255 15882,'15'-30'-1060,"2"1"1,0-1 0,8 5 0,7 4 965,3 4 1,8 4-1,1 3 1,0 3 241,0 1 0,-1 2 0,-6 6 0,-3 2-101,-4 4 1,-8 4-1,-7 2 1,-5 2-354,-5 1 1,-4-4-1,-1-5 225,0 2 0,-6-4 0,-2-2 335,-4-3 0,4-2 0,-1-2 1,1-3-127,1-1 1,1-3 0,6-5 0,0-4 111,0-1 1,6-1-1,5-3 1,8 1-120,6 2 1,15-1-1,6-3 1,11 0-119,11 4 1,-28 9 0,1 1-1,4 1 1,1 2 0,4-2-1,1 1-8,4-1 0,0 2 1,2 1-1,1 1 1,2 1-1,0 1 0,2 0 1,0 0-11,1 0 1,0 1 0,2-3 0,-1 2 0,-4 1-1,-2 1 1,-8 1 0,-2-1 29,-7 2 1,-4-1-30,16 1 0,-34 0 0,-24-1 1,-15-2 177,-12-1 0,-14-1 0,-14 5 0,-5 2-156,29 0 1,-1 0 0,0-1 0,0 1-1,-5 2 1,-1 0 0,0 1 0,0-1-84,1-1 0,0 1 0,1 1 1,1 0-1,3-2 0,0 0 1,1 0-1,-1 1-34,1 1 0,-2 0 0,-1-1 0,0-1 0,0 0 0,0 1 0,1 0 1,2-1 103,-36 4 1,4-2-1,3 3 1,1 2 155,4 1 0,6 2 0,17 0 1,4 0 28,7 0 0,3 4 1,9 0-1,4 0-214,3 2 0,4-5 0,8 3 0,4-3 131,7-1 1,13 0 0,13 0 0,14-1-29,9 1 0,-24-7 0,1 0 0,4-1 0,2 0 0,2-1 1,0 0-107,1 1 0,0 0 0,-2-1 1,0-1-1,1 1 0,-1 1 1,-1-1-1,-1 0 22,-2 0 0,-2-1 0,-2 1 0,-2 0 0,19-2 0,-8 3-191,-10-2 1,-6-3 0,-11-3-1,-9-3-243,-5-1 1,-5 3 0,-5-4-251,-4 3 0,-2-4 761,-5 5 0,-13-12 0,-2 2 0</inkml:trace>
  <inkml:trace contextRef="#ctx0" brushRef="#br0">17506 4628 7150,'-20'0'0,"3"0"-255,2 0 1,3 4 0,-1 0-1,0-1 143,0-1 23,6 3 1,3-3 0,8 2 273,5-2 1,2-2 0,2 0-18,0 0 0,-5-5 0,-1 0 0,0-1 304,1 0 0,-6 0 119,3 2-482,-4 3 1,-7-5 520,-2 6-34,2 0 0,0-1-240,6-4 0,0 3 1,2-6-1,2 1 11,5 0 1,4 3-1,2-3 1,4 0-225,1 0 1,1 2 0,6-2 0,3 1-127,4 4 1,3-4-1,3 2 1,1 1-67,2 1 1,-2 2 0,-6 0-1,-6 2-54,-2 2 0,-7-1 1,-3 5-1,-2 1-255,-2-2 1,-6 4 147,-3-2 1,-3-2 0,-2 0 0,-3 0 2,-5 1 0,-2-6 0,-4 4 0,0-2-16,-2 1 0,-6 3 0,2-4 0,-4 1-27,0 0 0,-2-3 0,-2 2 0,-2-2 271,-2-2 1,3 0-1,-4 0 1,-2 0 244,-1 0 1,-1 0 0,1 0-1,1 0-34,2 0 0,6 0 0,-1 0 0,6 0 284,6 0 1,5 1-277,3 3 0,5 3 0,8 5-97,5-4 1,8 2 0,5-4 0,7 0-90,5-1 0,9 1 1,5-3-1,5 1-93,2-1 1,2-2-1,-2-1 1,0 0-99,-1 0 1,-3 0 0,-4-1 0,-4-2 51,-3-1 1,-12-5 0,-3 4 0,-5-1 66,-5 0 0,-6 1 0,-8 2 63,-8-2 1,-3-3 0,-11 2 0,-2 1-263,-1-1 1,-3 0 0,-3 2 0,-3-3-168,0 0 1,-2-1 0,3 6 0,1-3 55,0 2 1,1-2 0,6 1 0,1 1 170,2 1 1,5 2 0,-1 0 0,4 2-11,4 2 1,4 3-1,5 6 1,1 0-380,3 0 0,5 1 546,8 3 0,9-3 0,6 5 0</inkml:trace>
  <inkml:trace contextRef="#ctx0" brushRef="#br0">18864 3295 7958,'-17'1'-350,"0"3"0,0-2 0,4 2 0,0-3 892,0-1 1,1 0-1,0-1-41,4-3-1,2 1 1,6-6-321,0-1 0,0-1 0,0-2-112,0 0 0,4 5 0,2 1 38,1 1 0,-3 3-33,5 7 0,-2-1 0,3 6 1,-1 1 59,1 1 1,2-2 0,4-2 0,3 0-164,0 0 1,-1-3-1,1 3 1,1-1-208,0-3 0,-4-2 1,1 1-296,-3 2 0,-2-1 252,-4 6 1,-3-5 0,-11 3-1,-7 0-67,-7 0 0,-8 2 0,-4 2 0,0-1 279,-4-1 0,-1-5 0,0 3 0,3-1 444,4-3 1,4-2-1,5-1 1,4 0 1845,3 0-1745,6 0 1,10 0 0,12 0 0,10 0-147,9 0 1,5 0 0,5 0 0,3 0-529,-1 0 0,4 6 0,-5 4 0,0 4-489,0 3 1,5 4 0,-2-2-1,2 1 686,3 3 0,10 1 0,4 2 0</inkml:trace>
  <inkml:trace contextRef="#ctx0" brushRef="#br0">24682 3987 8140,'-12'-9'0,"-1"2"0,0 2-91,0 2 1,5 1 0,-1 1-544,-1-3 547,4 2 0,2 1 1,8 5 115,5-1 0,2-2 0,2-1 353,0 0 1,0-4-1,-2-2 410,-2-1 1,1-1-175,-6-5 1,0 4-435,-4 1 0,-1 5-233,-4-1 1,-2 4 0,-4 4-1,1 4-125,1 4 0,1 6 0,-5 4 0,0 2 83,0 2 0,5 5 1,-1 3-1,-1 5 151,-1 3 0,-2 8 1,0 7-1,1 3 109,-1 5 1,-4 0 0,-2 4 0,1-2-62,-1-3 0,-2-2 1,2-11-1,1-1-105,-1-3 1,-2 0 0,4-9 0,1-5-84,2-5 1,0-3 0,-3-3 0,-3-2 58,0-1 1,-3-2-1,4-4 1,1-2 187,-1-2 0,-2 1 1,4-6-1,1-1 0,6 3 97,2-2-1,5 0 1,-3-5 0,6-4 0,2-3-98,2-3 0,-3-4 0,5 0 0,-2-4-60,1-1 0,3 3 0,-4-3 0,1 0-36,0 0 1,-3 3 0,2-3 0,-3 2-57,-1 2 0,0 0 0,0 1 1,-1-2-111,-3 1 1,1 2-1,-4 1 1,1 0-268,3 0 1,-2 5-931,0-1 0,0 6 186,0-1 0,4 4 0,-3 4 357,2 5 0,2 4 750,0 4 0,6 3 0,1 5 0</inkml:trace>
  <inkml:trace contextRef="#ctx0" brushRef="#br0">23990 5243 9612,'13'-5'528,"10"-4"1,5-7 0,8-2-270,8-2 1,6-2 0,4-3 0,3-1-140,1 1 0,-3 5 0,-1 3 0,-6 2 39,-5 2 0,-9 5 0,-6 1-137,-5 1 1,-10 3-941,-9 8 918,-8 2 0,-9 11 0,-7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13661 9140 8412,'-13'-5'0,"1"-8"0,-1-7 0</inkml:trace>
  <inkml:trace contextRef="#ctx0" brushRef="#br0">13584 8692 7975,'5'-9'-1233,"0"1"1440,2-2 0,-4 3 1,3-1-1,-2 1 265,0 0 1,2 3 0,-3-5 50,1-1 0,5-1-258,-5-2 0,5 5-303,-5-1 0,6 6 0,-2-1 0,4 3 23,1 1 0,5 0 0,5 0 0,5 0 67,7 0 0,9-5 0,7 1 0,9 1 23,7 2 1,-30 1-1,3 0 1,2 0 0,2 0-1,2 0 1,1 0 64,2 0 0,0 0 0,3 0 0,0 0 1,3-1-1,1 0 0,5 0 0,1-1-167,4 1 1,2-2-1,1-1 1,1 0-1,-21 2 1,0 0 0,0 1-1,21 0 1,1-1 45,-2 2 1,1-1-1,3-1 1,0 0 0,-24 0-1,1 1 1,0 0 0,0-1-1,0 1 1,0-1-43,-2 0 0,1 0 0,-1 1 0,22 0 0,-1 0 0,-4-2 0,-2 0 0,2 1 0,0 0-79,1 0 0,0 0 0,3-1 0,-1 0 0,1 2 1,-1-1-1,-5 0 0,-1-1 20,-4-1 0,0 1 0,-4-1 0,0 0 0,-3 0 0,0-2 0,-1 2 0,0 0 154,-2-1 1,-2 0 0,-4 0 0,-3-1 0,25-9 0,-10 0 264,-10-2 1,-8-1 0,-16 6-298,-7-1 0,-8 4 0,-10 2 0,-8 1-666,-7 4 0,-16 0 0,-6 4 0,-7 2 626,-2 4 0,0 7 0,-1-3 0,1-2 0</inkml:trace>
  <inkml:trace contextRef="#ctx0" brushRef="#br0">6420 13653 8201,'-12'0'-200,"3"0"0,1 0-237,-2 0 0,2 0 632,0 0 393,5-6-107,-3-1 0,6-1-63,0-1-382,0 6-50,0-3 1,2 8 0,2 1 133,5 1 1,9 2 0,8-3 0,7 1 45,4-1 0,8-2 0,6-1 1,9 0 47,7 0 1,4-1 0,-33-1 0,0-1 0,-2 0 0,0-1-10,33-3 0,-11-3 0,-7 6 1,-9 0-367,-11-2 0,-14 5-48,-17-4 0,-13 5 0,-12 5 1,-10 2-203,-6 0 1,-6 4-1,-7-2 1,-1 2 70,0 2 0,3-6 0,2-3 0,3-2 309,4-2 1,5-2-1,5-2 1,7-4 377,8-4 1,5-1-1,5 0-6,3 1 0,7 0 0,5 5-565,6 7 1,8 13-1,0 13 224,4 6 0,12 17 0,2 3 0</inkml:trace>
  <inkml:trace contextRef="#ctx0" brushRef="#br0">10188 11474 8074,'-11'-26'-3,"7"6"1,-9 3 0,1 3 115,1 1 0,2 1 0,1 4 165,-2 4 0,-2 4-348,0 4 0,3 3 0,2 6 0,0 1 178,0 3 0,2 3 1,-2 6-1,0 1 28,0 3 1,-1 3 0,-5 5-1,0 3 5,0 6 1,-4 0-1,-1 10 1,-1 0-124,1 3 0,-4 8 0,4 2 1,-1-1-164,1-5 1,5-9 0,4-1-1,1-5-14,1-6 0,1-6 1,6-8-1,0-7 255,0-6 0,0-11 273,0-5 0,0-7 0,-2-10 0,0-4 268,-3-4 1,-3-4-1,2-3 1,-1-2-114,-3-6 1,-1 0 0,-4-5 0,0 0-381,-2 4 0,0 1 0,4 2 0,0-2-499,0-3 0,6 9 0,3 0 0,2 5-1492,2 4 0,0 5 841,0 3 0,5 15 0,0 11 1,1 11 1005,0 8 0,4 1 0,-3 5 0,1 3 0,1 4 0,-1-1 0,4 3 0,-2-5-114,-2-3 1,5 0 0,4-5-1,0 0 221,2 1 1,1-5 0,7 0 0,3-9 308,4-7 1,10-5 0,7-5 0,8-1-327,3-3 0,9-9 0,-32 3 0,-1-2-90,4 1 0,0-2 0,8-2 0,0-1 0,2 0 0,0-1 0</inkml:trace>
  <inkml:trace contextRef="#ctx0" brushRef="#br0">13149 11307 7938,'-39'-1'-66,"2"-2"0,0-2-108,-1 3 1,6 0 0,-5 2 0,5 0 605,3 0 1,2 6 0,1 2-1,2 4-226,3 1 1,1-1 0,4 1 0,-1 0-59,1 0 1,2 1 0,1 2 0,-1 2-45,-3 2 1,3 2 0,-3 5 0,4 3-121,4 4 1,-2 3 0,4 3 0,-2 4-315,1 7 1,5 5-1,-1 3 1,1-3-34,-1-3 1,2-2-1,-2-3 1,2-5 203,2-9 1,-4-7-1,-2-7 1,-1-5 360,-3-5 1,-1-8-1,-2 1 1,0-4 470,1-3 0,-3-6 0,0 1 0,-2-2-309,1-2 1,2 0 0,1 0 0,1-1-862,4-3 0,-2 1 0,6-4 0,1 0-818,1 0 1315,8-1 0,-5-5 0,5 1 0</inkml:trace>
  <inkml:trace contextRef="#ctx0" brushRef="#br0">12303 12140 7938,'-22'0'502,"2"0"1688,2 0 1,9 0-1382,14 0 0,19-4 0,20-2 0,10 1-997,10-1 1,-27 1 0,2 1-1,3 2 1,3 0 0,1 0-1,1 1 188,4 0 0,1 1 0,4 0 0,2 0 0,3 0 0,0 0 0</inkml:trace>
  <inkml:trace contextRef="#ctx0" brushRef="#br0">4127 15691 8458,'0'-13'-21,"0"5"1,-2 1 32,-2 1 0,2 0-368,-2 2 364,3 3 0,2 1 1,2 8 153,1 4 0,6-4 1,0-1-1,4-1 73,4-3 0,6-2 0,1-1 1,8 0 6,4 0 1,3 0 0,3 0 0,4 0 47,3 0 1,-5-1-1,-2-2 1,-3-1-158,-2 1 0,-5 1 1,-5 4-1,-3 1-303,-4 1 1,-5 6 0,1-3 0,-4 2-639,-5-1 589,-2-5 0,-8 3 0,-3-6 75,-8 0 0,-3-6 1,-8-3-1,-3-2-37,0-2 0,-4 5 0,-1-1 0,1-1 120,0-1 1,-4-2 0,4 2 0,0 1 70,-1 1 1,2 5 0,5-3 0,1 1 84,2 3 0,-1 2 0,6 1 474,2 0 0,2 1-206,4 3 1,5 4 0,8 4-182,5 1 0,8-6 1,6-1-1,5-2-97,6 1 0,5-1 0,4-4 1,2 0-20,1 0 1,4 0 0,-2 0-1,5 0-68,2 0 0,-4 0 0,-6 0 0,-4 0-108,-4 0 1,-9-4 0,-2-1 0,-7 2-605,-5 2 0,-9 2-389,-5 4 1,-11 7 1102,-10 10 0,-9 8 0,-3 3 0</inkml:trace>
  <inkml:trace contextRef="#ctx0" brushRef="#br0">11137 13973 8004,'0'-12'40,"0"-1"0,0 0 0,0 0 375,0 0 1,0 1-3,0-1 0,0 4 296,0 1-666,0 5 0,-2-3 1,-2 7-227,-5 4 0,1 3 0,-4 9 1,-2 5 13,0 2 1,-6 7-1,-1 3 1,-4 5 38,0 4 0,-1 2 0,-1 7 0,-1 0-9,-2 4 1,0-4 0,4 4 0,1-3 136,-1-2 1,6-5 0,3-5 0,3-4 111,1-3 1,-4-3 0,0 1-1,1-7 6,2 0 1,2-5 0,2 0 0,2-2 45,-2-2 0,3-3 289,-2-5-441,6-2 1,-2-8-1,5-2 1,0-4 218,0-4 0,4-2 0,0-2 0,-1-2 119,-2-2 1,-1 0 0,0-3-1,-1 2-105,-3-2 1,1 3-1,-4 0 1,0 1-12,0 4 0,-1 1 1,-2 1-1,3 0-489,2 0 1,-5 5-938,1-1 1,3 8 215,2 1 1,3 1 0,1 8 0,0 2 977,0 5 0,0-2 0,0 4 0</inkml:trace>
  <inkml:trace contextRef="#ctx0" brushRef="#br0">10521 14678 8319,'-8'0'1014,"-1"0"-203,-1 0-204,5 0 1,0 0-1,11 0 1,8 0-627,11 0 0,9-1 0,13-2 0,8-1 19,6 1 0,9-4 0,1 0 0</inkml:trace>
  <inkml:trace contextRef="#ctx0" brushRef="#br0">9381 14755 8273,'-9'-17'-90,"1"0"0,-2 2-181,-2 0 1,4 3 0,-1 0-1,1 2 578,1 2 1,-5 3-1,5-3 1,-1-1-230,-1 2 0,5-3 0,-3 4 1,1-1-2,3-3 1,-3 3-1,1-1 157,-2-2 0,2 3 0,-3-2 2,-2-1 0,-2 4 1,0 2-1,-3 3-130,-2 1 1,-4 1-1,-9 3 1,-4 6-143,-3 6 1,-9 4 0,-5 6 0,-7 1 37,-5 3 0,-1 2 1,32-13-1,0 1 1,-1-1-1,0 0-33,-1 0 1,0 1 0,-26 18 0,2 1 0,8-1 121,7 1 1,8-1-1,3-1 1,4-1-63,4-2 1,7 0 0,-1 6-1,4 3-58,1 4 1,2 1-1,2 0 1,5-1-1,3 2 1,8 2 0,6 3 0,7 2-9,4-2 0,6-3 1,2-2-1,4-2 94,4 1 0,3-8 0,-2-3 0,3-6-96,2-6 1,1-7 0,5-11 0,4-8 123,4-11 0,-26 1 0,1-5 0,4-4 0,-1-2 0,4-5 0,-1-2 21,1-3 1,0-1 0,2-2 0,-1-2 0,-3-1 0,0-2 0,-2 0 0,-1 0 112,-1 0 0,-2-1 0,-5-1 0,-1 0 0,-4 4 0,-1 1 0,-6 2 1,-2 1 267,5-29 1,-8 11-1,-15-1 1,-6 7-512,-8 7 0,-7-1 0,-4 8 0,-4 0-370,0-4 1,2-1 0,-3-1 0,2 0 35,2 4 1,2 3 0,1 5 0,1 2 256,-1 3 0,6 2 1,3 8-1,3 2-553,1 5-220,0 3 0,8 1 0,17 0 874,7-6 0,7-1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9932 6589 8009,'-2'-8'-1360,"-2"-1"1360,3 6 0,-5-4 30,6 3 61,0 3 1,1-5 37,4 6 0,-2 0 13,5 0 1,-4 0 32,5 0 0,-5 0 0,5 0-104,1 0 0,1 0 0,2 0 0,0 0-24,0 0 1,-1 0-1,1 0 1,1 0-90,4 0 1,-4 0 0,4 0 0,-1 0 19,0 0 0,5 0 1,-4 0-1,1 0 2,-1 0 1,5 0 0,0 0 0,4 0 12,3 0 0,4-2 0,-1 0 0,2-4 59,5-1 0,2 0 0,-4-3 0,2 1 68,3-1 0,-2 3 0,4 0 0,0 0-74,-4 0 1,-5 4-1,-2-1 1,1 1-83,2-2 1,0 4 0,-1-3 0,-3 2 6,-2 2 1,7 0-1,-2 0 1,1 0 11,4 0 1,-1 0 0,10 0-1,4 0 4,5 0 1,6 0-1,-5 0 1,3 0 51,1 0 1,0 0-1,-2-1 1,0-2 100,-3-1 0,-5-1 0,3 4 1,-1-2-55,-1-1 1,1 0 0,-5 4 0,1 0-70,-1 0 1,4 0-1,1 0 1,-3 0-55,-5 0 1,2 0-1,-3 0 1,1 0-43,-1 0 0,2 0 0,-5 0 0,0 1 45,0 3 0,7-2 1,-2 2-1,-1-1 25,2 1 1,0-2-1,1 3 1,-1 0 14,-3-1 1,-4 4-1,-8-2 1,-2 0 26,-2-1 0,3 4 0,-4-3 1,-1-1-3,-2 1 0,3 0 0,0-3 0,0 1-27,1-1 1,-3 2-1,5 0 1,0-2-4,0-2 1,5 3-1,5 1 1,-2-3-64,-1 0 1,0 2-1,3 0 1,2-1 61,1-1 1,-2 2 0,-7 0 0,-2-1 37,0-2 0,-1 4 1,3-1-1,-3-1 2,-4-2 1,-3 1-1,-1 1 1,-2 1-16,-3-1 0,3-2 0,-2-1 1,1 0-2,-2 0 1,7 4 0,-3 1-1,-1-2-22,-1-2 0,-2-1 1,6 0-1,0 0 33,-1 0 0,2 0 0,-7 0 1,4 0-16,0 0 0,5 0 1,0 0-1,-1 0-14,-2 0 1,-6 0 0,2 0 0,1 0-73,0 0 0,5 0 0,-9 0 1,1 0 30,0 0 1,-5 0-1,1 0 1,-4-1 23,-5-4 1,4 4 0,-4-3 72,4 2 0,1-2 0,-1-2 35,1-1 0,4 3 1,0-3-1,0 0-50,2-1 1,1 4 0,7-4-1,3-2-31,4-2 1,3-1-1,2 2 1,0 1-39,4 1 1,1 1 0,3-3 0,-3 1-32,1 1 0,-7 5 1,2-3-1,-6 1 36,-3 3 0,-2 2 0,-8-1 0,-4-1-22,-2-1 1,-3 0 0,1 4 5,0 0 1,0 0-1,0 0 1,1 0 25,3 0 0,-1 0 0,5 0 0,3 0 6,5 0 1,-1 0 0,6 0-1,2-2 11,1-2 1,1 3 0,1-4 0,-1 3 8,1-3 1,-7 4 0,-3-3 0,-5 2-17,-3 2 1,-1 0 0,2 0-107,-5 0 1,-3 0 0,-1 0 75,0 0 0,0 0 0,-1 0 0,1 0 17,0 0 1,4 0 0,2 0-1,1 0 60,2 0 1,3 0-1,2 0 1,2 0-1,6 0 0,2 0 0,1-1 1,1-2-8,-1-1 1,6-1-1,2 5 1,1 0-14,0 0 1,-5 0 0,7 0 0,1 0-24,-1 0 1,4 5 0,-9 0 0,2 1-20,2 0 1,2 2-1,0-2 1,-2 0 4,-1-1 1,0 1 0,7-3 0,3 1-3,3-1 1,1-2 0,-5-1 0,4 0 0,2 0 1,1 0 0,-2 0 0,-2 0 5,-2 0 1,0 0-1,-2-1 1,4-2 10,-1-1 0,5-5 0,-2 4 0,6-2-3,-31 2 0,0 0 0,2 1 0,0 0 0,0 0 0,1 0 0,-1-1 0,1 0-34,-1-1 0,0 1 1,1-2-1,-1 1 1,1 0-1,1 0 1,0 1-1,1 0 28,1 1 1,1 0 0,1 0 0,1 1 0,-1-2 0,1 0 0,0 1 0,0 1 0,0 0 1,0 0 0,1-1 0,0-1 0,-1 3 0,-1 0 0,-4 0 0,-1 1 26,32 0 0,-1 1 1,-1 0-1,-4 0 8,-4 0 0,-5 0 1,-9 0-1,-4 0-36,-4 0 0,-6 0 1,-4 0-1,-7 0-30,-4 0 1,-8-4 17,-2-1-199,-5 1-469,3 4 76,-6 0 54,0 0 0,-6 0-160,-3 0 710,-2 0 0,-8 0 0,0 0 0</inkml:trace>
  <inkml:trace contextRef="#ctx0" brushRef="#br0">15763 5602 8372,'0'-25'-88,"0"3"0,-2 2 0,-2 0-54,-4 0 0,-4 5 1,-1-2-1,-1 2 39,-3 3 0,1-1 1,-5 1-1,-2 2 110,-1 2 0,3-1 1,-1-2-1,0 1 34,-3 1 0,0 2 0,1-3 0,1 2 50,1-2 1,2-2-1,-2 1 1,2 1-27,1 1 0,-4-1 0,2-5 0,-3-2-53,-2 1 0,-4-2 0,-1-1 1,-3-1 35,-6-3 1,0-1 0,-8-2-1,-5 1-62,-5-1 0,-6 3 0,-5-1 1,34 11-1,-1-1-5,1 0 1,-1 1 0,-1 1 0,0 1 0,1 0 0,1-1 0,-2 0-1,1 0 17,-1 0 0,0 0 0,-2-2 0,0-1 0,2 5 0,1-1 0,-2-1 0,-1 0-23,-1-1 0,-1 0 1,-3 0-1,-2 1 0,-2-1 1,-1 0-1,1 1 0,0 0 64,0 1 0,2 0 1,-1 0-1,1 0 1,-2 1-1,-1 1 1,-3 0-1,-1 0-9,-4-1 0,0 1 0,-4 0 1,-1 1-1,2 1 0,-1 1 1,0 0-1,0 1-132,-1 0 0,-1 1 1,-4 0-1,0 1 1,-1 1-1,1 1 0,0-1 1,0 0 55,-2 0 0,1 1 0,0 0 0,-1 1 0,0 0 0,0 0 0,2 0 0,0 1 8,2 1 0,1 0 1,-2 1-1,1 0 1,3 2-1,1 0 1,0-1-1,0 1-2,1-1 0,0 2 0,1-1 0,0 0 0,3 0 1,1 0-1,3-1 0,1 0-19,2 1 0,0 0 1,1 1-1,-1-1 1,-2 2-1,0-1 1,1 1-1,0-1 90,3 0 0,0 1 0,0 0 0,2 0 0,4 1 0,0 1 0,1 1 0,1 2 6,0-1 0,-1 2 0,-2 0 0,-1 1 0,0 0 0,-1 0 0,1 2 0,-1 0-43,0 0 1,0 0-1,2 1 1,1 1-1,0 1 1,0 2 0,1-2-1,0 1-33,1-1 0,1 1 0,0 3 0,1-1 0,3-2 0,1-1 0,-1 1 0,-1 1 25,2 1 1,-1 0 0,0-2-1,0 0 1,1 2 0,1-1-1,1-1 1,0 0 1,-27 18 0,8-1 0,6-1 0,3-3 27,2-2 0,5 3 0,13-4 1,4-1 130,2-2 0,0 0 1,1 1-1,2 2-62,1-1 0,1 2 1,0 0-1,3 1 181,1-1 0,2 3 0,4-2 0,0 0-293,0 4 1,11 0 0,6-2 0,7-4 139,6-3 1,5-2-1,7 1 1,7 0-110,5-1 0,4-5 0,8-3 1,3-2 26,-31-9 1,1 0 0,2 1 0,-1-1 0,3 1 0,0-1 0,-2 0 0,0-1-81,1 0 1,-1-1 0,2 1 0,1 0 0,4-2 0,2 0 0,3-1 0,1 1 76,2 0 0,0 0 1,3 0-1,-1 0 1,1-2-1,0 1 0,2 0 1,-1 0-123,1-1 1,1 1-1,2-1 1,0-1 0,3 0-1,0 0 1,0 0-1,0 0 107,0 0 1,0 0 0,2 0-1,0 0 1,0 0 0,0 0 0,2 0-1,0 0-7,2 0 1,-1 0 0,-23-1 0,0 0 0,0-1 0,23-1 0,0 0 0,-23 1 0,0 0-1,0 0-95,0 1 0,0-1 0,1 0 0,2-1 0,0-1 0,0 1 0,2 0 0,0 0 1,-1 0-1,0 0 0,0 0 0,-1-1 73,1 1 1,0 1 0,-1-1 0,-1-1 0,0 0 0,0 0 0,-1 2 0,1-1 0,0 1 0,1-1 0,-1 1 0,1-1-6,0 0 0,1 0 0,-1 0 0,1 0 0,1 1 0,-2-1 0,-2-1 0,-2-1 0,1 1 0,0-1 0,0 1 0,0 0 9,0 0 0,-1-1 0,1 1 0,2 0 0,0 0 0,0-1 0,-2 1 1,0 0-1,-1-1 0,23-1 0,-2 0-3,-3 0 0,0-1 1,0-2-1,-1-1 1,-2 0-1,0-1 1,1-1-1,1 0-78,2-1 1,-1 0 0,-3 0-1,0 0 1,-2 0 0,-2-1-1,-2 0 1,0-2 124,-3 0 0,-1-2 0,2 0 0,-1-1 0,-4 0 0,-1 0 0,-1 0 0,-1-1 49,0 1 0,-1 0 0,-3 0 1,-1-1-1,0 1 0,0-1 0,-2-1 1,0 0-24,-4 0 1,-1-1-1,0 2 1,-2-1 0,23-14-1,-3 0 206,-5 0 1,5-1 0,-6 1 0,-2 0-187,1 0 0,-6 2 0,2 0 1,-3 2 488,-5 2 1,-4 2-518,-9 2 0,-4 5 366,-8 3 0,1 2 0,-6 3-449,-1-1 0,-7 6 0,-6 1 0,-6 2 17,-5-1 0,-5 1 0,-2 4 0,-4 0-84,0 0 0,-1-4 0,0 0 0,6 1 94,4 1 0,3-2 1,-3 0-1,4 1 63,0 1 1,2-2-1,4 0 128,0 1 0,5 2-175,-1 1 1,5 0-105,-5 0 1,5 0 0,-3 1-38,1 3 0,2-1 0,3 6-37,-4 1 1,4 1-1,-5 2-141,1 0 0,2 0 0,-4-1-20,1 1 0,0 0 1,3 0-1,-2 0 330,-2-1 0,-2 7 0,-4 1 0</inkml:trace>
  <inkml:trace contextRef="#ctx0" brushRef="#br0">12482 6935 8537,'9'-5'0,"-1"-2"-269,2-1 0,-4-3 0,0 4 1,-2-2 408,0 1 1,0-1-110,-4-3 0,-1-1 0,-3 1 22,-5 4 0,2-2 0,-2 4 0,0-1-35,-3-3 0,-1 3 0,-1 0 0,-2 0-5,-1 0 1,-4-1-1,2-2 1,0 3-56,-4 2 0,-7-5 0,-4 2 0,-3 0-67,-2-1 1,-5 2-1,-3-3 1,-6 2 57,-6-2 0,2-2 0,-12 0 1,-2-1 51,34 7 1,0-1-1,-4-1 1,-2-1 0,-1 0-1,-2-1 1,-2 1 0,-1 0-75,-1 0 1,-1-1 0,-2-1 0,0 1-1,-1 1 1,-1 1 0,0-1 0,-1 1 84,-2-2 1,0 1-1,0 2 1,0 0-1,-2-2 1,-1 1-1,1 0 1,-1 2 0,-1-1 1,0 1 0,0-1 0,0 1 0,0 0-1,-1 1 1,0-1 0,1 2-41,1-1 0,1 1 1,-2 2-1,0 0 1,0-2-1,0 1 0,-2 0 1,0 0-125,-3 2 0,1-1 1,6-1-1,1 0 1,-1 1-1,0 0 1,2 1-1,-1-1 117,0 2 1,0-1-1,-2-1 1,0 0-1,-2-1 1,0 1-1,3 1 1,1 0 35,3 0 1,1 0 0,2-1 0,0 0-1,2 0 1,-2 0 0,0 0 0,-2 1-48,-3 0 0,1 0 1,4 1-1,1 0 0,-1 0 1,0 0-1,4 0 0,0 0 58,2 0 1,1 0 0,1 0 0,-1 0-1,2 0 1,0 0 0,1 1 0,1 0-39,1 1 1,0 0 0,-1-1 0,0 1 0,0 2 0,0 0 0,0 1 0,-1 0 11,0 1 1,0 0 0,4 0 0,0 1-1,0-1 1,1 0 0,-33 7 2,1 0 1,34-4-1,0 1 1,-3 0 0,-1 1-1,1 0 1,-1 1 2,0-2 0,0 1 1,2 3-1,0 1 1,-3-3-1,0 1 0,0 1 1,1 1-6,-1 0 1,0 1 0,3-3 0,1 1 0,2 1 0,0 0 0,1-1 0,0-1 26,0 0 0,0 0 1,-1-1-1,1 1 1,-30 13-1,1 0 131,4-1 0,3-1 0,9-1 0,4-1-44,4 0 1,10 3 0,5 0 0,5 1 114,8 0 1,0 1-1,6 1 1,2 2-305,2-2 0,4 0 0,4-3 0,9 1 219,6-1 1,3 1 0,9 0 0,3-1-142,4 1 0,5 0 1,6-1-1,4 1 31,4 0 0,0 1 0,2 1 0,-29-13 0,1 0 16,1-1 0,0 1 0,-1-2 0,0 1 0,2-1 0,1-1 1,0 1-1,1 0-10,2 0 0,0 0 1,5-1-1,1 0 1,4-1-1,1 1 1,2-2-1,0-1 11,-1 1 1,1-1 0,-1 0 0,0-1 0,-1-2 0,0-1 0,1 1-1,0-2-22,2 1 0,-1-1 0,-1-1 0,0 1 0,2 1 1,-1 0-1,-1-1 0,0 1-31,-1 0 1,0 0 0,1-2 0,0 1 0,0 0 0,0 0 0,0 1 0,0 0-3,-1 1 0,-1 0 0,1-2 0,-1 0 0,4 0 0,-1 1 0,3 0 0,-1 1-17,2 2 1,0 0-1,-2-1 1,0 0-1,-2 2 1,1-1-1,-2-1 1,0 0 19,-1 0 0,0-1 1,4 1-1,0-1 1,2 0-1,0-1 1,1 1-1,0-2 10,0 1 0,-2-1 1,2-2-1,-2-1 0,-1 1 1,-1 0-1,1-1 0,1-1-93,2 1 0,0-2 1,-2 1-1,-1 0 1,3 1-1,0-2 1,-1 1-1,0-1 111,0-1 1,0 0 0,-2 1-1,1-1 1,-1-2 0,-1-1-1,1 1 1,-1-2 28,-2 1 1,1-1 0,1 0 0,0-1 0,0 1 0,0-1 0,0 1 0,1 0-25,-1-1 1,0 1 0,-3 1 0,-1 1 0,-3 0-1,-2 0 1,0-1 0,-1 0-47,-1-1 1,-1 0-1,1-1 1,0 0 0,1-1-1,1 0 1,-1 0-1,-1-1 11,-2 2 1,-1-1 0,1-2 0,-1 0 0,-4-1 0,0 0 0,0-1 0,0 0-2,1 0 0,-1-2 0,27-13 1,-1-1-1,-3-2 60,-5 1 0,0 1 1,-2 0-1,0-2 65,-7 1 0,-5-2 0,-6 1 0,-4 1 87,-3 2 1,-7 3 0,-4 3-1,-6 4 1,-6 2 0,-2 3 0,-4-1 78,-2 0 1,-3 4 0,-6 2-1,0 0-273,0 0 1,1 3 0,-1-3-1,0 1 280,0 3 1,0-3-202,0 2 0,5-4 46,-1 3 1,6 0 113,-1 0 0,3 2 52,1-5-385,0 5 1,0-4-246,0 3-362,0 2 449,0-3 1,1 5-1385,3 0 827,-2 0 0,5 1 807,-3 3 0,-2 3 0,3 6 0</inkml:trace>
  <inkml:trace contextRef="#ctx0" brushRef="#br0">13674 7858 8240,'0'-12'-740,"0"3"852,0 1 0,0 3 33,0-3 1,6 5-1,2-3-50,4 0 0,0 5 1,3-5-1,0 2 23,2 0 1,6-5-1,0 5 1,5 0-41,7-2 1,7 3 0,8-4 0,9 0-77,9 0 0,-29 5 1,2 0-1,2-2 1,1 0-1,1 1 0,2-1 15,2 0 1,0 1-1,6 2 1,1-1 0,1 0-1,0 0 1,0 1 0,0-1-87,0 0 0,-1 0 0,-1 1 0,-1 0 0,2-1 0,-1 0 1,-2 1-1,0 1 62,-3 0 0,-1 0 1,-3 0-1,0 0 1,-3 0-1,0 1 0,3 0 1,0 1 11,1 0 1,2 0 0,6 1-1,0 0 1,1-1 0,-1-1 0,0 1-1,0 0-6,0-1 0,-1 1 1,0 1-1,1 0 1,5 0-1,2-1 1,5 1-1,1 0-117,-20-1 1,1 0-1,0 0 1,0-1-1,1 1 1,0-1-1,21 0 1,-1-1 0,1 2-1,0-1 124,2 1 1,0 1-1,-22-1 1,1 1-1,0 0 1,1-1-1,0 0 1,0 0-1,-1 0 1,-1 0-1,0 0 18,-1-1 0,0 1 0,0 0 0,-1 1 0,0 0 1,-1 0-1,1-1 0,-1 0 0,1-1 0,-1 1 0,1 0 1,0 0-7,23 1 1,0 0 0,-2-1 0,-2 0 0,-6-2 0,-1 0 0,-3 0 0,-1 0-62,-3 0 1,0 0 0,0 2 0,0 0 0,-1 1 0,0-1 0,-2-1 0,-1 1 53,-2-2 1,-1 1-1,-2-1 1,0 0-1,-2 0 1,-1 0-1,-1 0 1,-2 0 23,-1 0 0,-2 0 1,30-4-1,-6-1 0,-1 1 47,0-2 0,2 5 0,-6-5 0,-2 2 136,-4 0 1,-1 0-1,-5 4 1,-3 0-228,-5 0 1,-9 0 0,-9 0 0,-3 1 413,-1 3 1,-6 3-801,-3 6 0,-8 0 0,-6 0 0,-4 0-625,-3-1 1020,-6-4 0,-3 3 0,-6-4 0</inkml:trace>
  <inkml:trace contextRef="#ctx0" brushRef="#br0">14763 10743 10044,'0'-7'-2108,"2"-3"1881,2 6 1,-3-2 0,5 3 19,0-1 1,-3-1 140,5 5 1,-4 2 132,5 2 0,0-1 329,3 6 1,1-7 0,0 3-198,0-4 1,-5-1 0,1 0 0,1 0-202,1 0 0,3 0 0,2 0 1,1 0 29,-1 0 1,2 0-1,1 0 1,1 0-93,3 0 0,-1 0 0,1 0 1,-1 0 7,0 0 1,3 0 0,0 1-1,-1 2 19,-2 2 0,2-1 1,-4-3-1,1 2 16,1 1 0,-7 1 1,4-5-1,-2 0 66,0 0 1,4 0 0,-4 0 0,0 0 63,2 0 0,-3 0 0,5 0 0,2-2-87,1-2 0,3 3 0,2-4 0,2 2-31,2-1 1,1 3 0,4-4 0,1 4-14,-1 1 0,1 0 0,0 0 0,4 0 13,4 0 0,-1 0 0,1 0 0,0 0 19,-2 0 1,8 0 0,-5 0 0,-1 0 101,-1 0 0,2 0 0,-1 0 0,2-1-56,-2-4 0,3 3 0,-5-6 1,2 3-21,0 2 1,0-3 0,3 0 0,-3 1-52,-4-1 0,-3 2 0,-2 4 0,0 0-41,1 0 0,-2 0 0,-2 0 0,0 0-49,0 0 1,2 0 0,2 0 0,-2 0 66,-3 0 0,3 0 1,-3 0-1,2 0 68,-2 0 1,-3 0 0,-5 0 0,-1 0 17,1 0 1,0-5 0,-1 0-1,0-1 0,-4 0 1,3 1 0,-3 2-1,2-1-58,-1 1 1,2 0 0,-3 0 0,2-1-23,-2 1 1,8 1 0,-5 2 0,0 0-3,-1 0 1,3 0 0,4 0-1,-2 0 40,-1 0 1,0 0 0,2 0 0,1 0 122,-2 0 1,3 0 0,-1 0 0,0 0-18,1 0 1,-2-1 0,5-2 0,0-1-88,-1 1 0,3 0 0,-5 0 0,0-1 1,1 1 0,3 2 1,-1 1-1,3 0-128,2 0 1,1 0-1,2 0 1,5 0 56,3 0 0,3 4 0,1 0 1,3-1 44,1-1 1,2-2 0,3 0-1,-3 0 54,-5 0 1,2-2 0,0-1 0,0-2-28,0-2 0,-1 4 0,-5-3 0,1 2-18,4-1 1,7 0 0,5 2 0,0-1-25,2 1 0,-2 1 0,-29 2 1,-1 0-1,3 0 0,0 0-46,0 0 1,0 0 0,1 0 0,0 0-1,-1 0 1,1 0 0,2 0 0,1 0 69,3 0 1,1 0 0,4 0 0,0 0 0,-1 0 0,1 0 0,-2 0-1,-1 0 17,-2 0 0,0 0 0,-2 0 0,0 0 0,1 0 0,0 0 0,1 0 1,1 0 1,-1 0 1,1 0 0,-1 0 0,-1 0 0,-2 0 0,0 0 0,0 0-1,0 0-1,-1 0 1,1 0-1,2 0 1,-1 0-1,-2 0 1,0 0 0,-4 0-1,0 0-111,31 0 0,-7 2 0,-6 1 0,-6 2-14,-8 2 0,-10-4 0,-4 2 0,-3-4 188,-1-1 1,-6-1 0,-5-4 260,-5-3 0,0-4-37,-6 0 0,-1 3-334,-7 0 1,1 7-622,-5-3 168,5 4-105,-3 1 0,5 0 234,-4 0 0,4 1 1,-5 2-1,1 3-512,-4 1 856,-2 2 0,-8 9 0,-1 2 0</inkml:trace>
  <inkml:trace contextRef="#ctx0" brushRef="#br0">9970 11756 10321,'-5'-13'-735,"3"0"1,-2 0 579,3 0-855,1 6 833,0-4 1,0 11-1,1-2 155,3 5 0,-1 6 0,6-5 0,1 0 154,1 2 0,2-5 0,1 4 1,2-4 136,1-1 0,7 0 1,0 0-1,6 0 41,3 0 1,2-4-1,7 0 1,2-1-69,1 0 1,2 2-1,5-4 1,-2 1-141,-3 3 1,1 0-1,-5 0 1,-2-1-146,-1 1 1,-2 2 0,-1 1 0,-1 1 23,-2 4 1,2-3 0,5 6-1,3-3-32,2-2 0,-4 3 0,7-2 0,3-1 66,7-2 0,-1-1 1,1 0-1,-1 0 67,0 0 0,-1 0 0,5 0 0,-1 0-13,-4 0 0,-7-4 1,-5 0-1,1 1-51,-1 2 1,-5 1-1,0 0 1,-4 0-56,-1 0 1,8 0 0,4 0 0,1 0 17,-1 0 1,7 0 0,-1 0 0,4 0 2,4 0 0,-4-5 0,0 1 0,-1 0 5,-1-2 1,2 5 0,-1-4-1,2 2 59,1-1 0,-3 3 0,-3-4 0,1 3-23,2-3 0,-1 4 0,-3-3 0,-3 2-1,-2 2 0,3 0 1,-6 0-1,1 2-14,-3 2 0,-5-3 0,7 5 0,2-2-23,5 1 1,6-1 0,7-4 0,3 0-1,6 0 0,-36 0 1,0 0-1,5-1 0,0 0 1,0 0-1,0 0 9,0-1 1,0-1-1,-2-1 1,0 0-1,0 1 1,1 0-1,-1 0 1,0 0 52,0 1 0,1-1 0,-4-2 0,0 1 0,1 2 0,1 0 0,-2 0 0,1 0-25,0-1 0,0 0 0,3 2 0,0 0 0,1-1 0,0-1 0,0 1 0,0 0-30,-1-1 0,-1 1 0,0 0 1,-1 0-1,-1 2 0,1 0 0,0 0 1,1 0-28,3 0 0,0 0 1,-1 0-1,1 0 1,5 0-1,0 0 1,-1 0-1,1 0-58,1 0 1,0 0 0,2-2-1,1 0 1,0-1 0,0 1-1,0 1 1,0 0 76,-2 0 0,1 0 0,-3 1 0,-1 0 0,2 0 0,0 0 0,1 0 0,0 0 22,1 0 0,-1 0 0,-4 0 1,-2 0-1,-3 0 0,-1 0 1,30 0 83,-9 0 1,-4 4 0,-6 2 0,1 0-46,-1 0 1,0-1-1,0-2 1,3 1-27,6-1 0,-4-1 0,6-2 0,-3 0 9,-5 0 1,-1 0-1,-2 0 1,-1 0 96,-3 0 1,-3 0 0,-6 0-1,1 0-121,-1 0 1,-5 1-1,-3 2 1,-5 3-116,-3 1 0,-4 0 0,-6 3 0,-4-2-260,-3 2 1,0 2 0,0 1 0,-3 1-32,0 3 1,-8-1 0,-4 3 0,-6 3 380,-5 2 0,-9-1 0,-3 8 1</inkml:trace>
  <inkml:trace contextRef="#ctx0" brushRef="#br0">16916 12704 7708,'-8'-4'-94,"1"-2"255,1-1 0,0 3 0,3-5-178,-1-1 1,-2 3-211,2-1 1,1-1 3,-5-4 0,5 1 345,-1-1 0,2 4 363,2 1 349,0 5 199,0-3 186,0 6-569,0 0-512,-6 0 1,4 0 0,-5 2-62,1 2 1,-3 4 0,4 9 0,-1 6 107,0 6 0,2 5 0,4 11 0,0 12-29,0 15 1,0-29 0,0 2 0,0 7 0,0 1 0,-1 6-1,0 2-41,0 6 1,-2 1 0,1-17 0,0 1 0,-1 1-1,-1 2 1,0 1 0,-1 1 0,1 0 0,-1 1 0,0 0-185,0 2 0,-1 1 1,0-1-1,-1 2 0,-1 0 1,-1 1-1,-1 2 0,-1 2 1,0-1-1,1 1 0,0 0 1,-1 0 123,1 0 0,-1-1 0,1 0 0,0-4 0,0 0 0,1-2 0,2-6 0,0-1 0,1-1 1,1-2-1,1-1 0,1-1-67,-1 19 0,2-1 0,1-3 0,0-1 0,2-6 0,0-2 0,0-5 0,2-1-90,1-5 1,1-1 0,0-2 0,1 0 0,0 0 0,1 1 0,-1 1 0,-1 1 91,0 2 1,-1-1 0,0 0 0,-1 0 0,-2-1 0,1 0 0,0-2 0,1 0 35,1 0 1,0 1 0,-3-1 0,0 0 0,2 2 0,0 0 0,-1-2 0,0 0 68,0 1 1,1-1 0,1-2 0,0 0 0,-1 2 0,0 0 0,0-2 0,0 0-34,-1 0 1,1-1 0,6 33-1,-3-1 1,1-2-131,3 1 1,1-4 0,2-9-1,0-9-232,-1-6 1,0-8 0,-2-5-1,-2-5-196,2-6 1,-3-7-251,2-1 1,-6-8 323,1-1 0,-2-1 0,-2-9 433,0-5 0,-6 0 0,-1-11 1,-2-5-1708,1-5 1696,-1-8 0,-4-7 0,0-8 0</inkml:trace>
  <inkml:trace contextRef="#ctx0" brushRef="#br0">16968 12538 7688,'0'-13'169,"0"0"0,0 0 295,0 0 1,0 5-59,0-1-83,0 6-270,0-2 0,1 5 0,2-2 0,4-1 206,4-1 0,5-2 0,12 2 0,7-4-53,7-4 1,18-2 0,-25 6-1,1-1 1,5-1 0,1 0-144,4 0 0,2 0 0,1 0 0,2 2 1,-1 1-1,1 1 0,-2 0 0,0 0-169,-2 2 1,0 0-1,-2 0 1,0 2-1,-2 2 1,0 0-1,1 0 1,-1 0 22,3 0 0,-1 0 0,-2 0 0,0-1 0,1-1 0,0 1 0,-1-2 0,0 0-6,-1 0 1,0-1-1,-2 0 1,1-1-1,1-1 1,0 0-1,-1-1 1,-1 1-40,-2-1 1,-1 1 0,1 0 0,-2-1 0,30-6 0,-5 0 75,-2 1 0,-7 0 0,-8 2 0,-5 3 247,-2 1 1,-4 2 0,-2 4-1,-3 0 0,-3 0 0,-8 0 0,-2 2 0,-3 0 235,-4 3 1,1 5 0,4-2-174,-1 4 1,1 0-1,-1 1 1,-2-1-385,-2-4 1,-1 4-1,3-2 1,-3 4 22,-1 3 1,3 0 0,-5-3 0,-1 3-47,-2 5 0,-1-2 0,0 1 0,0 0 121,0-1 1,-4 5 0,-2-5 0,1 1 80,-1 0 1,2-4-1,2 3 1,-1-1 156,-1-4 1,0 4 0,4 0 0,0 0-17,0 4 0,4-3 0,2 2 1,1 2-46,3 4 1,-3 5 0,1 7 0,1 4 13,-2 7 1,5 9 0,-9-24 0,1 1-1,-1 4 1,1 0-11,-2 4 0,0 2 1,0 2-1,-1 1 0,0 5 1,1 1-1,0 5 1,0 1-183,0 5 0,-1 0 0,0-1 0,-1 0 0,0 4 0,0 0 1,0-2-1,0-1 31,0-1 1,0-1 0,0 3 0,0 0 0,0-1 0,0-1 0,0 0 0,0-1 47,0-2 1,0-2 0,2-1-1,1-1 1,-1-2 0,1 1-1,1 0 1,-1-1-23,2 1 1,0 0 0,1-6 0,0 0 0,0-3 0,1-1 0,-2-4 0,1 0 61,-2-3 1,0-1 0,2-1 0,-2 0 0,-1-1 0,-1 0 0,-1-1 0,1 0-107,-1 36 0,-1-37 0,0 2 1,0 2-1,-1 1 0,-1 1 1,-1 1 21,-1 1 0,0 1 0,-1-1 0,0 0 0,0 0 0,0-1 0,1-1 0,-1 0-100,0-1 1,0 1 0,2 1 0,-1 0 0,1 0 0,-1-2 0,1 1 0,-1-1-148,0-2 1,1-1 0,1 0 0,1-1 0,-3 32 0,2-2-9,2-2 1,0-12 0,0-6 0,0-6 310,0-2 1,0-2 0,0-3 0,0-3 76,0 1 0,0-4 0,0 5 1,0 0 367,0-1 0,0 1 0,0 1 1,0-5-213,0-6 0,0-1 0,2-4-384,2-3 0,-1-2-1383,5-4 1,-5-5 539,1-8 0,-2-9 1,-2-10-1,0-5 933,0-7 0,-6-13 0,-1-5 0</inkml:trace>
  <inkml:trace contextRef="#ctx0" brushRef="#br0">16878 17909 7730,'-13'0'0,"0"0"44,0 0 0,5 0 652,-1 0-606,1 0 1,2-6 0,5-2 149,3-4 1,8 0 158,-1-1 0,1 4-134,-2 1 0,2 3 0,-4-2 153,1 2 0,3 0 0,7 5 143,5 0 1,3 0 0,8 0-1,10-1-273,11-3 0,-17 0 1,3 0-1,7-2 1,3 0-1,9-1 1,4-1-170,-16 3 1,2-1 0,0 0 0,5 1 0,2 1-1,-1-1 1,4 0 0,1-1 0,-1 1 0,2 1-1,0 1 1,0 0-213,0 2 1,-1-1 0,1 1 0,-2 0 0,0 1 0,0 0 0,-4 0 0,0 0 0,-2 1-1,-3 0 1,-1 1 0,-1-1 33,19 3 1,-2 1 0,-5 0 0,-1 0 0,0 0 0,0 0 0,-3-1 0,0-1 30,-1 0 1,-2 0-1,-5-1 1,-3 0-1,25-2 1,-12-1-697,-11-4 0,-14 2 294,-12-5 1,-8 4 542,-13-5 0,-1 6 0,-2-2-103,-1-1 1,-5 3-1,5-6 1,-1-2-1006,0-5 0,3-4 0,-3-8 995,-1-6 0,5 5 0,-5-8 0</inkml:trace>
  <inkml:trace contextRef="#ctx0" brushRef="#br0">16852 14358 7091,'-6'7'913,"4"-1"-386,-7-6 1,5 0-207,-5 0 1,5 0-397,-5 0-103,7 0 787,-4 0-357,6 0 1,6 0-1,2 0 1,4 0-60,0 0 0,3 0 0,0 0 1,4 0-162,1 0 1,1 0 0,5-2 0,1 0-32,3-3 1,-2 1 0,6 4 0,3 0 84,5 0 0,-1-4 1,6-1-1,3 3 31,4 0 1,3 1 0,4-2-1,-1-1-29,1 1 1,-1 1 0,3 2 0,1 0-33,-3 0 1,1 0 0,-5 0 0,2 0-40,2 0 0,0 0 0,1 0 1,-4 0 47,-1 0 1,4 0-1,-3 0 1,1 0 28,-4 0 1,-6 0 0,-2 2 0,1 1-22,2 1 0,-3 4 1,-1-2-1,-1 0 18,1 0 1,1 2 0,4-4 0,0 1-224,0 0 0,1-3 0,-1 2 0,2-3-33,2-1 1,-8 0 0,0 0 0,-5 0 68,-4 0 1,-4 0 0,-3 0 0,-3 0 81,-9 0 1,-3 0 0,-3 0-1,0 0 212,0 0 1,1 0 0,1 0-31,3 0 1,0 0 0,-2-1 0,1-2-99,-2-1 1,4 0 0,-1 4 0,1 0-130,0 0 0,-2-5-453,-5 1 513,-4 0 881,-3 4-437,-5 0-1136,-5 0-329,3 0 1,-5 0-2046,3 0 1586,2 0 1479,-9 0 0,4-6 0,-6-1 0</inkml:trace>
  <inkml:trace contextRef="#ctx0" brushRef="#br0">13738 11974 13908,'-9'12'0,"1"3"-196,-2 2 1,-1 4-1,-4 9 1,0 4-74,-2 3 0,-5 7 0,4 3 1,-1 2-182,1-2 1,1-3-1,4-8 1,1-5-135,4-5 874,-4-9 1,11-12-1,-3-13 1,4-12-121,4-9 1,7-8 0,8-8 0,1-4-79,3-3 1,1-7 0,0 4 0,-1 2-135,-2 5 1,-4 5-1,3 9 1,-3 5 767,-5 6-634,1 11 1,-8 7 0,4 10-168,-5 3 1,-1 3 0,0 2-1,2 0 72,3 0 1,-1 1 0,3 3 0,-2 5-102,2 2 0,0 0 0,0-1 1,-1-2-156,1 2 0,-3 1 0,1 2 0,1-2-80,-2-3 0,3-1 0,-4-4 0,-1 1-191,1-1 0,0-2 0,-3-1-720,1 0 1250,0 0 0,-15 5 0,-4 2 0</inkml:trace>
  <inkml:trace contextRef="#ctx0" brushRef="#br0">13764 12217 7664,'7'-6'910,"-3"-2"0,-3 1 0,-1-2 1,2-1-453,2-1 1,3 2-1,8 1 1,2-4-739,4-3 0,5 0 0,5-3 280,7-1 0,7-1 0,6-5 0</inkml:trace>
  <inkml:trace contextRef="#ctx0" brushRef="#br0">20261 11986 8401,'0'-7'1291,"0"0"-766,0 3 0,4 1 172,1-6-662,-1 7 0,-10-4 1,-2 7-1,-4 4-58,-1 3 1,-1-1 0,-1 2 0,-3 1 114,3 1 0,-4-2 1,2-2-1,2 0-23,0 0 0,4-3 0,1 4-251,1-3 0,2 1-2,-1-2 1,2-1-1,7 4 1,4-1 45,3-3 0,4 2 1,0 1-1,3 1 63,2 3 0,-2 2 0,5-1 1,-1-1 106,-3-2 0,2 1 0,1 4 0,-1 0 4,1-1 0,-4 1 0,-5-1 0,-3-2 138,-1-2 0,3 1 0,-5 4-19,-1-1 1,-6-3-1,-3-1 1,-1 1-122,-3-2 1,-1 3 0,-2-6 0,0 1-170,0 0 0,5-3 0,-1 2-205,-1-2 1,-1-2 292,-2 0 0,6-2 1,3-2-1,2-5 72,2-2 0,0-2 0,2 0 1,2 0 139,4 1 0,0-6 0,0 1 0,2 0-19,1-1 0,2 4 0,1-4 0,2 3-369,1-2 1,0 2 0,-4-2 0,0 3-301,0 1 0,0 5 0,-1-1 0,1 1 523,0 1 0,6-5 0,0 5 0</inkml:trace>
  <inkml:trace contextRef="#ctx0" brushRef="#br0">20902 11961 8255,'0'-7'3427,"0"-1"-3595,0 4 0,-2 3-54,-2-3 0,-3 4 0,-6 4-61,0 4 1,-1 4 0,-2 1-1,-1-1 110,2 1 0,0 0 1,3 0-1,-1 1 235,0 3 1,4-3-1,2 5 1,2-2 159,2 0 1,1 0-1,4-4 1,2 0-9,5 0 1,3-6-1,6-3 1,4-3 96,7-1 0,-1-1 0,5-5 0,-2-5-158,-2-5 0,-2-6 1,-3 0-1,-3-1-261,-3 2 1,-8-2-1,-3 5 1,0-2-307,0-3 1,-4 4-1,1 2 1,-3 3-1281,-1 1-213,0 0 1907,-5 6 0,-2 13 0,-6 8 0</inkml:trace>
  <inkml:trace contextRef="#ctx0" brushRef="#br0">21325 11948 7617,'7'-6'0,"3"3"0,-4-5 702,1-2 0,-5 3 268,3-2-867,-4 6 1,-5-1 0,-2 7 0,-1 3 2,-3 1 1,0 1 0,0 4 0,2-1-170,-2 2 0,-2-3 1,-1 7-1,2-3-77,3-1 0,-2 0 0,5 0 201,2-1 1,2 1 0,1 0-1,0 0 95,0 0 0,7-2 0,5-2 1,5-5 34,3-3 1,5-1-1,7-1 1,0-3 93,4-5 0,-5-8 0,-1-3 0,-3-1-203,-1-1 1,-6 7-1,-5-4 1,-3 2-334,-4 0 1,-5 0-146,1 4 0,-4 2 0,-4 2 0,-6 5-203,-5 2 0,0 8 1,-2 4 598,3 6 0,1 4 0,0 5 0</inkml:trace>
  <inkml:trace contextRef="#ctx0" brushRef="#br0">22055 11948 7617,'0'-9'845,"0"1"0,0 4 266,0-5-496,0 6-134,0-3 1,-1 6-269,-3 0 0,-4 6 0,-4 3-129,-1 2 1,0 3 0,0 2-1,0 3-58,0 0 1,1-1 0,0 3 0,4 3-46,3 5 0,4-2 0,1 3 0,0-3-41,0-2 1,6-3-1,2-2 1,5-2 90,4-2 1,3-8 0,6-3-1,1-7 325,3-6 0,2-8 0,5-15 1,-2-6 1,-5-5 1,-3-2 0,-3 3 0,-4-3-624,-7-2 1,-2 5 0,-7-3-1,-1-1 265,-1-2 0,-2-8 0,0-3 0</inkml:trace>
  <inkml:trace contextRef="#ctx0" brushRef="#br0">16942 13063 8017,'-4'-8'-295,"-1"-1"1,-3 5-1,2-3 175,-1 1 73,4 2 95,-8 4 145,9 0 353,-3 0 0,6 0 520,3 0-917,-2 0 1,5 0-45,-3 0 1,3 0-106,6 0 0,0 0 0,0 0 0,0 0-11,-1 0 0,1 0 1,0 0-1,0 0 6,0 0 1,-1 0 0,3 0 0,0 0 52,2 0 1,2 4-1,-2 0 1,4-1 63,4-1 0,0 2 0,2 0 1,3-1 6,4-2 1,5-2 0,3-2 0,7-3-23,5-1 0,-1-1 0,2-5 1,-2 2 22,-2 2 1,0-2-1,-2 3 1,-6 1-103,-9 3 1,-6 3-1,-4 1 1,-1 0-53,-1 0 0,-5 1 1,3 2-1,0 1-51,-1-1 0,3 3 1,5-2-1,3-1-64,4-2 1,0-1-1,3 0 1,4-1-5,4-3 1,-4 1-1,0-4 1,-4 1 93,-3 3 0,-5-3 0,-1 2 0,-5 1 45,-6 2 1,-3 1 0,-1 0 0,0 0 118,0 0 0,0 0-27,0 0 1,-1 1-1,3 2 1,0 1-66,2-1 0,6 3 1,-2-2-1,4-1-52,0-2 0,5-1 0,2 0 0,0 0 35,4 0 0,1 0 0,1 0 1,-1 0 161,-2 0 0,-4-4 0,-6 0 0,1 1-124,0 2 1,-1-4 0,0 1 0,-3 1-119,0 2 0,-1 1 0,5 0 1,-1 0-61,1 0 1,0 1 0,-1 2 0,2 1-27,3-1 0,-3 3 0,3-2 0,-3-1 209,-1-2 1,4 4 0,0-1 0,0-1 130,1-2 0,-8-1 1,1 0-1,-3 0 188,-1 0 1,-4 0 498,1 0-380,-9 0-873,-2 0 0,-4 2-202,2 2 1,-1-3-239,5 4 0,-1-2-738,2 1 1574,-3-3 0,-6 11 0,0-5 0</inkml:trace>
  <inkml:trace contextRef="#ctx0" brushRef="#br0">17032 13512 7975,'-6'-7'560,"4"0"-664,-2 2 1,1 4-133,-1-3 212,3 2 126,-5 2 290,6 0-443,0 0-249,-6 0 215,5 0 661,-5 0 477,6 0 728,0 0-1593,6 0 1,1 0 0,6 0-1,0 0-238,-1 0 0,1 0 1,1 0-1,4 0-43,3 0 0,3 5 0,3-1 0,2 0 0,1 2 0,5-5 0,-1 3 1,5-2 53,3-2 0,0 4 0,3 0 1,-1-1 41,-2-1 0,2-2 0,-1 0 0,-2 0 39,-1 0 0,-2 0 0,-1 0 0,-1 0 50,-2 0 1,0 0-1,5 0 1,-1 0-155,1 0 1,-1 0 0,2 0 0,1 0-64,2 0 0,5 0 1,-1-2-1,3-1-37,1-1 1,-1 0-1,-3 4 1,-4 0 97,-3 0 1,-2 0 0,1 0-1,-2 0 12,-3 0 0,-3 1 0,-5 2 0,-1 1 14,1-1 0,-2 3 1,-2-2-1,-5-1 29,-3-1 1,3-2-1,2 0 1,-1 0 60,1 0 0,-1 0 0,-2 0 0,2 0 12,2 0 0,2 0 1,3 0-1,2 1-45,3 3 0,-3-2 0,6 3 0,0 0-38,1-1 0,4 2 0,-8-4 0,-1 4 2,-2 1 0,-2-2 1,1 2-1,0-2 184,-1-2 1,-3 3 0,-1-2 0,2-1 34,1-2 1,2 1-1,-1 1 1,1 1-77,0-1 0,2 0 0,-1 0 0,-4 1-150,-3-1 0,1-2 0,-2-1 1,-1 0-9,1 0 1,-2 0 0,-4 0 0,-1 0-585,1 0 1,0 0-80,0 0 1,-5 0 17,1 0 0,-8 0-78,-1 0 1,-5 0 754,-8 0 0,-6-6 0,-1-1 0</inkml:trace>
  <inkml:trace contextRef="#ctx0" brushRef="#br0">17044 13871 6745,'-12'0'64,"-1"0"0,1 1 1,2 2 22,2 1 1,4 1 0,-5-5 167,-1 0 0,0 1 0,0 2 287,2 1 0,3 1 445,-3-5-635,5 0 0,-4 0-117,3 0-436,2 0 0,-2 0 242,8 0 0,3 0 0,7 0 0,2 0 67,1 0 1,6 0 0,0 0-1,4 0 93,3 0 0,5 0 0,0 0 1,2 0-32,1 0 0,0 0 0,2 0 1,3 0-63,4 0 0,-1 0 0,1 0 1,1 0-133,2 0 1,1 4 0,-1 1 0,-2 1 10,-1 0 1,0 2 0,6-3 0,1-1-259,2 2 0,3-5 0,-2 3 0,2-2 191,2-2 0,6-2 0,1 0 0,-2-4 138,-5-1 1,-5 4 0,-8-1 0,-4 1 92,-4-2 1,0 4 0,-10-3 0,0 2-55,1 2 1,2 0-1,5 0 1,1 0-219,-1 0 1,-2-4 0,1 0 0,3 1-106,-1 2 0,1 1 0,-1 0 0,-1 0 104,1 0 1,3 0 0,1 0 0,-3 0 155,-4 0 0,-1 0 0,-4 0 0,2 0 60,3 0 1,-5 4 0,-1 1 0,-3 3 286,-1 2 0,-1 1 0,1 2 0,1 0-37,3-1 0,-2 1 0,7 0 0,0 0-221,2 0 0,9 1 0,5 2 0,9 1-157,7-2 1,0-2-1,-31-8 1,0 0-1,1-1 1,-1 1-36,35 5 0,-33-5 0,0 1 0,33 7 0,0 1-251,-3 3 1,-8-3-1,-6 5 1,-5-2 8,-7 0 0,-9 0 0,-9-4 0,-8 0 142,-6 0 1,-7 0 0,0-2 0,-6-1-59,-6-2 1,-8-3 0,-6 3-1,-5 2-360,-6 2 587,-3-5 0,-7 10 0,-2-3 0</inkml:trace>
  <inkml:trace contextRef="#ctx0" brushRef="#br0">15302 12448 7991,'-5'-9'0,"0"2"302,-3 2 1,4-5 10,-4 1 1,5 2 0,-3 0 191,0 1 1,4 2-244,-7 4 1,5 0-1,-5 0-87,-1 0 1,3 0-1,-1 0-316,-2 0 0,-2 1 1,-1 2-1,1 3-200,-1 1 0,0 1 0,2 5 0,1 0 15,1 0 0,5-5 0,-3 1 19,1 1 548,2 1 1,5 1 0,3-4-74,5-3 0,2-4 0,2-1 1,0 1-104,0 4 0,4-2 1,0 4-1,-3 0-210,-4 0 0,2 1 1,-4 5-1,2 0 54,-1 0 0,-4 0 1,-3 0-1,1 1 107,1 3 1,0-3-1,-4 3 1,-1-3 145,-4-1 0,0-4 0,-5-1 0,1 1 126,-1-2 0,3-1 1,-1-6-63,-2 0 1,-2-2 0,1-2-224,2-5 0,4-6 0,5-5 0,1-3-63,3-4 0,3-1 1,6 2-1,0 0 71,0 1 0,0 0 0,1 3 1,2 2-148,1 1 0,0 2 1,-4 4-1,-1 2-343,1 2 0,-4 4 0,-1 5 0,2 0-252,2 0 0,0 1 1,1 3 730,0 5 0,6 2 0,0 2 0</inkml:trace>
  <inkml:trace contextRef="#ctx0" brushRef="#br0">15648 12474 9015,'-9'-5'812,"0"1"0,1-5 1,-5 5-688,0 1 0,0 2 1,1 1-1,-1 0-380,0 0 1,0 1-1,0 4 1,1 3-204,-1 4 1,4-4-1,2 1 1,1 1-62,4 1 0,0 2 0,2 0 539,0-1 1,4 1 0,2-1-1,1-2 150,3-2 0,2-4 0,0 4 0,1-3 223,0-2 0,4-1 0,2-2 1,1 0-107,2 0 1,1-6 0,0-1 0,-3-2-293,-2 1 1,4 1-1,-7-3 1,-2 1-220,-3-1 0,-6 3 1,4-2-228,-3-1 1,-1-1-1,-5 0-1165,-3 2 1616,-3-2 0,-12 4 0,-1-6 0</inkml:trace>
  <inkml:trace contextRef="#ctx0" brushRef="#br0">15968 12461 7947,'0'-13'182,"0"0"0,0 0 1,0 0 149,0 1 0,-2 4 0,-2 4-390,-4 3 1,-2 6 0,0 3 0,1 2-124,-1 2 1,-1-2 0,-1 7 0,2-2-268,2-2 0,5-1 0,-1 1 268,2 0 1,2 0 0,0 0 337,0-1 1,0-3 0,2 0-45,2 1 1,2-3 0,4 0 0,-2 0 57,2 0 1,-3-4-1,2 3 1,1-2 126,1 0 0,2 0 1,0-4-1,0-1-226,0-3 1,-1 1 0,1-6 0,-1-1-108,-4-1 0,2-2 0,-4 0 1,-1 0-62,1 1 0,3-1 0,-4 0 1,1 0-275,0 0 1,2 1 0,-2-1-1,0 0-960,-1 0 1329,5 0 0,-2 0 0,4 1 0</inkml:trace>
  <inkml:trace contextRef="#ctx0" brushRef="#br0">16224 12486 7947,'0'-12'0,"0"-1"228,0 0 0,0 4-177,0 1-392,0 5 366,-5-3 1,-1 12-1,-4 1-97,1 0 0,5 3 0,-3-4 34,1 1 0,-2-3 0,3 5 76,3 1 1,0-3 79,2 1 0,0 1 0,0 4 70,0 0 0,0-5 0,2 1-67,2 1 0,2-3 0,4 0 0,-2-1 93,2-4 1,-3 0 0,2-2-321,1 0 1,1 0-858,2 0 963,-6 0 0,-1-6 0,-6-1 0</inkml:trace>
  <inkml:trace contextRef="#ctx0" brushRef="#br0">15878 12909 7921,'-8'0'516,"-1"0"-414,6 0 1,-2 2-344,5 2 1,0 3 0,0 6 0,0 0-68,0 0 1,0 4 0,0 1 0,0 1 180,0-1 1,0 1-1,0-4 1,0 4 126,0 1 0,0-4 0,0 2 0,0 1 0,0 2 0,0-2 0,0 5 0,0-4 0</inkml:trace>
  <inkml:trace contextRef="#ctx0" brushRef="#br0">15942 13512 7873,'13'6'85,"0"-5"0,-2 5 393,-2-1 1,-2-3-1,-4 4-168,1-1 1,0-2-1,-4 6 1,0 1-130,0 1 0,0-2 1,0-1-1,0 2-362,0 1 1,-1 4-1,-2 0 1,-1 2-428,1-1 1,2-2-1,1-1-317,0 0 1,0 0 924,0 0 0,-6-1 0,-1 1 0</inkml:trace>
  <inkml:trace contextRef="#ctx0" brushRef="#br0">15302 13986 8221,'-9'-4'417,"0"0"0,5-1 0,-3 4 166,1-3 1,-4 2-476,2-2 0,-4 3 1,0 1-1,-1 0-124,0 0 0,-1 0 0,-2 1 0,-2 2-189,-2 1 1,-2 5 0,-3-4-1,-1 3 43,0 1 1,5 1 0,1 0-1,2-1 55,2 1 1,2 1 0,2 2 99,4 0 0,2 0 1,7 0-1,4-1 84,3 1 0,9 0 0,3-2 0,2-1-57,-1-1 1,0 0 0,5 2-1,-2-1-91,-2-2 0,0 0 0,-3 2 0,-1-2-206,1 2 0,-6-3 0,-5 2 8,2 1 1,-4-3 0,-3 1 238,-6 2 0,-4-3 0,-6 1 0,0-3 319,0-2 0,-4-1 0,0-2 0,2 0 91,0 0 1,2-2 0,1-2-1,-1-5 52,0-2 0,4-8 0,2-2 0,2-3-261,2-2 1,7 1 0,5-1 0,3-1 56,6-3 1,3 3-1,7-2 1,2 7-450,-1 4 1,-2 4-1,-2 3 1,1 2-788,0 5 1,-5 4 0,0 4 1007,2 5 0,1 2 0,2 2 0</inkml:trace>
  <inkml:trace contextRef="#ctx0" brushRef="#br0">15596 14063 7917,'-4'-13'571,"-2"1"0,-1-1 168,-3 0 1,3 6 0,-1 2 0,-2 4-738,-2 1 0,-1 6 0,1 4 0,-1 4-384,0 3 1,4 6 0,1-3-1,-2 1-125,-2 1 0,1-3 0,1 3 0,2-4-25,-2 1 1,2-5 0,1 3 634,2-3 0,0-1 220,5 0 0,2-6 1,2-3-1,5-2 110,2-2 1,2 0 0,0 0-1,-1-2-48,1-2 0,4 1 0,2-5 0,-1-2-185,1-2 0,-2 0 0,-4-1 0,0 0-638,-1 0 1,1 2-1,0 1 1,0 3-348,0 1 0,-5-3 1,1 4 784,1-2 0,1-2 0,2-4 0</inkml:trace>
  <inkml:trace contextRef="#ctx0" brushRef="#br0">15891 14050 8071,'-4'-12'620,"-1"-1"1,-3 4-1,2 2 23,-1 1 0,-1 3 1,-5 9-905,0 7 1,0 1-1,2 8 1,1-1-214,1-1 0,1 4 1,-5-3-1,0 2 86,0-1 1,5 0 0,1-4 0,-1-3 78,1-1 0,4-5 766,-1 0 0,4-2 0,4 1 156,5-4 1,4-2-1,3-2 1,2 0-211,2 0 1,6-6-1,5-2 1,0-4-522,1-1 0,2 1 0,-4-1 0,-2 0-306,-1 0 0,-3 0 1,-2 1-1,-5-1-271,-3 0 1,-7 4-1,-1 1 695,0-2 0,-5-7 0,5-3 0</inkml:trace>
  <inkml:trace contextRef="#ctx0" brushRef="#br0">16147 13948 8332,'0'-13'1057,"0"6"0,6 1 1,1 8-1341,0 2 0,3-1 0,-4 5 25,1 2 0,0 2 0,3 0 0,-3 1 130,-1 0 0,-2 0 1,-4 0-1,0 0 144,0-1 0,0 1 0,0 0 1,0 1-68,0 3 1,-4-2 0,-2 2-1,1-3 18,-1-1 1,-3 4-1,5 0 1,0-1 61,-2-2 1,5 3-1,-4 0 1,4-1 392,1-2 0,0 3 0,0 2 0,1-1 163,4 1 1,2-1 0,4-2 0,-1 1-103,-1-1 1,-2-2 0,3-1 0,-3-1-168,-1 1 0,-2 0 1,-4 0-1,-2 0-194,-2-1 1,-4-2-1,-9 2 1,-6 4-1329,-6 2 0,-3 9 1206,-7 7 0,-5 9 0,-2 3 0</inkml:trace>
  <inkml:trace contextRef="#ctx0" brushRef="#br0">16698 15063 8348,'-5'-13'0,"-4"0"-344,-2 1 0,2 3 0,1 2 317,-2 1 6,4-4 0,0 7 98,6-5 0,2 5 256,2-1 0,-1 2-44,5 2 0,-5-1 1,3-2 45,0-1-73,-5 0 0,10 4 0,-2 1-74,2 3 0,4-2 0,2 2 0,4-3-16,3-1 0,8 0 0,3 0 0,8 0-134,8 0 1,12 0 0,-26 0 0,1 0 0,4 0 0,0 0-7,5 0 1,0 0 0,5 0 0,2 0 0,2 0 0,0 0 0,2 0 0,-1 0-147,1 0 0,0 0 0,-2 1 0,0 0 0,-4 0 0,-1 2 0,0 1 0,0 1 61,1 0 0,-1 1 0,2 0 0,-1 1 0,0-1 0,-1-1 0,-3 0 0,-1 0-18,-2 0 1,-2-1-1,-1-3 1,-1 1 0,-2 0-1,0 0 1,1-2-1,-1 0-107,-1-2 0,1 0 0,-2-2 1,0-1-1,25-11 0,-2-1 51,-4 2 0,-7 0 1,-7 4-1,-14 1-25,-12 1 62,-9 7 0,-14-4 1,-6 6-1,-7 0-129,-4 0 0,-6 6 1,-1 2-1,-2 2 65,-3-1 1,4 2-1,-3-1 1,1 4 187,2 3 1,-1 0 0,4-2-35,-1 2 0,-4-2 0,4 7 0,0-1 0</inkml:trace>
  <inkml:trace contextRef="#ctx0" brushRef="#br0">16698 15473 8194,'12'13'-232,"-4"0"1,4 1-1,-4 2 1,4 1 156,0-1 1,0-2-1,-2-1 334,-2 0 0,-1-1 0,2 1-173,-5 0 1,-4 0 0,-4-2-78,-5-2 0,2 1 0,-1-6 0,-1 0 25,2 2 1,-4-5-1,4 5-92,0 0 272,-5-5 427,11 5 0,-4-6-81,10 0 1,3 0 0,9 0-1,5 0-170,2 0 1,12-2 0,5 0 0,7-4-287,9-1 0,12 3 0,-31 0 1,2 0-1,3 1 0,2-1-111,3 1 1,1-1 0,6 1 0,2-1 0,4-1 0,1 0 0,2 1 0,1 1-239,1 0 1,1 0-1,1 1 1,1 0-1,-5 2 1,0 0-1,2 0 1,2 0 39,-1 0 0,1 0 1,2 0-1,-1 0 1,-4 0-1,-1 0 1,-5 0-1,-2 0 31,-2 0 0,-1 0 1,-6 0-1,-1 0 1,-2 0-1,0 0 1,-5 0-1,-1-1-373,31-4 1,-14 2 0,-21-5 0,-12-2 415,-13-1 0,-9 2 0,-6 0 1,-8-1 234,-7-1 0,-10-2 1,-5 0-1,-5 2 4,-3 2 0,0-2 1,5 4-1,1-2-143,3 1 1,-2 5 0,6-1-1,2 2-229,1 2 1,1 6 0,2 3 263,2 2 0,-6-1 0,2 3 0,-2 2 0</inkml:trace>
  <inkml:trace contextRef="#ctx0" brushRef="#br0">16903 16307 7875,'0'12'2205,"0"-4"-1406,0 3 0,2-10-565,2 4 1,-1-8-248,6-1 0,-5-1 0,4 4 0,2-2-42,2-1 0,2-1 0,4 5 0,9 0 105,11 0 0,13 0 0,16-1 1,-28 0-1,3-1 11,5 0 0,3 0 0,6-1 0,2 0 1,5 1-1,2 0 0,2-1 0,1-1-103,1 0 0,2 1 1,-21-1-1,1 0 0,0 0 1,2 1-1,1 1 0,0-1 1,2-1-1,0 0 0,0-1 118,1-1 1,0 0 0,0 1 0,-1 0 0,0 0-1,-2 1 1,-3-2 0,-1 0 0,-1 0 0,23 0-1,0 0-151,-3 1 0,0 1 0,-2-1 0,-2 0 0,-6 3 0,-2 0 0,-9 0 0,-2 1-377,-7 0 0,-3 1 1,18 1-1,-20 2 0,-12 3-1141,-11 1 0,-7-4 1311,-8 1 1,-3-3-1,-6-1 1,0 0 307,0 0 1,-1 0 0,-3 0-1,-3 0 40,0 0 1,-4 4 0,3 2 0,-5 3 8,-4 5-75,3-1 0,-4 11 0,5-4 0</inkml:trace>
  <inkml:trace contextRef="#ctx0" brushRef="#br0">17019 16922 8178,'-13'0'-23,"0"0"1,0 0-429,1 0 1,-1 0 0,0 0 0,0 0 261,0 0 0,5 0 200,-1 0 54,6 0 0,-7-1 0,5-2 49,-2-2 1,-1 0 0,-2 2 0,2-1 101,-2 1 1,3 1 0,-2 2 0,-1 0 218,-1 0 0,-2 0 0,0 0 153,0 0 0,1 0-99,-1 0 1,3 5-265,6-1 0,12 2 0,19-4 1,12 3 17,10-2 1,16-3 0,-27-2-1,3-1 1,5-1 0,2 0-116,6-2 1,2 0 0,9-1-1,4 0 1,-19 2 0,1 0 0,0-1-1,4 1 1,0-1 0,0 0-163,2 1 1,1-1-1,0 2 1,0 0-1,0 1 1,1 1-1,0 0 1,0 0 0,1 0-1,-2 1 1,1-1-1,-1 1 52,-1 0 1,0-1 0,0 1 0,-5-1 0,0 1-1,-1 0 1,22 0 0,-2 2 0,-4-1 0,-2 0-163,-2 0 1,-1 0 0,-4 0 0,-2 0 0,0 0 0,-2 0 0,-5 0 0,-3 0-531,-7 0 0,-2 0 0,18 0 0,-16-2 0,-9-2 120,-7-5 0,-11-2 0,-9-2 0,-6 0 368,-5 0 0,-9-4 0,-5 0 1,-3 2-222,-5 0 0,1 4 1,-5 1 406,-1 1 0,-4 7 0,-4-3 0,-2 4 0</inkml:trace>
  <inkml:trace contextRef="#ctx0" brushRef="#br0">15442 15114 8269,'-12'-8'-310,"-1"1"0,0 0 130,0-1 0,5 6 0,1-4 1,-1 2 387,1-1 0,4 0 252,-1 0-372,3 4 0,2-5 0,3 5 186,5-3 0,4 2 1,4-2-1,3 1-23,0-1 0,10 1 0,-2-6 0,6 1 36,5 1 1,2-6 0,12 1 0,4-5-200,7-3 0,-30 10 0,2-1 1,2-1-1,2 0 0,0 0 1,0 1-105,0 0 1,1 1-1,0 0 1,0 0 0,-1-1-1,0 0 1,1 2 0,-1 1-69,0 1 1,0 0-1,-1 1 1,-1 1-1,-1-1 1,0 2-1,34-3-85,-1 1 0,-9-3 0,-10 5 1,-8 1-248,-7 2 0,-11 1 484,-8 0 0,-9 0 587,-8 0 1,-6-4-296,-7-1 0,0-3 0,0 2-67,1-1 1,-5 4 0,-1-1 0,3 2-184,1 2 0,-4 0 0,1 0 0,0 0-368,-1 0 0,2 0 0,-4 0 0,0 0 37,0 0 1,3 5 0,-4-1-1,-1-1 116,3-2 1,-6-1-1,4 0 1,-3 0-79,-2 0 1,-4 0 0,0 0 0,2 0-296,1 0 0,1 0 0,1 0 0,0 0 478,4 0 0,-3 6 0,4 1 0</inkml:trace>
  <inkml:trace contextRef="#ctx0" brushRef="#br0">16596 14627 9633,'-13'0'1500,"-1"2"0,-3 3-1077,-5 8 1,-3 6 0,-4 6-1,-1 2-604,2 3 0,1 2 0,1 5 0,2 0-1394,3 3 0,2 1 1575,6-3 0,0 1 0,1-1 0</inkml:trace>
  <inkml:trace contextRef="#ctx0" brushRef="#br0">13046 14640 7990,'-6'-11'170,"-2"2"0,-2-2 0,0 4 0,1-1 341,-1 4 1,3-2 0,-1 2-1,-2 1-446,-2 2 0,-1 2 0,1 4 1,-1 3-114,0 4 0,-1 2 1,-3 1-1,-5 5-176,-2 5 0,-1-3 0,-1 8 0,0-1 66,1 1 0,-1-3 0,2 4 0,2-2 50,5-4 0,5 2 1,3-10 114,5-1 0,4-3 1,5-5-1,8-3 298,7-4 1,0-5-1,3-2 1,3-1-50,2-3 0,2-1 0,-4-1 0,-1 4-48,1 3 1,-1 0 0,0 1-1,-3 1-139,0 1 1,-5 4 0,3 2-1,-2 4-371,-2 4 1,-2 2-1,-2 2 1,-4 2 35,-4 2 0,-2-4 0,-2 2 1,-2 0 231,-2-1 1,-7 0-1,-8-4 1,-1-2 139,-2-3 1,-3 2 0,0-5 0,-1-2 65,0-2 1,1 3-1,1 1 1,1-3-104,1 0 1,5-8 0,-3-2 0,3-4-71,6-1 1,4-7 0,7-4 0,1-6-109,4-2 0,7-3 0,10-3 0,3-1 251,5 1 0,3 0 0,5-1 0,-1 2 69,-2 3 1,-4 8 0,-5 11 0,-2 5-199,-3 5 0,2 4 1,-6 1-1,-1 1-319,-2 4 0,-1 2 0,0 5 0,-1 1-311,1 0 1,0 0-1,0-2 1,0-1 45,-1-1 1,1-2 0,0 3 0,0-3 570,0-1 0,0 4 0,-1-3 0</inkml:trace>
  <inkml:trace contextRef="#ctx0" brushRef="#br0">13405 14768 8540,'13'-13'1517,"-1"1"-897,1-1 0,0 6-687,0 2 1,-6 5-111,-3 5 1,-4 7-1,-4 10 1,-3 1-38,0-2 0,-5 7 0,4-2 1,-4 1-32,0 0 0,-1-1 0,0-2 1,2-1 236,2-2 1,3-1 0,6 3-1,0-3 93,0-2 1,2-2-1,2-6 1,5-3 68,2-1 0,8-2 0,3-4 0,5-1-44,3-4 0,6-3 0,-2-11 0,2-5 46,-2-4 1,0-6 0,-7 2 0,-4 1 13,-3 0 0,-5 1 1,-6 4-1,-5 2-178,-2 2 1,-8 2 0,-4 6 0,-4 1-330,-3 6 0,-5 0 0,5 3 0,2 2-259,0 5 1,4 4 0,1 8 0,3 0 595,1 2 0,-4 6 0,3-3 0</inkml:trace>
  <inkml:trace contextRef="#ctx0" brushRef="#br0">14071 14884 8111,'0'-13'50,"0"0"0,-1 0 444,-3 0 0,1 1 0,-6-1 68,-1 0 0,-1 6 1,-2 4-781,0 6 0,0 8 1,2 8-1,1 1-92,1 2 0,2 3 0,-3 2 0,3 1-31,2 2 0,0 0 0,5-4 1,0-2 254,0-3 1,0 2 0,0-4-1,2-1 329,2 1 0,5-7 1,6-5-1,4-1 69,1-3 0,5-3 0,7-6 0,-1-5 19,0-5 0,5-8 0,-2-2 1,3-6-124,1-5 1,-5 2 0,-3 3 0,-4 0-224,-5 4 1,-7 2 0,-7 5-1,-1 4-552,-3 3 1,-3 6-1,-4 4 1,-5 3 566,-2 1 0,-2 0 0,0 0 0</inkml:trace>
  <inkml:trace contextRef="#ctx0" brushRef="#br0">14609 14871 8056,'0'-20'431,"-4"-3"1,-1 6 0,-3 1 722,-2 2 0,-1 3 0,-2 2-1050,0 5 1,5 8 0,-1 6 0,1 4-713,1 3 0,-5 6 0,5-1 0,-1 2 25,-1 1 0,6 0 0,-1-3 0,1-2 209,-1-1 1,2 4-1,-2-3 1,3 0 402,1-3 0,0-3 0,0-1 0,1 0 395,3-1 0,5 1 0,7-1 0,2-2 338,2-2 0,-1-5 0,5 1 0,3-2-195,0-2 0,1 0 0,2 0 0,4 0-294,3 0 1,0-5-1,-2 0 1,-4-2-690,0-3 0,-4-2 1,2-1-1,-8 1-291,-8-1 1,-2 0 0,-6 0 0,-2 0-867,-2 0 0,-4 5 1573,-5-1 0,-1 1 0,-9-5 0</inkml:trace>
  <inkml:trace contextRef="#ctx0" brushRef="#br0">14763 14743 8000,'-13'-6'1575,"-1"0"1,-1-2-300,-3 3 0,1 4 0,6 4 0,2 7-651,5 11 0,3 10 0,1 12 0,3 6-921,5 5 0,2 0 0,11 7 1,4 3-456,-11-31 1,0 1 0,0 4 0,1 0 0,1-1 0,0 0 417,0 0 0,0 1 1,1 5-1,1 0 1,-1-4-1,-1 0 1</inkml:trace>
  <inkml:trace contextRef="#ctx0" brushRef="#br0">12251 12679 7728,'-4'-13'-109,"0"0"0,-6 0 1,3 0-1,-2 1 489,1-1 0,1 4 0,-3 2 0,3 0 72,1 0 1,-4 4-411,1-1 1,2 4 0,0 4 0,0 5-142,0 2 0,3 7 1,-4 4-1,3 3 88,2 5 0,-3 5 1,1 7-1,-1 5 97,0 3 1,2 13 0,4 5 0,0-31-1,0 2-27,0 1 1,0 1-1,2 1 1,2 0-1,0 4 1,0 0-1,2 2 1,-1 0-75,2 1 0,-1 0 1,1 0-1,-1-1 1,1-5-1,-1 0 1,0-3-1,-1-1-22,0-1 0,-1-2 0,1 1 0,0-1 1,-1 28-1,-1-7-227,-2-7 1,-1-6-1,0-4 1,-1 0 188,-3-2 1,-3 2 0,-6-10 0,0-1 117,0-2 1,2 3 0,1-2-1,1-2 142,-1-4 1,5-2 0,-1 3-1,2-3-43,-1-1 0,0-1 0,2-2 0,-3 1-74,-1-1 1,3 2-1,-3-1 74,1-1 0,-3-6 129,5-2 140,0-5 0,2 3-38,-2-6 0,3-1 0,-5-2-289,0-2 0,5 0 0,-5 2 0,2-3-33,0-1 1,-5 3 0,3-3-1,1 0-83,-1-1 1,-4 0-1,3-6 1,-2-2-19,1-1 0,1-6 0,-3 2 0,3-2 11,1 2 1,-3-7-1,5 6 1,0 0-224,-2 2 1,5 3 0,-4 3 0,3 0-593,-3 1 1,4 2 853,-3 6 0,-4 4 0,1-5 0</inkml:trace>
  <inkml:trace contextRef="#ctx0" brushRef="#br0">11816 14704 8015,'0'-13'1145,"0"-1"0,1-3-804,3-4 0,9-5 0,10-5 0,6-8-732,5-6 1,3-5 0,3-3 390,2-3 0,-19 28 0,0-2 0,2-2 0,1 0 0</inkml:trace>
  <inkml:trace contextRef="#ctx0" brushRef="#br0">12136 12768 7753,'-18'-5'330,"3"-4"0,5-2-2,0-2 1,3 4 0,0 1-175,2-2 0,0-2 0,5 0 0,0-1 108,0 0 0,2 4 0,1 1 422,1-2-750,0-1 1,-10 3 0,-2 7 0,-4 7-349,0 7 1,-7 12 0,-4 4-1,-4 5-351,-3 6 1,0 2-1,5 0 765,-1 0 0,-5 1 0,-2-4 0</inkml:trace>
  <inkml:trace contextRef="#ctx0" brushRef="#br0">12085 12627 7753,'6'-25'0,"1"-1"942,0 0 0,4 8 1,-2 5-1,4 7-1,4 5 1,3 14-1,7 11 1,3 16-774,4 14 1,-13-19-1,0 1 1,3 3-1,-1-1 1,3 1-1,0 1-473,1-1 1,1 0-1,1-3 1,2-2 0,2-1-1,2-2-67,1-2 1,1-1 0,3-4-1,1-1 1,1-1 0,0 0-1</inkml:trace>
  <inkml:trace contextRef="#ctx0" brushRef="#br0">19684 13076 7781,'-12'0'267,"-1"0"213,0 0 0,0 4-365,0 1 1,5-1-22,-1-4 0,5 0-295,-5 0 0,5-2 142,-4-2 0,3 3 0,-2-5 0,0 2 270,0-1 0,-2 1 1,-3 3-1,-1-2-39,0-1 0,-6-1 0,-2 5 0,-3 0 99,-2 0 0,-7 0 0,-4 0 0,-4 0-44,0 0 0,-5 0 0,1-1 0,-4-2-112,-2-1 0,3 0 1,-8 4-1,2 0 133,-2 0 0,7 0 0,-5 0 0,-1 0-65,3 0 1,3 4-1,2 0 1,-2-1-26,-6-2 0,7-1 0,-3 0 1,2 0-27,4 0 0,-1 0 1,6 0-1,2-1-134,5-3 1,5-3-1,3-5 1,3 2-26,0 2 0,7-1 0,-1-4 1,5 0-100,2 1 0,0-5 1,-3-1-1,-1 3 71,0 1 1,-1 2 0,-2 2 0,-2 2 83,-2-2 1,-6 3 0,-4-1 0,2 3 92,1 2 1,-5 1 0,0 2 0,-1 0-21,3 0 1,1 0-1,1 0 1,-3 0 15,-2 0 0,9 0 1,-2 0-1,2-1-3,0-3 1,2 2 0,2-2 0,2 1 28,2-1 1,0 3 0,1-5 0,-4 2-90,-1-1 1,3 1-1,-4 4 1,0 0-6,1 0 0,-6 0 0,2 1 0,-5 4-141,1 3 0,-1 4 1,1 2-1,-2 2 39,1 1 1,2 0-1,2-3 1,-1 3-22,1 4 0,-1-1 1,0 0-1,1-1-33,-1-3 1,6 2 0,3-2 0,1-3 75,-1-4 1,7-1 0,-1 2 0,4-2 17,4 2 0,0-1 0,0 2 0,-2 3 26,-3 1 1,6 4-1,-4 4 1,2 4-34,-1 3 1,-3 0-1,4-3 1,1 2-112,1 1 1,2 4-1,0-4 1,0 0-44,0 1 0,2-8 1,2 2-1,4 0 93,4-1 0,1-3 1,1-1-1,3-1 69,4-4 1,4 4 0,2-2-1,3-1 64,4-2 0,3-1 0,3 1 1,2 0-18,5-1 0,5 3 1,2-8-1,3 2-17,1-1 1,6-2 0,4-4 0,-2 1 7,-5-1 1,-4-2 0,-4 1 0,-1 0-3,0 3 0,-4-1 1,-9-3-1,-1 2-23,1 2 0,3 0 0,2-2 1,2 1-91,2-1 1,6-1 0,5-2 0,3-2 6,8-2 1,-33 3 0,0-1-1,2-2 1,-1 0 0,1-1 0,-1 1 39,0 1 1,1-1 0,1-1 0,0 0 0,-1 2 0,0 0 0,-2 0 0,0 1-6,34-4 1,-2-3 0,-2 4 0,2-3 30,-33 3 1,1 1 0,1 0 0,1 0-1,31-3 1,-1 0 4,1 0 0,-3 0 1,-7-3-1,-5 1 34,-2-1 1,-6 3 0,0-1 0,1-2-8,2-2 1,-3 0 0,0-1 0,0 0 2,-1 0 0,2 0 0,-5 0 0,-2 1-50,-1-1 0,-7 4 1,-2 1-1,-1-2 77,0-2 1,-6 1 0,-5 1 0,-2 1 136,0-1 1,-4 3-1,-6-1 45,-1-2 0,-2-2 1,-4 0-80,0-1 1,-6-1-1,-2-2 1,-5-3-88,-4-1 0,1-1 0,-5-5 0,-4-1-413,-3-3 1,-5-2 0,-5-8-1,-1-1-39,1-2 0,-2 1 0,0 7 0,0 2 346,3 2 1,3 2-1,0 8 1,5 4 243,7 3 1,7 6-189,7 4 0,6 4 0,2 3-406,8 1 0,3 1 0,2-5 1,1 0-229,3 0 1,2 0 0,3 0-1,-2-2-133,-1-2 0,2 2 754,-4-2 0,6-3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 9333 8132,'-9'-5'-291,"0"1"1,7-2 0,-4 4-1,0-3 0,3 1 237,-5 4 1,4 0 0,-4 1 0,1 2 113,0 2 0,3-1 0,-3-3 256,1 4 0,-4-3 624,2 7 127,2-6-480,0 3-562,6-6 1,2 0 19,2 0 0,4-2 1,8-2-1,3-3-11,1 0 0,1-5 0,6 4 0,3-5-1,4-4 1,9 1 0,7-5-1,7-2 6,7-1 0,-30 9 0,0 0 1,0-1-1,0 0 0,2 1 1,1-1 7,0 1 1,1-1 0,2-1 0,0 0 0,-1 1 0,-1 2 0,-3-1 0,0 1 49,27-13 0,-6 3 1,-10 3-1,-8 3-19,-7 4 0,-14 3 0,-5 1 0,-4 3 32,-1 1 0,-4-4-4,2 1-206,-4 4 0,-1-2 17,0 2 0,1 4 97,4-3 1,-4-3 135,3-2 1,-2-2 71,-2-2 1,0 4-239,0 1 1,-2 1 0,-2-2 0,-4 3-112,-4 1 0,-2 3 0,-2-2 1,-1 3-95,2 1 1,-4 0 0,1 0-1,-1 0-101,0 0 0,-2 0 0,3 0 0,-1 0-70,1 0 1,0 1 0,6 2 0,-1 1-61,0-1 0,0 3 0,0-1 452,1 2 0,-1 8 0,0 5 0</inkml:trace>
  <inkml:trace contextRef="#ctx0" brushRef="#br0">2602 8705 8339,'1'-13'1944,"3"0"-1822,-2 6 1,2 7 0,-8 11 0,-6 8-219,-6 6 1,-4 15-1,-7 3 1,-3 7-201,-4 5 0,1-1 1,0 6-1,1 0-127,-1-1 0,6-2 1,1-8-1,8-3-232,3-8 1,8-5 654,3-7 0,14-1 0,4 1 0</inkml:trace>
  <inkml:trace contextRef="#ctx0" brushRef="#br0">10688 8230 8330,'0'-13'-811,"-4"-4"1519,-1 0 0,1 0-184,4 4 1,0 5-726,0-1 45,0 6 0,2-2 21,2 5 0,-3 5 0,2 5 154,-6 6 0,-5 4 1,-11 7-1,-6 4-16,-8 8 1,-11 6 0,19-17-1,-2 1 1,-1 2 0,-2 1-66,-1 1 0,-1 1 0,0 2 1,-1 1-1,0-2 0,-1-1 1,0 1-1,0 0-6,0 0 1,1 0-1,-1-1 1,1-1-1,2-3 1,2-2 0,-19 22 101,9-10 1,14-9 0,7-11 198,4-7 1,8-6 274,6-7 1,0-5-1,5-4 1,-4-2-170,-1-2 0,4-4 0,2-2 1,1-1-215,3-2 0,2-3 0,0 0 1,0-1-210,-4 0 0,4-4 0,-5 2 0,1 2-213,1 4 1,-6 2 0,1-3 0,-2 3-507,-2 1 1,0 2-65,0 4 1,-6 8 0,-1 5 866,0 7 0,1 4 0,0 2 0,-1 0 0</inkml:trace>
  <inkml:trace contextRef="#ctx0" brushRef="#br0">10034 8730 8330,'-25'13'150,"-1"0"1,1 0 0,-1-1-1,2 1 311,2 0 0,0 4 1,4 2-1,4 1-196,4 2 1,5 3-1,6 0 1,5 1-401,6 0 0,10-5 1,12 0 134,9 2 0,17-4 0,5-1 0</inkml:trace>
  <inkml:trace contextRef="#ctx0" brushRef="#br0">3845 13115 8654,'-8'0'2201,"1"0"-1262,3 0-345,3 0-269,-5 0-169,6 0 1,10 0-1,4 0 1,5 0-101,3 0 0,8 0 0,5 0 1,3-2-72,5-2 1,2 2-1,5-3 1,-1 0-25,-2 1 1,-8-2 0,0 4-1,-8-3-477,-4 2 1,-11 2 282,-3 1 1,-10 0 0,-3 0 171,-8 0 1,-3 4 0,-3 1-1,-2-1-79,-1 2 1,-6-4 0,3 6-1,-1-3-8,0-2 0,-1 0 0,-2 0 0,1 1 10,2-1 1,-5-2-1,-4-1 1,3 0 51,5 0 1,-3 0 0,4 0 0,-2 0 210,2 0 1,-2 0 0,6 0 793,1 0-682,2 0 0,7 6 0,4 3-30,6 2 1,4 2-1,7-2 1,3-1-109,5-1 1,3-5 0,5 3-1,4-1-143,3-3 0,6-2 0,1-1 1,0-1-140,1-4 0,-3 3 0,-5-6 0,-2 1-91,-6 0 0,-3 0 0,-5-3 248,-4 2 1,-8-1 0,-6-4 37,-6 0 1,-6 2 0,-8 1 0,-4 3-66,-3 1 0,-6-2 0,-1 2 0,-1 0-138,1 0 0,0 2 1,2 4-1,-1 2-31,2 2 0,-4-1 0,3 7 0,0 3 59,2 2 1,1 2 0,2-4 0,4 1 209,7 3 0,2-7 0,7 3 43,1-1 0,3-2 1,4-2-1,6-4 169,6-2 0,-1-2 1,8 0-1,3 0-168,2 0 1,4 0-1,-4 0 1,4 0-198,0 0 1,-3-4 0,1-1 0,-2 2-240,2 2 1,-3-3 0,4 0 0,-1 1-893,0 1 1237,0 2 0,1 6 0,2 1 0</inkml:trace>
  <inkml:trace contextRef="#ctx0" brushRef="#br0">6702 13499 8420,'-32'-24'0,"2"3"1,4 2 0,5 8 0,4 2 577,2 5 1,7 2-351,-1 2 1,8 0-1,1 0 60,7 0 0,16 0 0,7 0 0,8-1 112,9-3 1,9 2 0,15-2 0,-32 3 0,2 1-180,2-1 1,1 2 0,1-2 0,1 2 0,4-1 0,1 1 0,-1 1 0,1 0-189,1 2 1,0 1 0,2-2 0,0 1 0,-1 0 0,1 0 0,-1 1 0,-1 0-184,-3 1 1,-2 0 0,-5-2 0,0 0 0,26 5 0,-10-1-1086,-8 0 1,-26 2 591,-19-6 1,-17 0 0,-19-4 0,-8 0 304,-6 0 0,-11-1 0,-3-4 0,-6-3 182,-3-4 0,3-5 0,-4-1 0,4-1 273,1 1 1,2-4 0,1 4 0,0-1 427,4 1 0,10 2 0,9 8 0,8 3 514,7 4 0,12 2 1,13 5-660,14 7 0,11 5 0,16 10 0,7 0-105,8 2-295,-29-10 0,2 1 0,6-3 0,1 0 0,-1 5 0,-1 1 0,2-1 0,-1 1 0</inkml:trace>
  <inkml:trace contextRef="#ctx0" brushRef="#br0">17288 7897 7847,'-2'-17'0,"0"0"718,-3 1 0,1 2 1730,4 1-2193,0 6 0,-1 1 0,-2 8-129,-1 2 1,-5 3 0,3 6 0,1 0 78,-1-1 1,-3-2-1,5 2 1,0 2-202,-2 0 0,5 5 1,-4-1-1,3 2-38,-3 3 1,4 1 0,-3 2-1,2 0-195,2-1 1,0 2-1,0 2 1,0 1-84,0-2 0,0-1 0,0-3 0,0-1-27,0-1 0,4-7 1,1 2-1,-2-1-270,-2 1 0,-1-7 0,1 1-907,4-3 1516,-4 2 0,5-9 0,-6 5 0</inkml:trace>
  <inkml:trace contextRef="#ctx0" brushRef="#br0">17583 8038 7847,'1'-13'0,"2"0"288,1 0 0,2 1-277,-2-1 0,-1 6-105,6 2 1395,-7 4-896,4 1 0,-6 1 0,-1 2 1,-4 2-238,-3-3 0,1 0 0,-2-1 0,-1 4-108,-1 3 1,-2 1-1,-1 2 1,-2 3-101,-1 0 0,1 6 0,6 2 0,2 2-251,-2 2 1,4-1 0,2 1-1,2-2 98,2-2 0,6 2 0,4-4 0,6 0 278,5-3 0,3-9 1,3-3-1,3-5 45,5-5 0,0-3 0,-1-9 1,-4-6 15,-3-6 1,-3 2-1,-2-4 1,-7 1 311,-5 0 1,-4 0 0,-6 5 0,0 0-74,0 4 1,-1-2 0,-4 6-588,-3 1 0,-3 8-304,-2 4 0,0 2-692,0 2 1,6 2 1197,3 2 0,2 9 0,2 7 0</inkml:trace>
  <inkml:trace contextRef="#ctx0" brushRef="#br0">18634 8333 9888,'0'-7'3,"0"1"0,1 6-261,3 0 0,5 0 1,8 0-1,6 1-25,5 4 1,5-2-1,7 4 1,4 0 30,7 0 1,7 1 0,9 5 0,3 0 177,1 0 0,-35-9 0,1 0 1,2 1-1,0-1 0,1 1 1,0 0 43,1 1 1,-1-1 0,1 0-1,-1-1 1,-1 0 0,-1-1-1,0 0 1,0 0 90,-2-2 1,0 1-1,37-1 1,-10-2-1,-9-4 230,-9-3 1,-12 1 0,-7-2 0,-8 1 1326,-4 0-1417,-6-3 0,-1 10 0,-3-4 0,5 4-278,2 1 1,3 6-1,2 2 1,2 4-207,2 0 1,2 5 0,3 2 0,2-1-97,3 1 1,3-2-1,4-6 1,-1-2 151,-2-5 1,0-2 0,4-2 0,-2 0 205,-6 0 1,-2 0 0,-11-2-1,-1-1 21,-2-1 0,-1 0 0,0 2 576,0-2 1,0 1 0,1-4 0,1 0 90,3 0 1,3 3-1,-3-5 1,2 1-622,3 0 0,6-3 1,1 3-1,-2-4-1357,-1-1 1311,-7 6 0,10-10 0,-3 3 0</inkml:trace>
  <inkml:trace contextRef="#ctx0" brushRef="#br0">17185 9153 7823,'-5'-7'-47,"3"0"0,-3 4 534,-1-1 298,4-6-471,-3 3 1,6-5-1,2 2 131,1 2 0,6 5 0,-1-3-260,2 1 1,2 3 0,1-2 0,2 1-70,1-1 0,4 2 0,-2-2 0,1 3-211,3 1 1,-1 0 0,1 1-1,-3 2-168,-1 1 1,-2 5 0,-5-4 0,0 3 208,-4 2 1,-2 2-1,-7 4 1,-4 1 71,-3-1 1,-5 4-1,-4 0 1,-3 1-83,0 0 0,-4-3 1,4 3-1,-1 0 11,-1-1 1,7-1 0,-1-6 0,5-1 118,2 1 0,6-4 141,-1-1 1,8-5 0,6 1 0,6-2-132,5-2 1,9 0-1,3 0 1,1 0-313,0 0 1,5 0-1,3 0 1,0 0-910,-3 0 0,0 0 1145,-1 0 0,6-6 0,2-1 0</inkml:trace>
  <inkml:trace contextRef="#ctx0" brushRef="#br0">18031 9115 7823,'0'-20'225,"-1"-3"0,-2 6 0,-3 1 2101,-1 2 1,3 3-1755,-5 2 0,1 3 0,-5 8-906,0 2 0,0 7 0,0 8 1,1 0-109,-1-1 0,0 3 0,-1-2 0,-2-1-104,-1 1 1,4-2 0,5-4 0,-1 0-211,2 0 1,-3-1 950,6 1 0,5-1 0,8-4 0,4-4 181,4-2 0,3-2 0,7 0 0,1-2 17,2-2 0,6-3 1,-2-7-1,1-2-179,0-1 0,-4 0 0,-7 4 1,-3 0-664,-3 0 1,-4 5 0,-3-1-1331,-2-1 1779,-4 5 0,-5-1 0,0 6 0</inkml:trace>
  <inkml:trace contextRef="#ctx0" brushRef="#br0">18928 9384 8270,'5'-13'1104,"-1"0"0,0 1 0,-3-1-842,4 0 0,-2 4 0,5 2-620,2 2 1,2 0 0,0 5 0,3 0-177,2 0 1,7 2-1,7 3 1,2 7 16,3 3 0,1 4 0,2-3 0,3 2 517,0 2 0,5-4 0,-4-1 0,-2-5 0,5 2 0,0-5 0</inkml:trace>
  <inkml:trace contextRef="#ctx0" brushRef="#br0">19953 9358 7953,'8'-5'1640,"-1"2"-994,-3-6 0,-1 6-589,5-1 1,1 3-1,5 1 1,2 1-270,1 3 1,7 1 0,0 6 0,6 3-246,3 1 0,1 0 0,3 1 0,-1 1-1148,-2-1 1605,0-2 0,5 4 0,-1 2 0</inkml:trace>
  <inkml:trace contextRef="#ctx0" brushRef="#br0">20825 9397 7792,'7'0'2055,"4"0"-2140,-2 0 1,-3 6 84,-2 2 0,9 9 0,1 3 0</inkml:trace>
  <inkml:trace contextRef="#ctx0" brushRef="#br0">17326 10333 9744,'0'-7'1545,"0"-5"0,0 9-1739,0-5 1,2 5 0,2-1-195,5 2 0,-2 2 0,1 0 137,2 0 0,0 2 1,0 0-1,-3 4 247,-1 1 1,-2 2-1,-4 4 1,0-1 96,0 1 0,0 0 1,0 0-1,0 0 36,0 0 1,-4-1 0,-2 0-1,1-2 144,-1-2 1,0-3-180,2 3 0,1-1-51,-5 2 0,5-2 6,-2-3 1,5 2 0,3 4 0,3-3-79,1-1 0,2 2 0,3-2 0,1 1-74,0 3 1,0-3-1,0 2 1,-1-1 73,1-1 0,0 3 1,0-4-13,0 1 1,-6-3-39,-3 5 0,-2-5 1,-4 3-1,-2 0-752,-5 1 1,-8 0 830,-4 5 0,-9 0 0,-3 0 0</inkml:trace>
  <inkml:trace contextRef="#ctx0" brushRef="#br0">17634 10563 7801,'26'-25'180,"2"-9"0,-1-1 0,-6 4 741,-5 3 1,0 6 0,-9 2 1176,0 2-2106,-1 6 1,-12 12 0,-4 10 0,-4 6-437,-3 5 0,-6 4 1,2 0-1,-2 1-47,1-1 1,0 1 0,5-2-1,1-1 162,2-2 1,1-1 0,1 2-1,4-5 395,4-3 0,2-1 0,4 0 0,3-2 313,8-2 0,7-4 0,10-5 0,4 0 24,3 0 1,6-5 0,0-4-1,-4-4-313,-3-4 1,-6 3 0,-7-3 0,-5 3-106,-3 1 1,-1 0 0,-10 0-1572,-1 0 1586,-2 6 0,-6-4 0,-3 4 0</inkml:trace>
  <inkml:trace contextRef="#ctx0" brushRef="#br0">18736 10679 9662,'0'-13'0,"0"0"553,0 0 1,0 5 0,-1 1-1,-2 0-1425,-2-1 223,1 6 0,6-4 0,2 7 172,4 4 0,0 2 1,0 4-1,2-1-694,1-1 1171,2-1 0,6 5 0,1 0 0</inkml:trace>
  <inkml:trace contextRef="#ctx0" brushRef="#br0">19774 10589 12618,'6'7'-352,"2"0"1,9-4 0,6 1-298,6-1 0,5 3 649,9-2 0,2 6 0,6-3 0</inkml:trace>
  <inkml:trace contextRef="#ctx0" brushRef="#br0">20594 10627 7702,'0'-12'790,"0"-1"891,0 0 0,5 0 0,0 2-1756,2 2 0,2-1 75,4 6 0,0 0 0,-1 4 0</inkml:trace>
  <inkml:trace contextRef="#ctx0" brushRef="#br0">17390 12179 7767,'-12'0'252,"0"-2"1,2-1 906,2-1 0,1-2 0,-3 4-481,1-3 1,6 0-829,-1 0 0,3 5 0,1 0-55,0 7 1,-2 5 0,-1 2 0,-1 2-192,1 1 1,2 1-1,-1-1 1,-1 3-16,-1 0 0,0 0 1,4-4-1,0 1 409,0-1 0,0-2 0,0-1 98,0 0 1,1-5 0,4-1 0,3-1 338,4-3 1,6-2-1,3-2 1,2-2-120,-1-1 0,2-2 1,-4 3-1,1-1-747,0 1 1,-4-3-1,3 2 1,-1 1-1449,-3 2 1879,-2 1 0,4-6 0,2-1 0</inkml:trace>
  <inkml:trace contextRef="#ctx0" brushRef="#br0">17570 12204 8942,'-13'0'1483,"0"0"0,0 0 0,1 0-1021,-1 0 1,4 0 0,2 2 0,1 2-694,4 5 1,0 3 0,2 5-1,0 5-514,0 2 0,6 7 0,2 2 1,4 1 1,1 1 1,4-7 0,0 3 0,0-1 240,1 0 0,1-4 1,2-6-1,-4-3 502,-2-6 0,2 2 0,0-6 0,-2 0 0,0-2 0,3-10 0,2-2 0</inkml:trace>
  <inkml:trace contextRef="#ctx0" brushRef="#br0">18031 12191 7767,'7'-25'92,"-2"-1"1,-4 6-1,-1 3 538,0 3 0,-7 5 0,-5 2 0,-3 2-199,-1 2 0,-2 3 1,-1 4-1,1 6-483,-1 6 0,2-2 0,4 4 0,0-1-113,1 1 0,0 3 0,4-4 0,3-1-98,4-2 0,1 3 0,0 0 0,0-1 4,0-2 0,1-1 0,4 1 0,3 0 342,4-1 0,0 6 1,3-9-1,0-2 117,2-1 0,6-2 0,-1-5 1,2 0 7,1 0 1,-3-8-1,-1-4 1,2-8-108,1-4 1,-3-4-1,-2 0 1,-3-3-144,-5-2 0,-7 3 0,1-3 0,-4 2-16,-1 2 1,-1 4 0,-4 2 0,-5 3-387,-5 1 1,0 4 0,-2 6 55,3 5 0,1 3 0,0 1 1,2 2 387,3 7 0,-4 5 0,5 12 0</inkml:trace>
  <inkml:trace contextRef="#ctx0" brushRef="#br0">19659 12076 7714,'0'-8'175,"0"-1"202,0-1 0,-5 3 0,1-2 1,0 1 34,-2 1 0,5 0 0,-5 4-163,0-2 0,5 0-180,-3 0 1,1 4-78,-1-3 0,-4 4 0,-4 4-84,-1 5 0,-4 2 1,-2 2-1,-1 1 67,-2 3 0,-3 3 0,-2 6 0,-1-1 25,-2 1 1,0 0 0,4-1 0,2 1 69,3 0 0,-2-2 0,7-3 0,5-4 1,5-2 0,5-3 0,2 1-35,4 0 0,7-6 0,10-3 0,2-2-8,2-2 1,3-6 0,3-4 0,-1-4-84,0-3 0,-5-2 0,-6 4 1,-2-3 46,-2 3 0,-3 1 0,-3 2 13,-2 4 1,-6 2-1,-2 7 292,-7 4 1,-5 9-1,-2 10 1,-2 7-98,-1 6 0,2 1 0,5 7 1,3 1-102,1-1 0,2-1 1,4 1-1,0-8-225,0-5 0,1-3 0,2-8 1,1-4-360,-1-2 0,-1-7 283,-2 1 1,-2-2 0,-1 3 0,-2-3-363,-3-1 1,0 2 0,-5-4 563,0-1 0,0 4 0,1 0 0</inkml:trace>
  <inkml:trace contextRef="#ctx0" brushRef="#br0">19889 12268 7987,'9'-30'0,"-2"1"930,-1 0 0,-2 3 1,-5 5 218,-4 4 1,-2 4-1389,-6 5 0,-1 3 0,-1 10 0,-4 5-304,-1 5 0,-1 2 1,-4 8-1,3 2 186,0 0 1,2 4 0,-1-1 0,5-2 524,6 0 1,5-7 0,5-1 0,0 0 250,0 0 0,1-5 1,5 2-1,7-4 27,7-4 0,5 1 0,5-6 0,4-4-147,3-7 1,7-3 0,3-13 0,3-2-441,2-4 1,-8-2-1,-6 2 1,-7-1-354,-3 2 0,-4 1 0,-4 1 0,-8 2-521,-6 3 1,-4-2-1,-4 7 129,-2 5 0,-3 4 886,-6 7 0,0 5 0,0 2 0</inkml:trace>
  <inkml:trace contextRef="#ctx0" brushRef="#br0">20133 12243 7690,'4'8'91,"0"1"0,2-6 0,-2 1 388,5-3 0,2-2 1,2-3-1,0-5-103,0-2 0,5-8 1,5-4-1,4-4-234,3-3 0,0-1 1,-4 3-1,1-2-245,3 1 1,-3 4 0,2 3 0,-3 5-767,-5 3 0,-2 7 0,-6 3 869,0 2 0,-1 2 0,1 0 0</inkml:trace>
  <inkml:trace contextRef="#ctx0" brushRef="#br0">20530 11948 7690,'-6'-13'0,"-1"0"0,-4 0 2015,2 1 1,-1 3-447,6 1 0,-2 5-1479,2-2 1,3 10 0,-3 5 0,1 7-179,-2 8 0,4 7 0,-3 6 1,2 1-734,2-1 1,0 6-1,0 3 1,0 3-111,0 1 0,0 1 1,0-1-1,0-1-551,0-3 1482,6-3 0,1-6 0,6 1 0</inkml:trace>
  <inkml:trace contextRef="#ctx0" brushRef="#br0">20863 12153 7944,'9'-17'0,"-2"0"1248,-1 1 1,-2 2 772,-4 1-2075,0 6 1,0 3 0,-1 8-477,-4 5 0,2 6 0,-5 2 0,-1 0 108,2 2 1,-4-1 0,2 5 0,-1-3 280,2-1 1,-2-1 0,4-2 0,0 2 266,1 2 0,0-4 0,5 3 1,0-2 316,0 0 1,2 3 0,4-6 0,6-4-87,8-3 0,6-3 0,4-5 1,4-5 20,3-7 1,6-12 0,-2-14 0,-4-5-135,-6-2 0,-4-6 0,-4 3 0,-4 2-21,-6 2 1,-9 3 0,0 8 0,-4 7-303,-4 9 1,-3 2 0,-6 12 0,-1 2-653,-3 5 0,1 6 0,-4 8 1,0 4-3277,0 3 4007,4 2 0,-8 5 0,4 2 0</inkml:trace>
  <inkml:trace contextRef="#ctx0" brushRef="#br0">22299 11781 7681,'-7'-13'159,"-3"1"1,-3-1 507,1 0 1,2 2-1,-2 2 1,-1 3 168,0 1 0,4 3 0,1-2 0,-2 5-823,-1 8 1,-2 1 0,0 13 0,0 4-37,0 6 0,0 4 0,1 2 0,-1 4-345,0 4 1,2-1 0,1-1 0,3 1-421,1-1 1,2-3-1,4 1 1,0-4 719,0 0 1,0-6 0,1-5 0,5-4 323,7-2 1,1-8-1,7 0 1,2-5 73,1-4 1,2-2 0,1-7 0,1-5-182,2-2 0,6-9 1,-3-6-1,1-6-131,0-5 1,-6 0 0,1 2 0,-8 6-171,-8 1 0,-6 3 0,-7 1 0,-1 2 193,-4 5 0,-7 7 0,-11 3 0,-6 1 45,-5 4 1,1 2-1,-1 4 1,-1 4-131,-2 4 0,-2 5 0,2 0 1,3 0-231,4 2 0,3-5 0,3 3 0,2-3-693,5-1 1,9 4 966,4 0 0,8 0 0,3-4 0</inkml:trace>
  <inkml:trace contextRef="#ctx0" brushRef="#br0">23029 11871 7681,'-1'-14'0,"-4"-2"954,-3-1 0,1 0 1,-2 4-1,-1 2-221,-1 2 1,-2 3-1,0 6 1,0 0-806,1 0 0,-7 9 0,-1 7 0,-1 9-466,-1 7 0,0 3 0,-7 8 0,-1 3-106,2-1 1,2 5-1,5-4 1,4 1 390,3 0 0,6-6 1,4 0-1,4-5 545,4-6 1,11-7 0,9-5-1,6-4 324,2-7 0,3-5 1,3-8-1,2-8 368,3-10 0,2-13 0,7-10 0,-3-5-214,-25 25 0,-1-1 1,16-26-1,-11-3 1,-6 4-1038,-10 7 0,-4 5 0,-10 4 1,-2 1-387,-5 2 0,-2 7 0,-2 2 653,0 6 0,-5-1 0,-2 0 0</inkml:trace>
  <inkml:trace contextRef="#ctx0" brushRef="#br0">17711 14307 12175,'-13'-6'193,"0"5"0,0-4-459,1 4 0,-6 1 0,1 0 0,2 1-53,0 4 0,1 2 0,-1 7 1,-3 2-111,3 1 0,1 0 0,1-4 0,1-1 264,4 1 0,-2 0 1000,6 0 0,-5-5-366,5 1 0,5-6 0,8 1 0,4-2-137,4-2 0,-3 4 0,4 0 0,1 0-268,2 2 0,-1-3 1,2 5-1,-1 1-220,-1-2 1,3 3-1,-6-4 1,-2 0-417,0-1 1,-3 5 432,1-1 0,-6 2 0,-5 2 82,-9 0 0,-8 0 0,-12 1 0,-3 3-266,-4 4 0,-1-1 1,-1 0-1,2-1-752,-2-4 1,1-2 1074,1-4 0,-3-4 0,4-5 0</inkml:trace>
  <inkml:trace contextRef="#ctx0" brushRef="#br0">17736 14320 7980,'0'-13'790,"0"0"0,0 0 2289,0 0-2844,0 6 1,5 3 0,0 8-1,3 5-650,1 2 1,3 3 0,2 2 0,2 3-467,1 0 1,6-1 0,-1 1-1,5 0-1338,3-3 2219,0-2 0,2-1 0,0 0 0</inkml:trace>
  <inkml:trace contextRef="#ctx0" brushRef="#br0">18223 14396 8790,'0'-12'0,"-1"0"1216,-3 4 1,1-4 0,-6 5-818,-1 0 0,-1-3 0,-2 6 0,-1 2-648,-3 5 1,3 4 0,-4 8 0,3 2-402,-2 4 1,7 8-1,-2 0 1,5 0 260,4-2 0,2-1 0,2-1 0,5 0 208,7-4 0,3-3 0,8-6 0,4-2 603,4-2 1,2-5 0,3 0 0,-3-4 321,-4-4 0,-2-6 0,-1 0 0,0-7-285,-2-2 1,-10 5 0,0-4-1,-7 2-704,-2 0 1,-2 0 0,-4 4-329,0 0 573,6 1 0,1-1 0,6 0 0</inkml:trace>
  <inkml:trace contextRef="#ctx0" brushRef="#br0">19056 14640 8287,'13'-1'0,"0"-2"826,0-2 1,4-4 0,1 1-1,1 0-151,-1-1 1,1 2-1,-2-3 1,4 2-702,4-2 1,2 4 0,1 2-1,3 2-549,2 2 1,-3 0 0,3 2 0,0 2-313,-1 5 0,-3 6 0,2 4 1,1 1-1187,2 2 2073,-3-3 0,6 5 0,-4-4 0</inkml:trace>
  <inkml:trace contextRef="#ctx0" brushRef="#br0">20210 14730 7917,'13'0'105,"-5"-4"1,1-2 318,1-1 0,1 2 1,2-2-163,0 2 0,-1 0 0,1 5 0,0 2-241,0 2 0,0 2 0,0 4 1,1-2-448,3 2 1,-1-3 0,3 0 0,1 1 425,0-1 0,2 1 0,3 5 0</inkml:trace>
  <inkml:trace contextRef="#ctx0" brushRef="#br0">20799 14704 10961,'0'9'579,"0"-1"0,6-3 0,3 2 1,2-2-2622,2-2 0,0 3 2042,-1-2 0,7 0 0,1-4 0</inkml:trace>
  <inkml:trace contextRef="#ctx0" brushRef="#br0">17762 16627 7859,'-8'-13'202,"-1"0"0,5 2 0,-5 1 1,1 2 615,0-2 0,-1-2 0,3 1-368,-1 2 1,-2 4 0,-4 5-385,1 0 0,2 2 0,-2 7 0,-2 8-328,0 6 1,-5 8-1,1 3 1,-1 3-82,1 2 1,2-1 0,6 1 0,3-1 85,1 1 1,2-7 0,4-2 0,1-3 174,4-1 0,6-6 0,8-4 0,-1-5 293,1-2 1,3-7 0,0 3-1,2-4 103,2-1 1,-5 0 0,0 0-1,2 0-115,1 0 1,-2 0 0,-2-1-170,-2-4 0,-1-2-56,-4-6 0,-6 5 0,-4 1 0,-6 0-59,-5 0 0,-5 2 0,-3-2 0,-1 1 51,1 4 0,-2-4 0,1 2 0,0 1-136,-2 1 1,5 2 0,-3 0 0,3-1-355,1-3 0,0 2-133,0-2 1,0 3-80,0 1 0,6 1 736,3 3 0,-3 9 0,0 7 0</inkml:trace>
  <inkml:trace contextRef="#ctx0" brushRef="#br0">18313 16768 8374,'-4'-13'0,"-2"0"952,-1 1 1,-2 0 0,-3 4 0,-1 2-426,0 0 1,0 5-1,0-3 1,-1 2-484,-3 2 0,3 6 1,-3 2-1,3 5-593,1 4 0,-4 3 0,0 7 1,1 2-75,2 1 1,1 4 0,0-4 0,0 0 206,0 1 1,5-4-1,1 3 1,1-3 296,3-1 1,9-6-1,7-3 1,7-4 434,4-5 1,7-2 0,5-6 0,4-3 394,2-6 0,5-6 0,-1-15 0,1-4-97,1-3 0,-1-3 1,-10-2-1,-3 0-631,-4 0 0,-4 4 1,-6 4-1,-7 4-227,-8 3 1,-3 7 0,-4 3-637,-2 3 0,1 6 880,-5 4 0,5 3 0,-3 1 0</inkml:trace>
  <inkml:trace contextRef="#ctx0" brushRef="#br0">19723 16794 7890,'-13'0'209,"0"0"1,0 0 0,1 0 0,-1 0 384,0 0 1,0 0 0,-1 1 0,-2 2-452,-1 1 1,4 1-1,5-4 1,-2 2-387,-2 1 1,0 5-1,-1-4 1,1 2-202,4 3 0,-4 3 0,4 4 0,-3 3 112,-2 0 0,0 3 1,1-4-1,3-1 94,0 1 0,6-2 0,-1-5 0,2 1 127,2 0 1,2-6 0,2-2 0,5-4 484,2-1 1,3 0 0,3-1 0,3-4 135,0-3 1,3-8 0,-6-1 0,-1 1-361,-2 2 0,-1 3 0,-2 1 0,-1 1 47,-1-1 0,-6 3-62,1-2 1,-4 9-26,-4 5 1,-4 5 0,-4 14 0,-1 4 101,0 4 0,0 3 0,0 7 1,1 2-156,-1 1 1,0 2 0,0 3-1,2-3-192,2-4 1,-2 1-1,2-1 1,-4-3-199,-4-5 0,3-3 1,-3-7-1,3 0-239,1-4 1,0 2 0,0-6 0,1-3-1099,-1-4 1670,0 1 0,-6-9 0,-1 4 0</inkml:trace>
  <inkml:trace contextRef="#ctx0" brushRef="#br0">20223 16986 8048,'-6'-13'588,"3"0"0,-4 1 1,0 0-15,0 4 0,0-4 1,-3 4-1,1-2-426,-1 1 1,-6 2 0,-2 4 0,-2-1-368,-3 1 1,-2 3 0,-5 4-1,-4 6-194,-4 6 0,-1 4 1,-1 6-1,0-1 305,3 1 0,11-1 0,2 1 1,6 0 38,6-1 0,5-5 1,10-3-1,5-2 180,9-2 0,8-2 0,5-3 0,4-3 61,3-4 1,5-1-1,3-1 1,0-5-241,4-7 0,-5 0 0,-3-4 0,-4 3-424,-3 1 1,-4-4-1,1-1 492,-3-2 0,0-2 0,-8-3 0</inkml:trace>
  <inkml:trace contextRef="#ctx0" brushRef="#br0">20440 16986 8013,'13'-13'906,"0"0"1,1 1 110,3-1 1,1 0 0,6 0 0,4-1-817,4-3 1,2 7-1,4-3 1,1 2-668,-1-1 0,-4 4 1,-1 1-1,-2 1-572,-2 3 1,-4 2-1,-3 1 1,-5 0 1037,-3 0 0,-1 0 0,0 0 0</inkml:trace>
  <inkml:trace contextRef="#ctx0" brushRef="#br0">20825 16742 8004,'-13'-11'670,"0"3"1,5-2 0,-1 5 365,-1 2 1,3-2-619,-1 0 1,0 7 0,0 8-1,2 6-449,1 5 1,3 5 0,-2 2 0,2 3-797,2 2 1,0 1 0,0 5 0,2-1 826,2 1 0,9 5 0,7 1 0</inkml:trace>
  <inkml:trace contextRef="#ctx0" brushRef="#br0">21209 17012 8217,'0'-13'0,"0"0"836,0 0 0,0 5 0,0-1 0,-1 1 85,-3 0 1,1-2-1,-4 5-828,1-2 0,0 4-978,2-1 1,-2 8-1,-4 4 1,3 5 208,2 4 1,-4-1 0,3 4 0,1-2 533,-1-2 0,2 0 0,4-1 188,0 3 1,0-1 0,1-5 492,3 1 1,5-6-1,7-2-103,1-4 1,1-2 0,-1-4 0,3-3-509,0-4 0,0-2 1,-4-1-1,2-3-1506,2 3 1578,-4-5 0,8 0 0,-4-6 0</inkml:trace>
  <inkml:trace contextRef="#ctx0" brushRef="#br0">22440 16653 7735,'5'7'3764,"-3"0"-2715,2-3 0,-3-1 1,-2 6-607,-3 1 0,1 1 1,-6 3-1,-1 3-499,-1 5 1,-2 3 0,0 4 0,2 4-587,2 4 0,-1-2 0,6 8 0,1-2-368,2 2 1,7-3 0,2 3 0,5-5 1009,4-4 0,3-8 0,6-8 0</inkml:trace>
  <inkml:trace contextRef="#ctx0" brushRef="#br0">23080 16601 7742,'5'-18'171,"-1"-2"0,-1 0 561,-2 3 1,-1 3-1,-1 1 1,-3 1 192,-5 4 1,-4 2-1,-2 6 1,-4 2-895,-1 2 0,3 4 1,-4 10-1,-1 4-420,2 7 0,-2 4 1,3 7-1,1 1 81,-1 2 0,2-1 0,6-3 0,2-1-103,5 1 1,2 2 0,2-1-1,2-6 470,2-5 1,9-1-1,8-8 1,3-2 530,2-5 0,4-6 0,3-9 0,2-7 393,5-8 0,6-13 1,-4-7-1,0-6-416,-2-2 1,-9-1 0,-5-2-1,-8 2-405,-4 2 0,-7 1 1,-4 5-1,-7 1-891,-9 3 0,-5-2 0,-8 7 1,0 5 728,1 6 0,-7 3 0,0 3 0</inkml:trace>
  <inkml:trace contextRef="#ctx0" brushRef="#br0">21645 8756 7792,'-13'-13'418,"6"0"-34,1 0 155,6 6 1,0 0 1031,0 3-230,0 2-660,0-3-193,0 5-715,0 0 213,0 5 0,0-2 1,0 6 92,0 1 1,-1 1-1,-2 3 1,-2 2 3,-3 1 1,6 6-1,-4-2 1,2 5-65,-1 4 0,-3 3 1,2 7-1,-1 1 45,-3 2 1,3 5 0,-2-2 0,1 1 5,1 0 0,-3-2 0,4 2 1,0-4-19,1-3 1,-4-2 0,5 1 0,0-1 14,-2 1 1,4-2 0,-2-3 0,3-3 49,1 1 1,0-1 0,0 2 0,0-6-47,0-5 0,0-6 0,0 3 0,0-2-64,0 0 0,1 0 1,2-4-1,1 1 14,-1 3 1,3 3 0,-2 7 0,0 3 50,2 4 0,-5 3 0,4 3 1,-4 1-72,-1 2 0,0 4 0,0-4 1,2 0-64,2 1 1,-3-4-1,4 1 1,-4-5 17,-1-6 1,0-3 0,0 0 0,0 1 11,0 2 0,0 0 0,0-6 0,0-1-12,0-2 0,4-4 1,0 3-1,-1-1 13,-1-3 1,-2-2 0,0-1 13,0-1 0,0-3 0,0 0 44,0 0 0,-2 3 1,-1 1-17,-1 0 1,0-5 0,3 1-18,-4 1 1,4 1 0,-5 0-7,0-2 1,5 2-1,-3-2 41,2 2 0,-2 2 1,0 0 64,1 0 1,-3-5-1,2 1 329,1 1-269,2 1 1,-1-4 201,-2-2 85,3-4-496,-5-1 1,2-6-1,-2-2 1,-1-4-93,-3 0 0,3-3 0,-2 0 1,-1-4 26,-1-1 0,-6 4 0,0-2 1,1 1-301,2 0 0,2 0 1,2 4-1,2 0-1165,-2 0 1,3 5-81,-2-1 0,6 1 1665,-1-5 0,3 0 0,1 0 0</inkml:trace>
  <inkml:trace contextRef="#ctx0" brushRef="#br0">21338 10845 7791,'7'6'1932,"-2"-4"0,-5 5 1216,0-3-1386,0-3-1771,0 11-454,0-11 1,7 3 0,6-8 0,9-4-1222,6-4 1,11-2 1683,8-3 0,19-3 0,-29 7 0,-1 0 0</inkml:trace>
  <inkml:trace contextRef="#ctx0" brushRef="#br0">23465 12089 7746,'0'-7'3336,"0"1"-3433,0 6 255,0 0 0,7 0 1,4 0-1,8 0 13,5 0 1,5 0-1,10 0 1,6 0-22,6 0 1,2 0-1,6 0 0,1 2-85,-1 2 1,2 2 0,-6 3 0,-2-1-68,-5-3 1,-5 4 0,-9-5-1,-4 0-84,-3 2 1,-11-4-1,-5 3 32,-4 1 1,-1 1 0,-3 7-1,1 2 100,-1 1 1,3 6 0,-1-2-1,1 3 144,0 2 1,2 1 0,-2 2-1,0 2-29,0 2 0,3 7 0,-1 7 0,-1 2-45,-3 3 0,2 5 0,-1 3 0,1 2-120,0 2 0,4 0 1,-3 2-1,1-1-102,1 0 0,-1 6 1,5-7-1,0 0 16,0-3 0,-5-2 1,1-5-1,0 3 35,-2 1 1,3-5 0,-6 0 0,-1-6 42,-2-3 0,-1 4 0,0-1 0,0 2 20,0-2 1,0 2 0,0-3 0,0 2 37,0 4 1,0-10-1,0 7 1,0-4-73,0 2 1,4 0 0,1 2 0,-2 1 4,-2-2 1,3-4 0,1 2 0,-3-1-98,0 1 0,-2-5 0,0 1 0,0-5 82,0-3 0,0 0 0,0 3 0,0-1 81,0-2 1,0-4 0,0 4-1,-2 3 80,-2 4 0,3-2 0,-5 1 0,2-5-86,-1 1 0,0 2 1,2 4-1,-3 0-40,-1 0 1,3-2 0,-3-1 0,0 4-163,-1 4 1,1 2 0,-3-1 0,2-1 101,-2 2 1,-2-4-1,1 1 1,1-1 113,2 1 1,5-3 0,-2 2 0,4 1-45,1-1 1,0-3 0,0 0 0,0-3 57,0-5 0,0 3 0,0-4 0,0-2-83,0-5 1,0-1-1,0-3 1,0 2-96,0 2 1,-4 1 0,-2 1 0,0 4-12,1 0 0,-5 0 1,1 3-1,-2 2 57,-2-1 1,2-5 0,1 2 0,1-2 92,-1-2 0,3-4 0,0-3 0,0-5 137,0-3 0,2-1 510,-3 0-668,5-6 0,-4-1 0,4-8 0,-1-2-40,1-5 1,1-3 0,2-4-1,0-3-61,0-1 0,0 0 1,0-2-1,0 2 62,0 1 0,0 2 0,0 4 0,0 0 158,0 1 0,0 3 1,0 1 121,0-2 0,-1 4 1,-3 0-1,-5 2-15,-2 0 1,-3-1-1,-2 5 1,-3 0-103,-1 0 0,-5-1 0,-7-2 0,1-1-109,0 1 1,-5 0 0,2-1 0,-3-5-83,-1-2 1,3-2 0,3 0-1,2 0-244,6 1 0,2-5 1,8-1-372,1 3 0,3 5-533,10 1 1,2 6 499,2-1 0,-1 1 1,4-1 300,-1-5 0,4-3 0,-3-5 0,1-5 160,1-2 1,-5-2-1,5-1 1,-1-1 246,-1-2 0,3-4 0,-6 2 0,1 1-57,0 0 1,-3 1 0,2 6 0,-2 1 498,-2 1 0,0 7 1751,0-2-1612,0 2 0,0 10 0,0 5 0,0 7-314,0 4 1,5-2 0,4 1 0,2 3-108,2 2 0,4 4 0,2-2 0,-1 3-141,1 0 1,2 4 0,-3-3 0,2 5-292,3 4 0,-4-3 0,-2 3 1,-4-5-98,-5-3 0,2 2 0,-6-4 0,-1 1-42,-1 1 1,-4-7-1,-2 4 1,-3-2-34,0 0 1,-5 2 0,4-4 0,-5 2 200,-4-1 1,3-3 0,-5-3-1,2-3 223,0-1 0,0-2 0,4-4 0,0 0 359,0 0 1,8 1-54,5 4 1,7 3 0,10 8 0,4 2 134,3 2 0,8 0 0,1 3 0,1-3-240,0-2 0,-1 0 0,1-7 0,-4-2-326,-3-5 0,-6-3 0,-2-2 1,-4-3-130,-3-5 0,-8-4 1,0-3-1,-2-2-148,-2-2 0,0 4 0,-2-2 0,-1 1-69,-1 0 1,-2 1 490,2 7 0,3-2 0,-5 4 0</inkml:trace>
  <inkml:trace contextRef="#ctx0" brushRef="#br0">24247 16909 7689,'-26'-34'-402,"2"1"1,1 0 280,2 1 1,1-1-1,-2-1 1,5 4 27,3 3 1,1 7 92,0 3 0,-5 2 0,-2 3 0</inkml:trace>
  <inkml:trace contextRef="#ctx0" brushRef="#br0">23760 16627 7214,'-17'-8'-209,"-1"-1"0,1 0 0,5-3 0,-1-1 109,0 0 1,2 0-1,2 0 1,5 1 14,2-1 1,-2 4 84,0 1 0,5 5 0,6-3 0</inkml:trace>
  <inkml:trace contextRef="#ctx0" brushRef="#br0">23683 16640 7560,'-9'11'0,"2"-1"-164,1-1 1,1-6 0,2 2-1,-3 0 375,-1-1 0,3-1 0,-5-8 0,-1-4-267,-1-7 0,-1-4 0,2-6 0,3 1 145,2-1 1,-5 5 0,3 1 0,-2 1 191,1 3 0,3 4 1,-2 2 126,1 1 1,-4 6 0,3 0 68,0 6 1,-3 4 0,5 6-194,-3 0 0,6-4-458,-3-1 3,4 1 0,1-4 1,1-5-4,4-7 0,-3 0 0,6-1 0,-1-1 69,0 2 1,1-4 0,7 2-1,0-1 109,2 1 0,8 0 1,-1 3-1,6 0 67,2 0 1,3-2 0,3 2 0,0-1-122,1-3 1,4 3-1,-1-2 1,-2 1-141,-4 1 0,-1-5 0,-5 5 0,-1-1 25,-2-1 0,-7 5 0,-3-3-48,-3 1 433,-1 2 240,-6 4-172,-1 0 0,-5 0-228,3 0 1,4-4 0,4-1-96,1 2 1,0 1-1,0-1 1,0-3-40,-1-1 0,4 3 0,-2-4 0,-2 1-5,-1 0 1,1 3-1,0-5 1,1 1 26,0 1 0,-4-3 0,-1 4 0,2 0 57,1 1 1,-2-5-1,-2 1 1,0-2 52,0-2 0,0-1 0,3-3 0,-2-3-14,-3 0 1,-1-9-1,-4 2 1,0-4 59,0-5 0,0-11 1,0-5-1,0-7-7,0-6 1,0 28 0,-1-2 0,-1-4 0,0-2 0,-3-2 0,0 0 36,-3-2 1,0-1 0,1-3-1,0-2 1,-2 4 0,1 0-1,0-1 1,2 0-90,-1 0 1,1 0 0,-1-2-1,1 1 1,0 0 0,-1 0 0,1 3-1,-1-1 6,1 3 0,0 1 1,1 1-1,1 1 1,0-1-1,-1-1 1,1 0-1,0-1-6,0-1 1,1-1 0,-3 0 0,0-1 0,3 3 0,-1-1 0,0-2 0,0-2 15,-1 0 1,1-2 0,2-2 0,0-1 0,-2-2-1,1-1 1,-1-1 0,1 0-153,-1-3 1,1 0 0,0 1-1,1-1 1,-2-5 0,0 0 0,-1-1-1,0 0 117,-1-1 0,0 0 1,1 22-1,-1 1 1,0 0-1,-2-20 1,-1 1-1,1-2 1,1 0 22,-1 0 1,1-1-1,2 22 1,-1 0-1,0 0 1,-3-23-1,0 1 1,-1 2-1,0 1-60,-2 1 1,1 0-1,1 1 1,0 1 0,0 0-1,-1-1 1,-1-1 0,1 0-2,-1-1 1,0-1-1,-1 1 1,0 0-1,0 3 1,0 1-1,1 1 1,-1 0 35,0 1 1,0 0-1,0-1 1,1 0-1,-1 4 1,0 0 0,0 1-1,0 1-13,0 0 0,1 1 0,-1-1 0,0-1 1,1-2-1,0 0 0,1 2 0,2 1-87,2 2 1,1 1-1,3 6 1,2 1 0,3 6-1,3 1 1,1 1 0,2 1-36,1 1 0,1 1 0,-1 0 0,2 0 0,11-28 1,-2 5-140,-1 5 0,-2 3 0,-3-1 1,2 4 71,1 5 0,0 2 1,-4 11-1,0 2 318,-1 1 1,1 7-1,-1 3 1,-2 2 103,-2 2 1,-4 1-1,4-1 237,-3 0 1,-1 4 0,-4 1 0,2-2-304,2-1 1,-2-4-1,2 0-145,-3-2 0,-1-2 1,0 2-1,0-4-201,0-4 0,-1-5 1,-2 1-1,-3 0 76,-1 2 1,4 3 0,-1 2 0,3 5 284,1 3 0,-5 1 1239,1 0-332,0 6-918,4 2 0,-6 9-264,-2 0 1,-5 0 0,-3-4-1,-2-1-4,-2-3 1,-2 1 0,-3-6 0,-1-1 132,0-1 0,-5-2 1,-3-1-1,-3-2 54,-2-1 0,0-4 0,-3 2 1,0 1-48,0-1 0,-2-2 1,1 5-1,1 3-53,-2 3 1,4 3-1,-4-3 1,1 3-242,0 1 1,0 2 0,5 3-1,-2-2 54,-3-1 0,4-6 1,-4 1-1,3-2 167,1-2 0,0-6 0,-4-2 0,-4-3 259,-3-2 1,3 2 0,0 1 0,-1 2-21,-2-2 1,0 9 0,2 2 0,2 4-35,2 1 0,1 4 1,6-1-1,3 2-290,4 2 1,9 0 0,4 0 0,2 0-85,3 0 474,4 0 0,3-1-148,5-4 0,5 3 0,4-7 1,2-2 47,2-5 0,6-4 1,2-6-1,3 1-86,2-1 1,0-1 0,-1-1 0,1-1-380,-1 5 1,-3 0 0,-2 7 0,-2 1-559,-2 2 0,-2 2 1,-1 4-1,0 2-541,0 0 0,-1 5 0,0-2 551,-4 6 0,-3 4 0,-10 9 1,-5 4-546,-5 5 1372,-11 9 0,-12 5 0,-8 6 0</inkml:trace>
  <inkml:trace contextRef="#ctx0" brushRef="#br0">22158 7589 7689,'-34'26'26,"1"-2"0,1-3 247,4-3 1,1-10-1,3-4 1,1-2 610,2-2 1,5 0-1,-1 0 936,3 0 1,6 1-982,4 3 1,16 9 0,10 12 0,15 9-779,13 13 1,-19-17 0,2 2 0,6 7 0,1 1 0,4 4 0,1 1-515,5 5 0,1 2 0,-13-16 0,0 0 0,0 1 0,3 2 0,0 1 0,0 0 0,0-1 0,0 1 1,-1-1 112,1-1 1,-1-1 0,-1 2 0,-1 1 0,-2 0-1,1 1 1,-1-2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17057 8743 7832,'6'-13'495,"-5"0"1,5 2 198,0 2 0,-5 2 1112,3 3-1146,-2-3 1,-2-2-227,0 1 1,-2 5-278,-2-1 0,-3 8 0,-6 5 0,0 3-4,1 5 0,-3-1 0,0 7 0,-4 3-183,-1 2 0,-1 6 0,-3-2 0,-1 2-18,0 6 1,2 4-1,-7 7 1,3 0-19,1 1 0,1-1 1,1 2-1,2 1 47,5 1 1,4-5-1,5-9 1,4-4-27,2-2 1,2-8-1,2-2 70,2-6 0,0-11 0,7-3 0,4-4 181,-1-1 1,6 0 0,3 0 0,4-1 246,3-4 0,5-2 0,1-6 0,5 1-110,6-1 0,-1-4 1,2 0-1,3 1-226,3 2 1,-4 1 0,-7 2-1,-3 1-214,-2 1 1,-1 5 0,-2-3 0,-7 1-363,-5 3 1,-5 2-1,-5 1 1,0-2-765,0-2 1,-5 3-1220,1-4 61,-6-2 2381,2 6 0,-5-11 0,0 5 0</inkml:trace>
  <inkml:trace contextRef="#ctx0" brushRef="#br0">17839 8794 7828,'0'-13'1100,"-4"5"535,-1-1 1,-3 5 1251,4-4-1877,-1 5-1630,5-3 0,0 7 1,0 4-97,0 3 1,0 4 0,0 0 715,0 1 0,6 6 0,1 1 0</inkml:trace>
  <inkml:trace contextRef="#ctx0" brushRef="#br0">17865 9294 7793,'-2'7'5972,"-2"-2"-5027,-3-4 1,1-1-1,5 1 1,5 2-939,3 2 1,6-1-1,5-4 1,2 1-1903,3 4 1,-3 2 1894,1 6 0,1 5 0,3 2 0</inkml:trace>
  <inkml:trace contextRef="#ctx0" brushRef="#br0">18454 10115 8092,'-6'-13'113,"1"4"0,-5 1 891,1-2-929,6 4 1,-4 0-126,3 6 0,1 6 1,-4 3 150,1 2 1,1-2-1,2-1 1,-3 1 28,-1-2 0,-2 4 0,-5-2-58,-3 2 0,3 3 1,-3 2-1,1 1-46,-1-1 1,3 4 0,-5 0 0,2 1-123,0 0 0,1-3 0,6 1 0,3 1-160,2 0 1,0-4-1,5 1 297,0-3 1,7-2 0,5-4 0,6-5 2,7-6 0,-3-8 1,10-8-1,-2-1 64,-1-2 1,0-3 0,-6 1 0,-3 1 89,-2 2 1,-5 1 0,-4-3 0,-1 3 327,-1 2 0,-1 1-418,-6 4 0,-6 6 0,-1 4 1,-1 6-104,-1 5 1,2 5 0,-3 3-1,3 2-72,1 2 0,2 0 0,4 3 1,1-3-41,4-1 0,2 2 0,5-4 0,1 0-35,0 2 0,4-5 0,2 3 1,-1-4-68,1-5 0,-1 4 1,-2-5-1,1 1-342,-1 1 1,-2-2 0,-1 3 550,0-1 0,5-1 0,2 5 0</inkml:trace>
  <inkml:trace contextRef="#ctx0" brushRef="#br0">18980 10320 8108,'-13'-13'1041,"0"0"-583,0 0 0,5 6-573,-1 3 0,0 3-65,-3 1 1,3 1 0,1 3 36,-2 5 1,-2-2 0,1 1 0,-1 2 52,0 2 0,6 2 0,-7 2 0,2 1 86,-1-2 0,-1 5 0,1 0 0,-1 2 67,0-1 0,4 0 1,2 5-1,2 0 78,2-1 0,1 0 0,2-3-60,0 0 0,8-7 0,3 1 0,6-6 126,3-6 1,3-8 0,5-7 0,4-9-111,0-10 0,2-6 0,5-2 0,-2-2-1,-3-3 1,-3 2 0,-6-6 0,-5 0 53,-8 1 1,0 2 0,-8 6 0,-3-2-51,-3-3 0,-6 7 0,-6-1 0,-1 5-192,-3 3 0,1 2 0,5 3 0,0 2 516,4 5 1,1 7-9,2 2 1,4 6 0,-3 4-426,2 9 1,2 8 0,2 8 0,0 3-104,3 4 1,3 7-1,-2 3 1,0 3-420,-1 6 0,4-6 1,-3 4-1,-1-1-820,1 0 0,2 3 1351,-3 2 0,10-8 0,0 3 0</inkml:trace>
  <inkml:trace contextRef="#ctx0" brushRef="#br0">19607 10307 8026,'-7'-6'148,"-4"1"0,2-5 0,-2 3 827,-2 1 0,5 2 0,1 5-1004,1 3 0,-4 8 1,3 5-1,-2 0-235,1 1 1,-1-2-1,-4 5 1,-1 1 8,-3-2 1,3 2-1,-3-4 1,2-1-12,3 1 0,-5-2 0,-1 4 0,3-2 86,1-2 1,2-2 0,4 0 0,2 2 329,0 1 1,5 0 0,-2-5 78,6-4 1,10-2 0,8-6-1,3 0-27,2 0 1,1-3 0,1-4 0,4-7-14,0-5 1,1-6 0,3-5 0,-3 0-216,-2-2 0,-1 4 0,-5-6 0,0 0-90,-4 1 1,-7-4 0,-7 3-1,-1-5 80,-3-4 1,-2 4 0,-1-4 0,-1 3-55,-3 1 1,-8 0 0,-5-3 0,1 0 1,2 0 1,1 4-1,2 4 1,2 5 834,5 6 0,-2 5-303,2 5 0,0 7 0,4 6 0,0 9-147,0 6 1,0 10 0,0 7 0,1 5-227,4 8 0,-4 3 0,5 3 0,-2 2-579,0 3 0,5-2 0,-3 4 1,-1-1-646,1-3 0,4 3 1153,-2-1 0,4 5 0,1-3 0</inkml:trace>
  <inkml:trace contextRef="#ctx0" brushRef="#br0">20863 10192 8186,'0'-15'0,"2"0"537,2-2 1,-3 0-1,4 4-61,-4 0 1,-2 1 0,-2 3 0,-3 1-257,-1 3 0,-1 0 0,-7 5 0,-2 0-133,-4 0 1,1 0-1,-1 0 1,-2 0-169,-1 0 0,-5 2 0,2 1 0,3 2-261,0 3 1,4-4 0,0 3-1,1 0-70,4 0 1,5 2-1,1 4 354,-1-1 0,4 1 146,2 0 0,4 0 0,3 0 38,1-1 0,6-3 1,-1-2-1,2 0 94,2 0 1,4 0 0,2 3-1,-1-2-173,1-3 1,2 4 0,-3-3 0,1 1-132,0 3 0,-2 1 0,-5 0 0,0-1-50,-4-1 0,2-1 1,-5 5-1,-3 0-161,0 0 1,-2 0-1,-2 0 1,-2-1 78,-4 1 1,-5-1 0,-4-2 0,-5-3-153,-2-2 1,0 4 0,1-5 367,2-1 0,-6-7 0,-6-3 0</inkml:trace>
  <inkml:trace contextRef="#ctx0" brushRef="#br0">20556 9910 9690,'-12'-2'858,"4"-2"1,-4 2-1,4-2-418,-3 3 0,3 2 1,4 5-1,3 7-342,1 7 0,0 10 0,1 4 0,3 3-309,5 1 1,2 6 0,2 2 0,1 1-306,3 0 1,-1-1 0,6 3 0,-1 0-132,-1-1 1,3-2 0,-6-11 0,0-2 646,1-1 0,-3 3 0,3-2 0</inkml:trace>
  <inkml:trace contextRef="#ctx0" brushRef="#br0">21209 10179 7946,'-11'-2'367,"2"-2"0,-1 1 0,5-4 1656,-2 1 0,-2-4-992,-4 2 1,6 1-1141,3-2 0,2 5 0,4-3-9,2 1 1,3 0-1,8 4 1,2-3-207,4 2 1,-1 2 0,1 1 0,1 0-1,-2 0 1,-2 4 0,-5 2 0,0 0 221,0-1 1,-2 5 0,-3-1 193,-3 2 1,-4 2-1,-2 1 1,-4 2-11,-3 1 1,-5 0 0,-3-4 0,-2 0-232,-2 0 1,4 2-1,-2 0 1,1-4-137,0 0 1,4 1 0,4 1 0,-1-2 128,-1-2 1,4 2 0,3-2 300,2 2 1,4 2-1,3 0-68,8-1 1,0-3 0,5-1 0,1 2 12,2 2 0,-1-1 0,0-1 1,0-1-285,0 1 0,-3 5 0,3 2 1,-3-1-33,-6-2 0,-3-1 1,-8 1-1,-2 2 140,-2 1 1,-9 6-1,-10-2 1,-5 4-56,-6 0 0,-8 1 0,0 0 0,0-1-242,2 1 1,6-1 382,0 1 0,6 0 0,-4-1 0</inkml:trace>
  <inkml:trace contextRef="#ctx0" brushRef="#br0">21619 10627 8055,'60'-28'378,"-11"1"0,-18 6 2092,-14 5-2287,-13 0 0,6 21 0,-5 0 0,-3 9-324,0 8 0,-4 8 1,-2 2-1,-6 3-98,-5-1 0,0 0 0,-2 6 1,3 0-451,1-2 0,-4 4 0,0-10 0,3 3-79,4-1 1,-2-7 767,4-2 0,-9 1 0,-3-6 0</inkml:trace>
  <inkml:trace contextRef="#ctx0" brushRef="#br0">22363 10397 7983,'11'-13'173,"-1"0"0,-3-1 559,-1-3 0,0 3 0,-4-4 0,3 4-75,-2 1 1,-2 1 0,-1-1 0,-1 0-290,-4 0 0,-2 5 1,-7 0-1,-3 3-430,-4 2 1,-4 1 0,0 2 0,-2 2-313,-3 2 0,3 5 0,-5 6 0,2 4-215,1 1 1,0-3 0,8 3 0,2 0 122,1 0 1,8-5 0,-2 2-1,5-2 418,4-2 1,2-1-1,2 1 1,4-1 325,3-4 1,5-1 0,4-4 0,4 1 74,4-1 0,2 3 1,1-2-1,2-1-138,-1-2 1,-2-1 0,-2 0 0,1 2-207,0 2 1,-7-2 0,-1 3 0,-4 1-34,-1 3 1,-2 2 0,-2 2 0,-5 0-9,-3-1 1,-6 3 0,-5 2 0,-6 3-374,-5 0 0,-5 2 1,-4-3-1,-3-1 166,0 1 1,-2-2 0,5-4 0,2 0-322,0 0 1,4-6 0,3-3 559,4-3 0,3-18 0,1-4 0</inkml:trace>
  <inkml:trace contextRef="#ctx0" brushRef="#br0">22337 9974 9766,'-13'0'890,"5"5"1,1 5-1,0 6-405,-1 5 0,1 9 0,-3 4 0,3 5-460,2 4 0,-4 8 0,3 9 1,1 2-129,-1 3 1,2-6-1,4-2 1,0-4-456,0-7 1,0-6-1,0-6 1,0-4-1442,0-3 0,1-7 1999,3-3 0,-2-3 0,3-1 0</inkml:trace>
  <inkml:trace contextRef="#ctx0" brushRef="#br0">22709 10435 7963,'0'-27'162,"0"-1"0,0-2 466,0 1 1,0 8 0,0 4 0,0 3 919,0 1-1531,0 6 0,0 2 0,0 11 0,-2 5-190,-2 5 1,3 11 0,-4 0 0,4 5-17,1 3 1,-4-2 0,-1 1 0,3 2-340,0 1 0,2 1 0,0 1 0,0-2-1655,0-3 2183,0 3 0,0-10 0,0 4 0</inkml:trace>
  <inkml:trace contextRef="#ctx0" brushRef="#br0">23196 10679 7963,'0'-13'1045,"1"0"-789,3 0-2,-2 0 1,-2 13 0,-9 8-1,-2 9-140,-2 7 0,-4 0 0,-1 9 0,-1 0-405,1-1 1,-4 1-1,5 3 1,1-3-467,2-2 0,6-5 0,-1-5 757,-1 2 0,-1-5 0,-2 1 0</inkml:trace>
  <inkml:trace contextRef="#ctx0" brushRef="#br0">23849 10345 8615,'0'-29'0,"-1"-1"1121,-3 1 0,-3 2 0,-6 3 0,0 4-654,0 7 0,-4 6 1,0 8-1,0 2-970,-2 2 1,1 9-1,-5 0 1,3 3 117,2 2 1,-5 2-1,3-4 1,0 0 150,3 2 1,3-5-1,2 3 1,2-4-306,2-5 0,1 4 1,-2-4 300,5 4 1,-2-4 331,2 1 1,1-2-1,7 3 1,5-3-30,2-1 1,6 2-1,2-2 1,1 0 121,2-1 0,3 5 1,-1-3-1,-3 2 135,-4 0 0,2-1 1,-2 5-77,-1 0 1,-4 0 0,-3-1 0,-5 1-197,-2 0 0,-2 0 1,-2 0-1,-3 1-254,-8 3 0,-7-3 0,-9 5 0,-2-2-182,-2 0 0,3 0 0,-2-6 1,0-2-313,4-5 1,5-2 0,4-4 697,5-2 0,-1-15 0,7-8 0</inkml:trace>
  <inkml:trace contextRef="#ctx0" brushRef="#br0">23683 10115 7967,'-9'-2'1149,"1"-2"0,-1 3-757,-4-4 1,5 10 0,1 5 0,0 5-191,-1 7 0,4 3 0,-4 7 0,-1 5-87,2 4 0,-3 9 0,4 0 0,1 4-439,-1 0 1,2-1 0,4-2 0,0-1-735,0-3 0,0-9 0,1-9 1058,3-7 0,9-3 0,7-6 0</inkml:trace>
  <inkml:trace contextRef="#ctx0" brushRef="#br0">24093 10384 7931,'20'-13'1114,"-3"0"0,-3 0-236,-1 1 0,0 3 0,0 2 0,-1 1-471,1 3 1,0 2 0,0 1-1,-2 1-673,-2 4 1,1 3 0,-5 8 0,1 1-200,0-1 1,-1-2 0,-2-1 0,2 1-11,-3 3 1,0-3 0,-2 5 0,0-2 89,0 0 1,-4 2-1,-2-4 1,-1 2 275,-3-1 0,3 2 0,-2 0 0,1-3 439,1-1 0,-3-1 1,4 0 1671,-1 0 0,4 0-981,-1 0 1,8-2 0,4-2 0,5-5-434,4-3 1,3-1-1,6 0 1,1 0-453,3 0 0,-2-1 0,6-2 0,1-3-686,-3-1 1,4 3-1,-6-5 1,-2 1-1406,-1 1 1,-2-3-1,-4 5 1955,-4 3 0,-3-6 0,-1 1 0</inkml:trace>
  <inkml:trace contextRef="#ctx0" brushRef="#br0">24593 10897 12532,'-2'-12'2016,"-2"4"1,1 3 0,-5 13-2334,-2 9 1,-2 8 316,-1 14 0,1 11 0,-1 2 0</inkml:trace>
  <inkml:trace contextRef="#ctx0" brushRef="#br0">14456 9076 9707,'14'0'-181,"3"0"1,-1 0-1,6 0 1,6 0 31,4 0 1,18 0-1,10 0 1,13 0 180,-32 0 1,2 0 0,2 0 0,2 0 0,6 0-1,1-1 1,1 0 0,0-1 35,0 0 0,-1 0 0,-2-1 0,-1 1 0,-4 3 0,0 0 0,-2 0 0,-1 1 19,-1-1 1,0 2-1,-1 2 1,0 0-1,-5-1 1,-2-1 0,28 4 25,-7-2 1,-12-4-1,-4-1 1,-8 0-22,-5 0 1,-4-6-1,-10-2 1,-2-4 22,-2-1 0,2-4 0,-2 0 0,1 2-57,-2 0 0,2 3 0,-4-1 1,0 0 179,0 0-35,3 6 1,-9 1-235,0 6 1,-7 0 0,-8 0 0,-4 0 202,-1 0 0,0 5 1,-2-1-1,0-1-26,-1-2 0,-5-1 0,-1 0 0,4 0-209,2 0 0,2 0 0,-5 0 1,0 0-309,1 0 1,-1 0 0,2 0 0,1 0-69,2 0 0,1 0 0,-2-1 0,5-2-33,3-1 0,1-2 0,1 3 0,-1-1-110,0 1 0,4 1 582,1 2 0,-1 0 0,-4 0 0</inkml:trace>
  <inkml:trace contextRef="#ctx0" brushRef="#br0">16032 9076 8534,'7'-13'0,"-3"1"520,-2-1 1,-4 6 0,-2 2 793,-4 4 0,-11 8 0,-5 7 0,-7 12-1339,-7 11 1,1 9 0,14-19 0,-1 1 0,0 2 0,0 0-372,-1 1 0,0 1 1,2 0-1,1 0 1,-1 0-1,2 0 1,0-1-1,0 1-331,-17 27 0,17-26 0,2-1 0,-11 23 727,2-7 0,0-5 0,3-4 0</inkml:trace>
  <inkml:trace contextRef="#ctx0" brushRef="#br0">17954 9205 8013,'0'-13'719,"0"0"1,0 4-1,2 2-773,2 2 1,5-5 0,6 2-48,2 1 1,7-4 0,1 4 0,5-2 95,2 1 0,1 5 0,3-3 0,-2 2 22,1 0 0,-3 1 1,-2 6-1,-3 4 89,-2 4 0,-5-1 0,-3 7 0,-4-3-67,-4-1 0,1 4 1,-6 2-1,-1-1 0,-2 1 0,-6 2 0,-5-2 0,-5-1-13,-2 1 1,-5 2 0,0-2 0,-3 1-8,-5 2 0,1-2 0,-5 0 1,-3 0 0,-4 0 0,-4 2 1,-3 3-1,1-1-31,-1-2 0,-8 2 0,-4-3 0,-1 4 8,1 0 1,-1 1 0,6-1 0,-1 1 18,-1 0 1,0-1 0,-1 1-1,5 0 1,5-1 1,11 0 0,-2-3 0,5 0 2,5 0 1,1-2-1,11 0 1,1-1 12,2-3 0,1 1 1,2-3-1,2-3-32,5 1 1,-2-5-140,2 1-185,0-5 251,4 3 207,0-6 1,5 4 0,4 2 71,2 1 0,4-3 1,0 3-1,4-1-12,1-3 1,5-2 0,7-1 0,2 0-98,6 0 1,0 0 0,7 0 0,1 0-87,2 0 0,7 0 0,1 0 0,2 0-68,0 0 1,-6-1 0,1-2 0,-3-3-4,-5-1 1,-5 3 0,-7-3-1,-7 1 131,-5 3 51,1-4 0,-17 6-51,-3-4 0,-8 4 1,-9 1-14,1 0 0,-1 0 1,0 0-24,0 0 1,5 0 0,-1 0 185,-1 0 0,3-4 28,-2 0 0,5-1 0,-3 4-109,1-3 1,2 1 0,3-4-145,-4 1 1,4 0 0,-5 3-31,1-1 1,3-2 0,-4 4-1,2-4-61,0-1 0,-6 2 74,1-3 0,-2 1 0,-2-2 1,2 4 25,2-1 0,-2 3 1,2-4-282,-2 1 1,2-2 0,2 2-1076,2-1 0,-1 4-647,2-1 1997,2 2 0,-4-3 0,6-3 0</inkml:trace>
  <inkml:trace contextRef="#ctx0" brushRef="#br0">17980 10063 8016,'0'9'0,"-2"-2"0,-3-1 659,-8-3 0,-1 2 0,-8 1 1,0 1 401,-3 3 1,-6 3-1,-3 4 1,-5 6-1077,-3 5 1,-4 1 0,-4 5 0,2 2-148,1 1 1,1 0 0,-1-2 0,5-2 563,2-2-402,1 5 0,-5 2 0,-1 8 0</inkml:trace>
  <inkml:trace contextRef="#ctx0" brushRef="#br0">16621 9025 7773,'0'-13'-664,"0"0"1,0 1 605,0-1 0,0 0 517,0 0 0,5 0 187,-1 0 0,5 5-256,-5-1 1,2 7-237,-2-3 0,-4 4-355,0 1 1,-10 0 0,-9 0 0,-1 0-28,-2 0 1,-8 4 0,-3 0 0,-1 1 170,0 0 0,1-3 1,-3 2-1,4-3 386,0-1 0,4 0 1,5-1 305,2-3 1,1 4 0,0 0-346,7 7 0,2 10 0,5 7 0,0 9-278,0 10 1,1 8-1,2 7 1,-3 9-190,2-30 1,1 0 0,2 0 0,-1 0 0,-1 4 0,1 0 0,-1-3 0,1 1 6,0-3 0,0 0 0,-2 33 0,4-10 0,0-6 95,0-9 0,4-8 0,2-15 0,1-2 206,3-1 1,-3-3 0,0 3 0,-1-1-4,-3 0 0,-3 12 0,-5 1 0,-3 7-118,-4 5 1,-6 5 0,-4 8 0,-2 0-76,-1-1 0,5-3 0,3-5 0,2-7 136,3-8 0,3-10 286,0-4 0,14-10 0,3-7 0,14-7 309,10-4 1,4-6-1,10 0 1,-1 1-425,1 2 1,1 2 0,3 4 0,-4 4-326,-3 2 1,-7 4 0,-2 2 0,0 6-617,-1 6 1,3 3 0,-5 9 698,2 1 0,6 4 0,7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5985 11204 8264,'0'-8'-913,"-2"1"712,-2 1 0,1 2 59,-5 4 1,-1 0 0,-4 0 178,1 0 1,3 4 0,2 2 49,1 1 1,-2-3 46,3 5 0,1-5 0,3 3 247,-4-1 0,4-1-116,-3 0 1,4-4 0,3 5 5,1 0 1,6-5 0,-2 5-162,4-1 1,5-3-1,0 3 1,-1 0-151,-2-1 1,3 2-1,0-3 1,0 2 34,2 2 1,0-2 0,6 2 0,-1 0-143,2 0 0,1-3 0,8 3 0,1-1 173,4-3 1,0-2-1,6-1 1,3 0 154,1 0 1,0 0-1,-2-1 1,-1-2 92,1-1 0,1-5 1,-4 5-1,-5 1-135,-4 2 1,-2 1-1,4 0 1,1 1-125,-1 3 1,1 4 0,1 3 0,2-1-123,5-2 0,3 1 1,1 4-1,1-2-46,-1-2 0,0 2 1,2-4-1,1 2 139,2-1 1,-2-5 0,-6 2 0,-2-4 119,-2-1 0,7 4 1,-4 0-1,-3-1 59,-2-1 0,-8-2 1,0 0-1,0 0 18,-1 0 1,0 0 0,-5 0 0,3 0-72,2 0 1,-4 0-1,0 0 1,-1 0-5,-3 0 1,1-2 0,-1-1-1,1-2-143,0-2 0,-1 0 0,0-3 0,-3 2-35,0 3 1,-7-4 0,2 4 0,-2-1 18,-3 0 0,-2 0 0,2 4 0,2-4 37,0-1 0,1 2 0,-3-2 0,1 0 49,0 0 1,1 3 0,2-3 0,1 1 38,-1 3 0,-2-3 0,-1 2 0,1 0-123,3-2 1,-1 5 0,5-3-1,2 1-65,1-2 1,-3 4-1,1-3 1,1 1 103,1-1 1,3 2-1,1-2 1,2 1 6,-1-1 1,-2 2 0,-2-2 0,2 3 76,3 1 1,-7 0 0,3 0-1,-2 0-106,0 0 0,2 4 1,-1 2-1,1-1-45,0 1 1,-1 3 0,1-4-1,1 1 48,3 0 0,3 2 1,5-2-1,1 0 10,-1-1 1,8 1-1,3-3 1,5 3 61,1 1 0,-1-4 0,0 1 1,3-1 104,1 1 1,1-3 0,2 4 0,-3-4-87,-1-1 0,4 0 1,-2 0-1,-1 0-55,-2 0 1,-4 0 0,0 0 0,-1 0-7,0 0 1,-7-1 0,-4-2 0,-4-2-146,-1 3 0,-2-1 0,0 0 0,0-1 48,-1 1 1,-2 1 0,3 1 0,0-2 83,-1-1 1,3 0 0,3 4 0,0 0 28,1 0 1,5 0 0,3 0-1,3-2 96,1-2 1,-4 1 0,-1-4 0,-1 0 187,1 0 1,-1-2-1,2-4 1,-4 0-115,-3 1 0,-2-3 0,1 1 0,-1 0-70,1 3 1,-1 1-1,1-3 1,1 1-154,2 4 1,0-2-1,5 6 1,1 1-93,2 1 1,1-2-1,-1 0 1,-3 1-119,-4 1 1,-4 4-1,-1 2 1,-3 5 173,-1 2 1,-1-2 0,1-1 0,-4 1 237,-3-2 1,0 0 0,2-4 0,2 1-96,2-1 0,-3-2 0,2-1 0,1 0 79,0 0 0,-5-4 0,4-2 1,-2 1-132,0-1 0,1 2 0,-3 4 0,2 0-230,-1 0 1,2 0 0,0 0-1,1 0-109,-1 0 0,3 1 0,-4 2 0,-1 1 367,-2-1 0,-6 3 0,0 0 0,1-1 193,-2 1 1,-2 0 0,-5-4 492,0 3 1,-5-1-209,1-4 1,-5 0-641,5 0 1,-6-1 0,2-4-363,1-3 0,-5-4 0,4 0 1,-3-3-624,3-2 1,-4 3 0,2-5 1099,-6 1 0,-4-2 0,-6-6 0</inkml:trace>
  <inkml:trace contextRef="#ctx0" brushRef="#br0">5101 12679 6763,'0'7'493,"1"-2"0,3-6-295,5-3 1,-2 2-1,1-3 1,2 0 71,2 1 0,1-2 1,-1 4-1,1-3-52,0 2 0,-2 1 0,-1-1 1,-1-2-107,1 3 0,1 0 0,4 2 0,0 0-85,2 0 0,2 0 0,-2 0 0,3 0-29,0 0 1,4 0-1,-1-1 1,5-2-33,6-1 1,3-2-1,2 3 1,-1-1 48,1 1 0,3-3 1,3 2-1,-1 1-12,0 2 1,-3 1 0,-7 0-1,-4 0 10,-3 0 1,-2 4 0,-4 0 329,-4-1 95,-3-1 1,-8-2-295,-6 0 0,-4-2-906,-5-2 1,2 2-2041,3-2 2802,2 3 0,-3 6 0,5 3 0</inkml:trace>
  <inkml:trace contextRef="#ctx0" brushRef="#br0">11342 14422 8313,'0'-13'-66,"-2"2"1,-1 1-335,-1 1 0,-6 5 216,2-4 1,-4 6 0,-1 1 257,0 4 0,5 7 0,-1-1 0,-1 6 109,-1 2 0,-2 6 0,-1-2 0,-3 5 36,-4 4 1,-4 4 0,-2 8 0,-4 8-180,-7 9 1,18-29-1,0 1 1,-4 5-1,1 2 1,-1 0-1,-1 1-109,0 0 0,0 2 0,0 2 0,-1 1 0,1-3 0,0 0 0,2-1 0,1-1-114,2-5 0,1 0 1,-12 30-1,8-10 1,3-4 31,2-6 0,2-10 0,6-5 0,2-6 119,-2-6 0,-2-9 1,-1-3 244,1-4 1,-1-8-1,1-5 1,2-5 165,2-3 0,1-1 1,-3-5-1,3 2-55,1 3 1,2-5 0,4 2 0,0-3-124,0 3 1,0-3 0,0 2 0,0-3-117,0-1 0,0 2 1,1 3-1,2 1-154,1 2 1,1 5-1,-5-1 1,0 3-955,0 1 473,0 6 0,0 3 0,-2 8 0,-2 6 550,-5 6 0,-2 9 0,-2 8 0</inkml:trace>
  <inkml:trace contextRef="#ctx0" brushRef="#br0">10355 15678 8225,'-24'0'805,"2"0"1,4 0-362,5 0 1,9 0-1,11 0 1,17 2-606,16 2 0,21-2 1,-24-1-1,2 0 1,5-1-1,3-1 161,4 0 0,3-2 0,10-5 0,2 0 0,2 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3652 6897 7442,'-7'6'347,"2"-5"1,6 5-1,3-8 1,5 0-141,2-3 0,3-5 0,4 3 0,1-1-68,1-1 0,6 2 0,-2-3 0,5 3-159,-1 1 0,5 2 0,1 2 0,5 0-110,3-3 0,0 1 0,3 4 0,1 1-15,-1 4 0,-5-4 0,-1 3 0,-8-1 141,-4 2 0,1-4 0,-2 3 0,-6-4 175,-4-4 1,-8 1-1,-1-5 215,-1-2 0,-3-2 1,-9-1-319,-7 1 0,1 0 1,-7 2-1,-1 3-215,-6 1 0,1-2 1,-6 4-1,-1-1-76,-2 0 1,1 3 0,-1-1 0,0 5 74,1 2 1,-2 6 0,3 0-1,2 4 24,3 3 0,0 2 0,10-3 0,3 1 48,4-2 1,4-5 0,6-1 307,0 1 0,7 0 1,6-2-1,7-3 2,4-4 1,8-1 0,2 0-1,3 0-181,1 0 1,-1-1-1,-3-2 1,-2-2-318,-1 3 1,-4 0-1,2 2 1,-5 2-1287,-3 2 1550,1-3 0,3 16 0,1-2 0</inkml:trace>
  <inkml:trace contextRef="#ctx0" brushRef="#br0">7779 7987 13527,'0'-13'-918,"-2"1"0,0 2 0,-3 2 711,3-2 0,-1 0 0,0 0 122,-1 1 0,-2 2 0,3-3 19,-1 2 0,-2 5-299,2-1 233,2 2 515,-9 2-509,10 0 324,-5 0-379,6 0 745,0 0 1,6 0-404,2 0 0,3 5 0,2-1 0,0-1-47,0-2 1,4-1-1,2 0 1,2 0 7,6 0 1,-1 0-1,5 0 1,0 0-41,3 0 1,3 0 0,2 0 0,-2 0-51,-3 0 0,3 0 1,-4 0-1,1 0 35,0 0 1,-5 0-1,1 0 1,-3 0 25,-2 0 1,2-1 0,0-2 0,-1-1 67,-6 1 1,-4-3-291,-4 2 1,-4-2-526,-4 2 0,-8 2 0,-5-1 97,-2 6 0,-7 0 0,0 6 557,-2 1 0,-1 12 0,-5 6 0</inkml:trace>
  <inkml:trace contextRef="#ctx0" brushRef="#br0">4191 8987 20125,'-9'-8'-3561,"1"4"2892,-2 3 1,2-4 351,0 1 1,4-1-1,-5 2 325,-1-2 1,3 0-12,-2 0 0,7 3-9,-3-7 1,11 2 0,7-3 0,7 3 182,4 1 0,7-2 0,3 3 0,5 2-291,4 2 1,6-3 0,8-1 0,2 3 136,2 0 0,2 2 0,1 0 0,-2 0-41,-2 0 0,-10 0 0,-11 0 0,-10-1 271,-6-3-282,-10 2 0,-14-4 0,-12 6 0,-9 2-197,-6 2 0,-9 3 1,-7 6-1,-2 0-16,-2 0 0,-2-2 0,0-1 0,5-3 127,6-1 1,2-2-1,6-4 1,1 0 194,3 0 0,4-1 1,12-4-1,2-3 302,5-4 0,2 0 0,4 0 0,2 2-99,5 2 0,12 1 1,6-2-1,4 3-193,5 1 0,-3 3 1,-1-2-1,1 4-490,0 4 1,-5 3 0,2 8 312,-3 2 0,-1 3 1,0 5-1</inkml:trace>
  <inkml:trace contextRef="#ctx0" brushRef="#br0">6818 9076 14866,'0'-8'-1980,"0"-1"1,-2 5 963,-2-5 1003,3 7 1,-5-6 350,6 4 144,0 3-394,0-5 1,1 6-101,4 0 0,-3 0 0,7 0-139,1 0 0,-3 0 0,2 0 1,1 0 268,1 0 0,2 0 1,1 0-1,3 0 58,5 0 0,7 0 1,6 0-1,3 0 15,5 0 0,2 0 0,7 0 0,0 0-38,4 0 1,-2 0-1,4 1 1,1 2-26,-1 2 1,-2 0 0,2-2-1,-1 1 7,-3-1 0,6-1 0,2-2 1,5 0-100,0 0 1,-31-2-1,1-1 1,0 1-1,1-1 1,3-1 0,1 1-24,2-2 1,0 0 0,-3-1 0,-1 0-1,4 0 1,-1 1 0,-1 0 0,-1 0 24,-1 0 0,1 1 0,0 2 1,1 0-1,-3-1 0,0-1 0,-1 0 1,-1 1 94,30-4 0,-3 4 0,-9-3 0,-6 2 6,-4 0 1,-13-5-1,-5 5 1,-5-1 44,-4 0 0,-1 2 1,-4-4-1,0 1-57,0 3 0,0 2-360,-1 1 0,1 0 0,0 0 33,0 0 1,0-2-1,1 0 1,2-3 53,1 2 0,0-2 0,-6-1 0,-1 0 55,-1 1 1,-2-5-250,1 1 0,2 2-388,-5-2 0,-11 8 0,-8 2 0,-5 9 706,-4 6 0,-7 7 0,-2-3 0</inkml:trace>
  <inkml:trace contextRef="#ctx0" brushRef="#br0">2589 11563 8107,'-13'0'-451,"0"-5"0,6 2 422,3-6 0,2 1 307,2-5 1,5 4 0,-1 1 432,-1-2-752,4 4 0,-4 0 45,5 6 1,1 0-1,4 0 108,-1 0 1,5 0 0,2 0 0,1 0 15,3 0 0,7-1 0,5-3 0,6-6 109,6-6 1,5-4-1,3-7 1,5-1-6,3-2 1,-6 0 0,-6 6-1,-8 2-137,-8 5 1,-1 0-1,-8 3 1,-7 2-136,-8 1 0,-5 4 0,-6-2-88,0-1 0,0 3 1,-2-1 72,-2-2 1,1 3-1,-5-1-4,-2 3 1,2 0-1,1 4 4,2-3 263,-5 2 1,7-3 163,-6 5 0,5 0-173,-5 0 1,5 0-288,-4 0 0,3 0 1,-3 0-1,-2 0-137,-2 0 1,0 4 0,-1 2 0,0 1-211,0 3 1,-4 1 0,0 2 0,0 0-33,-2 0 1,4-2-1,-5-1 1,1-2 84,4 2 0,-1-2 0,0-1 0,-1-2 382,2-2 0,0-1 0,3-2 0,-1 5 0,0 2 0</inkml:trace>
  <inkml:trace contextRef="#ctx0" brushRef="#br0">2973 11217 8390,'13'0'-1749,"0"-1"2090,0-4 0,-5 4 0,1-3 418,1 2 1,1 2-487,2 0 0,0 0 1,-1 0-169,1 0 0,-6 6 1,-2 4-1,-4 6-209,-1 5 0,0 3 0,0 3 0,0 2-205,0 1 1,-6 7 0,-2 0 0,-2 4-88,1 0 0,-1-5 0,6-2 1,1 0 395,2-1 0,1 4 0,0-4 0</inkml:trace>
  <inkml:trace contextRef="#ctx0" brushRef="#br0">6190 11345 12260,'-9'0'737,"1"0"1,3 0 28,-3 0-697,-1 0 1,1 0-108,-1 0 502,6 6 0,-2-3-359,5 5 0,7-3 1,4 2 163,5-1 1,8-1 0,0-2 0,8 1-162,5-1 0,0 0 1,11 0-1,5 1-58,5-1 1,3-2-1,1-1 1,-3 0 11,3 0 1,-7 0 0,-4 0 0,-8 0 54,-7 0 1,-6 0 0,-8 0 0,-2 0 636,-1 0-940,-8 0 23,-5 0 0,-7 0-64,-4 0 0,2 0-233,-5 0 0,4 0-1430,-5 0 1,5 0 1889,-5 0 0,1 0 0,-5 0 0</inkml:trace>
  <inkml:trace contextRef="#ctx0" brushRef="#br0">8292 11397 10317,'-9'-2'-607,"0"-2"0,2 1 0,-3-4 664,2 1 0,4 1-79,-5 0 1,5 4 693,-5-3 815,6 2-627,-2 2 1,5 2-421,0 2 0,0-1-246,0 5 0,1-3 0,3 2-157,5-2 1,2 5-1,4-3 1,3 2 128,8 0 1,6-5 0,10 3 0,3-1 50,5-3 1,0-2-1,8-1 1,1 0 39,-1 0 0,-4 0 1,2 0-1,-6 0-155,-8 0 0,0-4 0,-14-1 0,-4 1 267,-5-2-301,-11 5 1,-3-5 8,-10 6 1,-2 0-87,-6 0 1,5 0 0,-1 0-225,-1 0 1,3 0-10,-1 0 0,3 0 379,-3 0-297,5 0 0,-3-1-1011,6-3-662,0 2 234,0-4-946,0 6 2512,0 0 0,0 6 0,0 1 0</inkml:trace>
  <inkml:trace contextRef="#ctx0" brushRef="#br0">10137 11730 9103,'-9'-4'213,"2"-2"579,2-1 1,-4 3-637,5-5 0,5 6 0,8-2 0,4 0-36,4 1 0,8-6 0,11 1 0,7-2 39,8-2 1,7-4 0,11-1 0,-33 8 0,2 1-53,1 0 0,1 0 1,2-3-1,0 1 0,2 1 1,1 0-1,-3-1 1,0 1 48,-3-1 0,-1 0 1,31-5-1,-9-1 1,-7 3-84,-9 1 0,-13 6-1029,-14 3 0,-8 5 0,-5 9 956,-2 12 0,-19 8 0,-5 8 0</inkml:trace>
  <inkml:trace contextRef="#ctx0" brushRef="#br0">9804 10499 16397,'-9'12'-1301,"2"-2"0,0-2 684,0 2 0,0-3 1,-3 2 830,1 1 180,6-4 0,-4-2 1,4-8-302,-1-5 1,-6-2 0,2-2 0,-4 0 0,-1 0 1,-7 0-1,-5 0 1,-8 1-103,-4-1 0,-7 1 0,-4 2 1,-7 3-174,-4 2 0,-10-1 0,33 4 0,0 0 0,-2-2 1,0-1 144,0 0 1,-1-1 0,-2-1 0,-2 1 0,-1-1 0,0 0 0,-2-1 0,-1 0-2,1 0 0,0-1 0,2-4 0,1-1 0,0 1 0,1 0 1,-2 0-1,1-1 40,-2 1 0,1-1 1,2-1-1,-1 0 1,0 0-1,1 0 1,-2 1-1,-1 0 105,-1 0 1,0 1 0,-3-2 0,-1 0 0,-1 0-1,-1 0 1,-1 1 0,2 1-21,0 1 0,0 1 1,3-1-1,0 1 1,-3 2-1,-1 1 0,-2 0 1,-2 0-147,-2 1 1,0 0-1,-1 1 1,0 1-1,-3 0 1,1 1-1,0 2 1,1 0 78,1 1 0,0 1 0,-1-1 0,0 2 0,0-1 0,-1 0 1,-1 0-1,0 0-27,2 0 1,-1 0-1,1 0 1,-1 1-1,3 1 1,-1 0 0,2 2-1,-1-1 27,-1 1 1,0 0 0,3 1 0,1 1 0,-3-2 0,1 0 0,0 2 0,0 0 37,0 0 0,0 1 0,-1-1 0,0 1 0,1-1 0,0 0 1,2 1-1,-1 1 34,3 0 0,0 1 1,-1-2-1,1 1 0,-2 3 1,-1 1-1,-4 1 1,-1 1-52,-4 2 0,0 1 0,5-1 0,1 1 0,-1 0 0,1 1 1,3 1-1,0 1-34,1 0 1,0 1-1,0 4 1,-1 0-1,0-1 1,0 0 0,2 2-1,2 0-74,4-2 0,2 2 1,4-3-1,2 2 0,5 1 1,1 1-1,4-1 0,1 2-111,0-1 1,3 1-1,-12 28 1,8-5-1,12 0-140,8 1 0,4 0 1,9 1-1,5-2 74,9-5 0,9 1 0,7 0 0,7 3 231,4 1 1,4 0-1,-20-25 1,1 0-1,3 0 1,0 0 39,3 2 0,1 0 0,6-1 1,0 0-1,4 3 0,1 0 0,4 0 1,1 0-149,1-1 0,2 0 1,0 3-1,1 0 1,2 0-1,2-1 1,3 3-1,2 0 88,-17-10 1,0 0 0,1-1 0,2 0-1,0-1 1,1 0 0,5 2 0,1-2-1,1 1 1,0-1 0,0 0 0,1-1-78,2 1 0,0 0 0,2-2 0,3 1 0,2-2 0,0 0 0,-15-5 0,1 0 0,0-1 0,0 0 0,1-1 0,0 0 0,1 0 1,-1-1 74,0-1 1,0 0 0,0 0 0,0-2 0,1 1 0,1-1-1,0 0 1,-1-1 0,1-1 0,0-1 0,0-1 0,1 1 0,0-1-1,1-1 1,-1 0 0,2-1-59,1 1 0,0-2 0,1 0 0,-1 0 0,-2 0 0,0-1 0,-1 1 0,1-1 0,1-1 0,1 1 0,-1-1 0,0 0 0,-1-1 0,0 0 0,0 0 0,1-1 132,-1 0 1,1-1-1,0-1 1,0 0 0,0 0-1,0-1 1,0-1-1,0 1 1,0-1 0,1 0-1,0 0 1,-1-1 0,-1 1-1,0 0 1,0-1-1,-1 1-19,-1-1 1,0 1 0,0 0 0,-1 0 0,-1-1 0,0 1 0,-1-1 0,0 0 0,15-3 0,0 1-1,-1-1 1,-1 1 0,-1-1 0,1 0-124,-1-1 0,0 0 1,-2 0-1,-7 1 0,-2 0 1,-1 0-1,-1 0 0,-1 0 1,-2-1-1,20-5 0,-3-2-8,-5 2 0,-1-3 0,0-2 0,-2-1 0,-2-1 0,-2-2 0,-2-1 0,-1 0 114,-5 1 0,-3-2 1,-8-1-1,-3-1 0,-4 0 1,-2-1-1,-3-1 1,-1-1 2,-4-1 0,-2-1 0,-3-1 0,-3-2 0,-3 2 0,-2-1 1,-2 0-1,0-1-8,-3 0 1,0-1 0,-1-3 0,-1-1 0,1-1 0,-2 1 0,1-1 0,-1 1 74,-1-1 0,0-1 1,-2 3-1,-1 0 1,-2 0-1,-2-1 1,0 0-1,0 1 84,-1-1 1,0 1-1,0 3 1,-1 0 0,-2 3-1,0 1 1,0 0 0,0 0 157,-12-32 1,-5 3 0,-1 6-1,-2 6 41,-3 8 0,3 6 0,-2 2 1,-2 3-542,0 2 0,-4 5 0,6 5 1,-2-2 477,-1-1 1,1 4 0,3 3 0,2 3-647,1 1 0,8 0 1,-2 0-1,2 0 516,3 1 0,1-1 0,8 0 0,2 0 65,5 0 1,3 1 0,1-1 151,0 0 0,5 0 0,4 0 0,2 2-67,2 2 0,4-2-163,0 2 0,2 4-199,-2 0 1,1 0 0,5 0 0,-3 3-349,-1 0 1,2-2 156,-4 0 1,0-1-681,-4 5 1,-6-5 918,-3-4 0,-8-8 0,-3-3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24285 10461 8181,'-6'-17'-246,"-1"0"0,-1 1 163,-1 2 0,6 1 1,-1 0 170,3 0 0,1 0 0,0 1-15,0-1 1,-2 6 0,-1 1 388,-1 0-258,0 5 1,4-6 3,0 2 0,0 3 0,1-7 0,4-1 54,3-1 1,3-2 0,4-1 0,2-2 36,4-1 1,9-6-1,4 3 1,5-1-71,3-1 1,0 2 0,3-1 0,-1 4 2,-2 3 0,-8 2 1,-6 4-91,-5 4 0,-6 5 0,-8 8 0,-5 9-158,-3 9 0,-6 7 0,-4 10 0,-2 8-47,-2 6 1,2 6-1,1 6 1,6-32 0,0 1-15,1 2 1,1 2 0,-1 5-1,2 1 1,1 1 0,1 1 0,1 0-1,2 1-21,1 0 0,2 1 0,1 2 1,2 1-1,1 0 0,2 1 0,-2 0 1,1 1 99,-1 0 1,0-1 0,3 0-1,-1-1 1,-2-5 0,0 0 0,0 1-1,1-1 18,-2 1 0,1-1 0,0-3 0,1-1 0,-3-2 0,0-2 0,0-3 0,1-3 52,8 29 1,-1-9-1,-4-9 1,-2-2 90,-2-2 1,1-6 0,-6-3 0,-1 0-70,-1 2 0,-2 0 0,0-3 0,0-4-152,0-3 1,0-1 0,0 0 0,0-2 19,0-3 1,0-2-1,0-6 1,0-1-145,0 1 396,0 0 0,-8-2 0,-3-1 1,-6-1 186,-3 1 1,-3-3 0,-5 2 0,-4 1-394,0 1 1,-8 7-1,-6 4 1,-1 2-50,0 2 0,-4-1 0,-5 2 0,2 2-51,2 1 0,2 0 1,3-5-1,6 0 38,5-4 1,2-3 0,8-6 8,6-4-752,10-2 0,6-7-378,8-4 1,3 4-1,6-3 1175,0 2 0,11 2 0,3 0 0</inkml:trace>
  <inkml:trace contextRef="#ctx0" brushRef="#br0">11854 10384 8281,'-20'-13'0,"3"0"-28,-3 0 1,10 6 0,-1 2 157,4-1 0,1 5 88,2-4 0,4 4 1,0 1-203,7 0 1,6-4 0,4-2 0,4-1 91,3-3 1,2 3-1,0-2 1,-1 1 12,1 0 0,5-2 0,2 6 0,1 1-22,0 2 0,6-3 0,6-1 0,1 3-60,0 0 0,-2 2 0,2 2 0,-5 2 15,-7 4 1,-3 4 0,-10 1-1,-3 1 9,-6 3 0,-5 3 0,1 5 0,-6 1-99,-6 0 1,-4 6 0,-8 7 0,0 7 29,-2 3 1,-5 10-1,4 5 1,8-28-1,1 2 13,0 4 0,0 0 0,-1 1 0,1 1 1,2 5-1,0 2 0,0 0 0,0 0-93,1 1 0,0 2 0,2 2 0,0 2 0,-1-3 0,1 1 0,2-1 0,0 1 77,1-3 0,1-1 1,0-4-1,1 0 0,0-2 1,1 0-1,0-1 1,2-2-11,-1 1 0,1-2 0,-3-5 0,0-1 0,5 33 0,-2-7 125,1-5 1,-2 0 0,-8-3-1,-3 1 21,-4-1 0,0-5 0,-3-4 0,0 0-52,-2-4 1,4-3 0,4-4 0,1-4-21,1-3 1,-3-1 0,5-2 0,1-1-88,-2-2 0,5-5 1,-3 1-1,2-3-158,2-1 0,0 0 0,0 0 0,0 0 186,0 0 1,-1-1-1,-3 1 1,-6 1-45,-6 4 0,-1-4 0,-7 4 1,-5-1 348,-2 1 0,-3 3 1,-5-3-1,-1 1 216,-2-1 1,0 4 0,-3-5-1,2-1-311,6-2 1,10-3 0,10-2-881,3-5 0,8-3 0,7-1 674,11 0 0,6 6 0,8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18736 11076 7220,'-13'0'-297,"5"-4"0,-1-2 499,-1-1 1,4 3-42,2-5 0,-2 5-32,2-5 177,0 7 1,4-6 105,0 4 1,1 3 105,4-3-356,-4 2 1,6 2 0,-3 2 0,5 0 41,2 3 1,5 0 0,5-2 0,12 1 19,11-1 1,13 3-1,-19-4 1,3 0-1,6 0 1,2-1-92,8 0 1,2 0 0,5-1 0,1 0 0,7 0 0,2 0 0,-25 0 0,0 0 0,1 0-204,-1 0 0,0 0 0,1 0 0,0 0 0,1 0 0,-1 0 0,19 0 0,-2 0 0,-6 0 0,-3 0 63,-7-1 1,-1 2 0,-9 0-1,-1 2 1,25 3 0,-6-1 48,-7 1 0,-3 0 0,-12-4 1,-2 3 31,0-2 1,-1 2 0,3 0 0,-3-3-4,-4 0 1,-4-2-1,-5 0 1,-4-2 236,-3-2-266,-7 3 1,-2-5-388,-10 6 0,-2 0 0,-7 0 1,-2 0-298,-1 0 0,-7 0 0,0 1 0,-6 4-144,-3 3 1,-1-1 0,-6 2 785,-3 1 0,-2 7 0,-6 3 0</inkml:trace>
  <inkml:trace contextRef="#ctx0" brushRef="#br0">17070 10538 9362,'0'-17'0,"0"0"-474,0 1 0,0 2 619,0 1 0,-1 1 0,-4 2 51,-3 2 0,-5 5 1,-4-1-1,-4 2 80,-4 2 0,-5 2 1,-1 2-1,-3 5-156,-6 2 1,2 2 0,-7 0 0,3-2-92,-1-2 0,-5 2 0,1-2 0,-3 1 60,-1-2 0,-1 2 0,1-6 0,-2 1 191,-2 0 0,2-3 0,-2 2 0,2-3 66,2-1 0,-2 0 0,-1 0 0,0 0 23,4 0 1,4 5 0,8-1 0,1 0-223,3 2 1,4 0 0,8 4 0,5-2-296,3 2 0,7 1 0,3 2-220,2 0 0,2-4 4,0-1 0,2-5 173,2 1 1,-1-1 94,5 1 0,-5-1 0,1 6 0,-2 1-76,-2 1 1,0 3 0,0 4 0,0 4-58,0 7 0,-4 5 0,-2 9 0,-1 5-28,-3 6 0,-2 10 0,6-28 1,-2 1-1,0 2 0,1 0-171,-2 4 1,0 0-1,0 0 1,0 1 113,0 5 0,1 0 0,-2 0 0,0 0 0,-3 3 0,0-1 0</inkml:trace>
  <inkml:trace contextRef="#ctx0" brushRef="#br0">15302 14781 8327,'-26'-31'-258,"0"4"0,1 5 66,-1 4 0,2 1 1,2 5-1,7 2 1146,5 2 1,0 6-691,6 2 1,1 2 0,8 6 0,8 2-257,7 2 0,10-4 0,4-1 1,5-1 1,3-3 1,5-2 0,9-1-1,4-1-157,2-3 0,2-3 0,1-5 0,-1 2-169,0 2 0,-6 0 1,-5 0-1,-9 2-228,-10 1 1,-15 3 0,-9-2 543,-8 2 0,-12 2 0,-15 0 0,-8 0 0,-4 0 0,-7 0 0,-2 0 0</inkml:trace>
  <inkml:trace contextRef="#ctx0" brushRef="#br0">15558 14602 8327,'-33'0'-363,"2"0"0,7-2 924,2-2 0,5-3 1,9-6 39,3 0 0,11 0 0,7 0 1,8 1-240,8-1 1,9 4 0,10 1 0,7-1-453,4 2 1,5-3 0,3 6 0,2 1-88,-2 2 0,-2 2-188,-1 3 1,0 3 0,0 6-1</inkml:trace>
  <inkml:trace contextRef="#ctx0" brushRef="#br0">22811 14589 7937,'-7'-6'47,"0"-1"1,4-6-1,-1 0 223,1 0 0,3 5 0,3-1 0,3-1 35,1-1 1,6 0 0,5 1-1,2 3-75,3 1 1,5-3 0,5 5-1,3 0-106,3-2 0,4 5 0,-1-4 1,2 3-144,1-3 0,1 4 0,1-3 0,-6 4-130,-5 4 0,-5-1 0,-5 5 0,-2 1-303,-3-2 1,-2 4 0,-8-2-89,-2 2 1,-4 2 0,-6 0-1,-3 0 171,-5-1 1,-8 3 0,-4 0 0,-4 4 368,0 1 0,-7-3 0,-2 3 0,-3 0 0,-1 0 0,-1 0 0,1 1 0,1-4 24,3-3 1,2-1-1,5-1 1,0-4 845,2-4 1,2-2-212,10-2 1,6-6 0,3-2 0,2-4-144,2-1 0,10 1 0,4-1 1,5-1-233,4-4 1,1 4 0,3-3 0,2 3-226,0 1 1,7 0-1,-3 0 1,1 1-193,0-1 0,-5 1 0,2 4 0,-1 2-218,0 0 0,-6 5 0,-7-3 1,-3 2-289,-1 2 1,-6 2 459,-3 2 0,-4 2 0,-2 4 0,-4-3 142,-1-2 1,4 1 0,-3-3-1,2 3-166,0 1 1,-1-3 235,5 5 352,0-6 205,0 8-45,0-10-699,0 5 1,-1-6-483,-3 0 0,-3 0 1,-6 1 201,0 4 0,-1-4 0,-2 5 0,-2-2-154,-2 0 0,3 5 588,-5-5 0,-5 6 0,-6-3 0</inkml:trace>
  <inkml:trace contextRef="#ctx0" brushRef="#br0">19813 15627 8012,'-8'-8'-989,"4"-1"1010,3 6 214,1-2 273,0 5-135,0 0 0,-6 0 0,-3 0-310,-2 0 0,3 0 0,-1 0 0,-2 1-12,-5 3 1,-3-2 0,-3 2 0,0-3 74,-1-1 1,-2 5 0,-4-1 0,-2 0-34,-2 2 1,3 0-1,-4 4 1,-1-2-51,-2 2 1,-2 1-1,1 2 1,-1 0 3,1 0 0,2 1 1,1 2-1,-2 1 28,1-1 1,6 2 0,0 1 0,2-1 103,-2 1 1,7 3-1,-3 0 1,4 2 48,2 2 0,0 1 0,4 3 1,-2 2-12,-2 1 1,4 8-1,-3-1 1,2 4-99,0 5 0,-1 1 1,2 1-1,-1 2-153,1 2 1,2 1 0,1 5-1,1 2-52,-1-2 0,-2-4 0,0 4 1,-2 5 67,9-31 1,0 1-1,-5 30 1,5-4 0,3-5 62,4-7 0,1 0 0,3-7 1,4-3 99,6-5 1,10-4 0,1-5 0,7 0-78,6-1 1,-1-5 0,8-3 0,0-2-65,3-3 0,9 1 1,3 0-1,3 0-212,-3 0 1,8-5 0,-3-1-1,2 1 8,-1-1 1,-2-3 0,-3 3-1,-3 0 35,0 0 0,-3-4 0,3 1 0,-3-4 38,-4-4 1,-2-4 0,2-9-1,-2-5 152,-1-2 0,-5-7 1,-1-5-1,-5-5 102,-7-6 1,3-10 0,-2-7 0,-16 28 0,0-1-31,0-2 0,-1-2 0,-2-3 0,0-2 1,-1-3-1,1-1 0,0-4 0,1-1-106,-1-4 0,2-1 0,2 2 0,0-1 0,0-3 0,0-1 0,0 1 0,0 1 40,0-1 0,1 0 0,-2 1 0,-1 0 1,1 0-1,1 1 0,-3 2 0,-2 0-23,0 5 1,-3 1 0,-2 3-1,-1 1 1,-2 5 0,0 1-1,-1 1 1,0 2 88,-1 1 0,0 2 0,-6-28 0,-3 8 0,-2 3-35,-2 2 0,0 1 0,1 3 1,-1 6-43,0 5 1,0 6-1,-1 8 1,-2 2-59,-1 1 1,-4 3 0,2 8 0,-1 4-293,-2 2 0,2 2 1,0 0-1,1 0-506,3 0 0,8 2 1,2 2-1,2 4 424,0 4 0,-1 1 0,7 1 0,2 3-1201,5 4 1613,2 4 0,8 6 0,0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6997 5705 6765,'-8'-12'-50,"1"2"178,1 2 0,-3 4 0,4-4 316,-3 3 1,4-4-158,-4 5 1,-1 0-206,-4 4 1,5 5 0,1 5 0,-1 6 54,1 5 0,0 9 1,-3 6-1,2 5-99,-2 6 0,-2 13 0,0 6 0,0 2-53,4 2 0,4-33 0,1 0 0,1-1 1,1 0-1,-1 1 0,-1 0-40,2 0 1,0-1 0,-1 28 0,2-8-1,2-4-13,2 0 0,-3-2 0,4-3 1,-4-5 40,-1-2 0,0-3 0,-1-1 1,-2-5 106,-2-4 0,-5-4 1,3-10-1,-1-2 329,-1-2 1,1-3-55,-5-6 1,4 0 0,1 0-233,-2 0 1,3 0-1,0-2 1,-1-1-74,1-1 1,-1-6 0,-5 3 0,0-2-10,0 1 0,1 1 1,-3-3-1,0 1 74,-2-1 0,-2 0 0,3 0 0,-2 2-26,-2-2 1,3-2-1,-3 1 1,1 1-131,4 1 0,0 2 1,3-3-1,-1 3-363,0 2 0,4-4-561,1 5 280,5-1 1,-1 5-268,8 0 0,2 2 952,2 2 0,9 3 0,-2 6 0</inkml:trace>
  <inkml:trace contextRef="#ctx0" brushRef="#br0">6600 6974 12046,'13'0'315,"5"-6"1,5-2 0,7-4-291,8-1 0,8-5 0,9-3 0,7-2-292,5 1 1,-30 11-1,1 0 267,2 2 0,1 1 0,3-4 0,-1 1 0,-1 1 0,0 0 0</inkml:trace>
  <inkml:trace contextRef="#ctx0" brushRef="#br0">22196 6243 8169,'-8'0'406,"-1"0"1,5 0 155,-5 0-421,6-6 1,-2 4 81,5-7 1,1 2-164,3-2 0,4-1-45,4 6 0,1 0 1,0 4-1,0 0 133,0 0 0,1 0 0,2 0 0,2 0-53,2 0 1,1-2 0,5 0 0,0-4-96,-1-1 1,5 4-1,0-3 1,-2 2-5,0 0 1,-7-2 0,-1 3 0,-2-1-225,-2 1 229,-2 2 1,-2 6-1,-4 4 1,-4 4 58,-2 4 1,-6-2 0,-1 7 0,1 1 39,-2 1 1,5 1 0,-3 1 0,2 0-11,2-1 1,0 2 0,2 2-1,2 2 80,4 2 1,2-3 0,0 6 0,-1 2-48,1 3 1,1 2 0,2-5 0,0 2-103,0 3 1,-2 1 0,-1 5 0,-3-2-85,-1 1 0,-2-4 0,-2 0 0,0-1-37,3 0 0,-1-6 0,-4-6 0,0-1 15,0 0 0,0-1 0,-1-8 0,-2-3 49,-2 1 1,0-5 0,2 3 158,-1-2 0,-2-8 300,2-3 0,1-3-237,-6-1 1,5 0 0,-4 0-132,-2 0 0,2 0 1,0 0-1,-2 0 71,-1 0 0,-2 0 0,-2 0 0,-2 0-25,-4 0 1,-3 0 0,-3 0 0,-2 0-49,-1 0 0,-4 5 0,3 0 0,0 1-79,-1 0 0,-2 4 0,6-3 1,2 1-467,3 1 0,7-1 1,-1 5-1,3-1-608,1-4 1,5 8 1099,-1-3 0,6 8 0,-2-1 0</inkml:trace>
  <inkml:trace contextRef="#ctx0" brushRef="#br0">21491 8358 8060,'-12'0'-781,"3"0"933,0 0 0,1 0-65,-5 0-16,6 0 0,0 0 75,3 0-43,2 0 0,-2 0 31,8 0 1,3 2 0,6 1-1,0 1-7,0-1 0,5-2 0,4-1 0,3 0 24,5 0 1,-1 0 0,6 0 0,5 0 28,6 0 1,3 0 0,4 0-1,1 0-180,2 0 1,4 0 0,-6 0 0,-4 2-152,-6 2 1,-4 3 0,-3 6-1,-3-2-53,-4-2 0,-9 2 0,-4-4 1,-3 2-889,-1-1 138,0-5 855,0 3 0,-6-12 0,-3-2 0,-2-4-568,-2 0 667,-6-7 0,-1-1 0,-6-6 0</inkml:trace>
  <inkml:trace contextRef="#ctx0" brushRef="#br0">21530 8499 8224,'0'-25'-263,"0"-1"0,0 6 0,0 3 0,0 3 539,0 1 1,1 5 0,2-1 0,3 0 456,1 2 0,1 0 0,5 4-739,0-1 1,0 0-1,0 4 1,-1 0 6,1 0 1,2-4-1,0-1 1,2 1 7,-1-2 1,0 3 0,-1-4 0,2 2-91,-1 2 1,-2 0 0,-1 0 127,0-1 0,0-1-47,0 5 0,-1 0 0,1 0 0</inkml:trace>
  <inkml:trace contextRef="#ctx0" brushRef="#br0">21594 8423 8191,'-4'-13'15,"-1"0"1,1 0 0,4 0 0,0 0 898,0 1 1,7 0 0,5 4-1,5 3-743,3 4 0,1 4 0,5 4 1,1 9-816,3 6 1,2 7-1,7 11 1,-1 2 643,1 5 0,5 9 0,-21-27 0,-1 0 0</inkml:trace>
  <inkml:trace contextRef="#ctx0" brushRef="#br0">22209 9153 8308,'0'-13'-57,"0"5"-82,0-1 154,0 1 0,1 1 1,4 2-1,3 4 64,4 1 1,6 1 0,2 4 0,3 2 35,2 0 0,0 3 0,10-4 0,4-1-27,2 1 0,7-2 0,-1-4 0,5 0 99,3 0 0,2 0 1,4 0-1,-2 0-99,-2 0 0,3 0 0,-5 0 1,-2 0-384,-5 0 1,-5-4 0,-9 0 0,-3 1-557,1 1 0,-5 2 851,3 0 0,-3 0 0,-2 0 0</inkml:trace>
  <inkml:trace contextRef="#ctx0" brushRef="#br0">22478 9153 8550,'-11'-13'0,"1"1"23,1-1 0,6 0 1,-2 0 137,-1 0 1,6 2 0,0 1 55,7 1 1,4 5 0,4-3 0,2 0-252,4 0 1,8 4 0,2-3 0,0 2-319,1 0 1,-2-1 0,-6 5-1,-1 0 352,-2 0 0,0 6 0,5 1 0</inkml:trace>
  <inkml:trace contextRef="#ctx0" brushRef="#br0">22363 9192 8420,'5'-7'928,"10"1"1,12 6 0,10 3-669,8 5 1,12 7-1,7 12 1,-28-12-1,0 1-1113,1 3 1,1 0 430,3 3 1,1 1 0,0 4-1,0 3 1,2-1 0,1 0-1</inkml:trace>
  <inkml:trace contextRef="#ctx0" brushRef="#br0">9227 7179 19042,'-6'-13'-548,"-2"0"0,-9 5 0,-3-1 0,-2 1 296,1 1 0,-2-3 1,-7 4-1,-4-3 203,-3-5 1,-7-4 0,-4-9-1,-6-3 52,-6-5 0,26 13 0,-1-3 0,-1 0 0,0-2 0,-2-1 0,0-1 65,0-2 0,-1 1 0,-1-2 0,-2 1 1,-2-2-1,0 0 0,-4 0 0,-1-1-148,-4 0 0,-1 0 1,-5 2-1,-2 1 0,-3 3 1,-1 2-1,19 10 0,-1 0 1,0 1 125,-1 2 0,-2 0 0,0 1 1,-3-1-1,-2 1 0,1 1 0,-2 2 1,-1 0-1,0 2 0,-1-1 1,-1 2-1,0 0-127,-3 0 1,1 0 0,-1 2 0,-2 1 0,1 1-1,-1 0 1,-3 0 0,0 1 0,0-1 0,-2 2 0,0-1-1,-1 1 59,0 0 1,-1 0 0,0 0 0,-2 1 0,0 1 0,1 1 0,3-1 0,1 1 0,0 0 0,-2 1 0,0 0 0,-1 1-56,1 1 1,-1 0 0,0-1 0,0 0 0,0-1 0,1 1 0,2 1 0,1 1-1,0-1 1,2 0 0,0-1 0,1 1 57,1 0 0,1-1 0,-1 1 0,2 0 0,0 1 0,1-1 0,0-1 0,1 1 0,0 0 0,0 0 0,1 2 0,0-1-38,0 1 1,1 0 0,0 0-1,-1 2 1,0 1 0,1 0-1,4 0 1,1 1 0,1 0 0,-2 2-1,1 0 1,0 1 108,-1 1 1,-1 2 0,1-1 0,3 1-1,1 0 1,-1 0 0,-3 3 0,-1 0 0,0 2-1,1-1 1,1 1 0,0 1-26,2 0 1,-1 1 0,1 0 0,1 4-1,-1 0 1,1 2 0,2-1 0,1 1-1,0 0 1,0 1 0,0 1 0,1-1-79,0 1 0,1-1 1,1 1-1,1 0 1,2 1-1,1 1 1,1 0-1,1 2 1,2 0-1,2 1 1,1 1-1,2 1-154,0 0 1,2 0 0,2 1-1,-6 17 1,4 1 0,3-1-1,4 1 1,5-4 0,4 1-9,3-2 1,4 0 0,1 2 0,5-1 0,4-2 0,4-2 0,4-1 0,5-3 166,4-2 1,3-3-1,5-4 1,4-2 0,4-1-1,3-3 1,3-1 0,4-2 50,6-2 0,2-3 0,2-1 1,3-2-1,8-3 0,2-2 1,-23-5-1,0-1 0,0 1 80,0-1 0,1 1 1,0-1-1,2 0 1,1-1-1,-1 1 1,3 1-1,1 0 1,0 1-1,2-1 1,0 1-1,0-1-49,0 0 0,0-1 0,0 2 0,0 1 0,0 1 0,0 0 0,0-1 0,1 0 0,0-1 0,4 2 0,0-1 0,1 0-56,4 1 1,1-1 0,1 0 0,-1 0 0,1-1 0,0 0-1,-14-3 1,0 0 0,0-1 0,1 0 0,0 0 0,0 0 0,0-1-1,1 0-24,1 0 1,0 0 0,0 0 0,1-1 0,3 1 0,-1-1 0,2 0 0,-1 0 0,1-1 0,0 0 0,1 0 0,-1 0 0,1-2 0,0 1 0,1-1 0,-1-1 51,0 0 0,-1 0 1,1-1-1,0 0 1,-1 0-1,0-1 0,-1 0 1,2-1-1,0 0 1,0 0-1,1-1 0,-1-1 1,2 0-1,0-1 1,1-1-1,-1 0 35,2-1 0,-1-1 0,0 0 1,0-2-1,-1 0 0,-1-2 1,0 0-1,0 0 0,0-1 1,1-1-1,-1 0 0,-1-1 1,0 0-1,-1-1 0,0 0 1,0 0 20,-1-2 1,0 1 0,1-1 0,-1 0-1,-1-1 1,1 1 0,-1-1 0,0-1-1,-1 1 1,1-2 0,-1 1 0,-1-1-1,-2 2 1,-1-2 0,0 1 0,-1 0-13,13-7 1,-1 1-1,-1-1 1,-4 0-1,-1 0 1,-1-1 0,-3 1-1,-1 0 1,-1-1-1,-2 0 1,-2-1 0,-1 0-66,-2 0 0,-1 0 0,-2 0 1,13-12-1,-2-1 0,-5-1 0,-1 0 1,-5 0-1,-1 1-58,-2 1 0,-2 0 0,-6 2 0,-3-1 0,-3 3 0,-3 0 0,-6 2 0,-3 1-123,3-28 1,-12-1 0,-13 7-1,-7 2-141,-7 5 1,-14-1-1,-7 6 1,-7 2 173,-9 1 0,-6 5 0,30 17 0,-1 0 0,-1 0 0,0 0 93,0 3 1,-1-1-1,0 0 1,-1-1-1,-1 2 1,-2 0 0,-1 1-1,0 0 139,-4 0 0,0 1 1,1 0-1,0 0 1,-2 0-1,0 1 1,3-1-1,0 0-45,-1 0 0,1 0 0,1 0 0,1-1 0,1 1 1,0-1-1,3 1 0,0-1 127,-31-10 0,10 2 1,5 1-1,5 3 559,-1-1 0,9 5 0,5-2 0,5 5-289,6 2 0,11 1 0,1-5 14,5 0 1,6 0 0,8 0 0,9 2-419,6 2 1,3-2 0,9 4 0,1 0-102,2 3 0,2-2 0,-2 2 0,-2 2-131,0 5 1,-11 6 0,-1 9 0,-6 8-1890,-6 6 2102,-7 6 0,-2 6 0,-6 3 0,-1 3 0</inkml:trace>
  <inkml:trace contextRef="#ctx0" brushRef="#br0">4601 9935 8180,'0'-20'1058,"0"2"-208,0 5 0,0 4-819,0 1 0,0 6 0,0 2-9,0 8 1,0-1-1,1 1-209,3 2 1,4 2 0,4-1 0,1-1-167,0-1 0,0-1 0,0 3 0,-1-1-1,1-1 1,0 0 0,0 3 0,0 1 77,-1 0 0,0 1 0,-2 2 0,-2 1 276,2-1 0,-4-2 0,-2 0 0,-2 3 0,-2 5 0,0 2 0,0 3 0,0 3 0,-12 3 0,-2 5 0</inkml:trace>
  <inkml:trace contextRef="#ctx0" brushRef="#br0">4690 10563 7904,'0'35'0,"0"-3"-492,0 0 1,0-4 0,0-5 1511,0-2 1,0-5-434,0 1 1,0-7 0,0-1-418,0 1 1,0 1 0,0 2 0,-1 1-310,-3 3 0,-3 7 0,-5 8 0,2-1-385,2 0 1,-1 5 523,-4-2 0,1 3 0,-1 2 0</inkml:trace>
  <inkml:trace contextRef="#ctx0" brushRef="#br0">5575 9961 8638,'-5'-50'0,"1"6"1347,1 10 1,2 8-954,1 13 1,0 12 0,0 6-1,0 8-730,0 4 0,0 6 1,1-1-1,2 2-7,1 1 0,6 1 0,-1 0 1,4-2-71,4-3 0,-3 3 0,3-2 1,-3 2-39,-1 2 0,0-5 1,-2-1-1,-1 0 247,-1 0 1,-2 0-1,2 3 1,-5-2 203,-3 2 0,-1-3 0,0 1 0,0 6 0,0 6 0</inkml:trace>
  <inkml:trace contextRef="#ctx0" brushRef="#br0">5639 10692 8174,'8'17'209,"1"0"1,-5 0 0,5-4 0,1 1 512,1 3 0,-2 2 0,-1 3 0,2 1-654,1 4 0,2 0 0,0 9 0,0 2-2063,0 4 1995,0 6 0,5 3 0,2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7651 6525 7982,'13'-5'-407,"-1"-3"1,1 0 0,1 1 416,4 1 0,-3-4 0,8 1 0,3-2 91,2-2 1,6-1 0,-2-2 0,-1-1 116,0 2 0,2-4 0,-6 2 0,-4 3-60,-3 4 0,-7 0 0,-6 4-15,-2-1 0,-2 4 0,-7-1-96,-5 2 0,-2 1 1,-2-2 73,0-1 1,1-2 0,-1 3-1,0-2 65,0-2 1,0-2 0,1-2-1,-1 1-120,0 1 1,-1 1-1,-2-5 1,-3 0 29,0 0 0,-3 0 1,-3 0-1,-1 1-42,0-1 0,-5 4 1,-3 2-1,-5 1-89,-3 4 1,-4-4 0,-7 2 0,-4 1 10,-7 1 0,-3 4 1,29 0-1,0 0 0,-3 1 1,0 1 13,0-1 1,0 1 0,-1 2-1,1 0 1,3-3 0,-1 1 0,1 0-1,-1 0 7,1 1 1,-1-1 0,0-1 0,-1 1 0,1 1 0,1 0 0,-32 4 97,7 0 1,2 1 0,4 2 0,0-1 41,0 4 0,3 4 0,6 0 0,2 2-108,2 6 1,1 5-1,5 8 1,0 2-53,-1 5 0,1 3 0,-1 3 1,2 0-29,3-2 1,8 2 0,11-11 0,5 0-34,5-2 0,5-3 0,6-3 0,7-4 32,7-3 0,10-2 1,5 1-1,7-2 207,5-2 1,4-4 0,4-4 0,7 2-22,5 1 1,-30-8 0,1-1 0,3-1-1,-1-1 1,0 1 0,0 0-121,-1 2 1,0-1 0,2 0-1,1-1 1,2 1 0,0 1-1,3-1 1,0-1 0,2 2 1,0-1-1,2 0 1,-1-1-1,-1 1 1,1-1-1,3 0 1,1-2-130,1 0 1,2-2 0,2-1-1,0-1 1,0 1 0,-1 0 0,-2-1-1,-1 0 70,-2-1 0,-1 0 0,1-3 0,0-1 0,-3-2 1,-1-3-1,2-1 0,0-2 71,-2-2 1,0-1 0,-2-2 0,-2-1 0,-6 1 0,-2-1 0,0 0 0,-2-2 115,0-1 0,-1-1 0,-2 0 1,-2-1-1,-1-2 0,-2-2 1,19-25 129,-9-4 1,-8 2 0,-7-6-1,-6 0-110,-7 2 0,-9 0 1,-9 3-1,-7 0-494,-6 1 1,-6 1 0,-2 3-1,2 3-77,1 4 0,-3 8 1,-2 2-1,1 2 137,0 2 1,-3 8 0,2 5-1,-1 5-67,-2 2 0,-4 6 0,-3-1 0,-5 3 16,-3 1 1,-7 7 0,-3 6-1,-1 8 322,1 7 0,27-11 0,1 1 0,0 2 0,1 2 0,-2 2 0,0-1 0,-1 2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4972 9692 8804,'0'-13'0,"0"0"-375,0 0 1,-1 5 0,-2-1 1197,-1-1 0,0-1-837,4-2 1,0 4-89,0 1 641,0 5 0,1-3-308,3 6 0,3 0 0,8 0 0,2-1-73,4-3 1,9-2 0,6-4 0,6 0-34,10-4 0,10-1 0,-26 6 0,1-1 0,1-1 0,1 2-32,1-1 0,1 0 1,-4 0-1,0 0 0,1-1 1,-1 0-1,32-7 89,-11-1 0,-12 6 0,-18-1 0,-7 4 62,-8 0 0,-6 3 1,-8 0-1,-5 1-185,-7 3 1,-11 2 0,-11 1-1,-5 1-196,-3 4 1,-5 2 0,1 7 0,-3 2-399,-1 1 1,-4 0 0,3-3 0,3 2 250,4 1 0,4-4 1,5-5-1,5 1 180,4-2 0,-1 3 1428,11-6-711,6 1 1,7-5 0,8 0 0,5 0-80,2 0 0,2 4 0,1 0 0,5 0-120,6 2 1,6-5 0,9 4 0,3-4-335,4-1 1,3 0 0,1 0 0,0 0-409,1 0 0,-5-1 1,-2-2-1,1-3-358,-1-1 0,-8 4 0,0-2 0,-4 0-439,-4 1 0,-4 0 1118,-3 4 0,8 0 0,-3 0 0</inkml:trace>
  <inkml:trace contextRef="#ctx0" brushRef="#br0">15353 9487 8516,'0'-13'-312,"0"0"0,0 0 0,0 0 1,-2 0 177,-2 1 1,3 3-1,-4 1 1336,4-2-385,1 4-481,0 0 1,7 10-1,4 2-122,5 1 0,8-2 0,3 2 0,10-2-74,9-2 1,15 3-1,9-2 1,-31-3-1,2 0-52,3-2 1,1-1 0,4-1-1,1-1 1,3-3 0,0-1 0,2 1-1,-1-1-57,-2-1 0,0 1 0,-5-1 0,0 1 1,-3 1-1,0 1 0,-4-1 0,0 1-44,-3-1 0,0 1 0,18-1 0,-5 1 0,-11 2-39,-10 0 0,-6-1-202,-1 5 0,-12 6-189,-2 3 0,-9 2 1,-5 3-1,-1 2-487,-3 1 1,-2 6 929,0-2 0,-7 9 0,-1 3 0</inkml:trace>
  <inkml:trace contextRef="#ctx0" brushRef="#br0">7523 12602 8353,'-13'0'-691,"1"1"1,2 2-528,2 1 1218,5 1 0,-8 0 0,4 2 0</inkml:trace>
  <inkml:trace contextRef="#ctx0" brushRef="#br0">7535 12550 8353,'-12'-5'-584,"-1"-4"0,4 2 0,2-1 567,1-2 0,-2 2 158,4 0 258,-1 5-299,5-3 406,0 6 0,-1 2-184,-3 2 0,1 2 0,-4 4 187,1-2 1,0-3 155,2 3 1,3-4 786,-4 5-1346,4-6 0,7 1 0,2-8 0,5-3 65,4-1 1,0-3-1,7 4 1,3-2-208,0 1 0,2 1 1,-1-3-1,2 3-48,-1 1 0,2 0 0,-1 3 1,-2-1 6,0 1 0,-1 0 0,0 1 1,0-3 26,-3 2 1,-7 1 0,0-1 28,-3-1-652,-1-6-96,-6 2 0,0-3 303,-2 2 466,2 4 0,11-1 0,2-1 0</inkml:trace>
  <inkml:trace contextRef="#ctx0" brushRef="#br0">9919 12563 10037,'-4'-13'-565,"0"1"0,-6 0 0,2 2-543,1 2 958,2 5 1,6-3-1,2 8 122,1 2 1,6-3-1,-3 5 105,0 0 0,0-5 0,-4 5 388,2-1 1,0-3 772,0 2-636,-4 3 0,5-4-290,-6 6 1,4-5-1,2 3 1,1-1 7,3-3 1,-2 0-1,4-1 1,2 3-66,0-3 0,8 0 0,3-2 0,8 0 35,4 0 0,7-2 0,3-2 1,3-4-85,1-4 1,-1 4 0,-3-1 0,-6 1-259,-5 0 1,-6 1 0,-9 5-1,-4-3-547,-3 2 0,-2 3 0,-4 6 0,-5 8-1994,-6 11 2593,-9 6 0,-20 19 0,-8 2 0</inkml:trace>
  <inkml:trace contextRef="#ctx0" brushRef="#br0">18428 6179 7755,'-4'-13'-292,"0"0"1,0 1 0,5-1 291,3 0 0,9 0 0,7 0 0</inkml:trace>
  <inkml:trace contextRef="#ctx0" brushRef="#br0">18505 6077 7885,'-12'0'87,"-1"0"1,0-2 503,0-2 1,0 2 0,0-2-223,1 3 1,3-4-1,1 1 1,-2 1-135,-2 2 0,4 1 0,-1 0 0,-1 1-15,-1 4 1,-2-3-1,0 7 1,0 1-117,0 1 0,-5 4 0,-2 0 1,-1 4-183,-1 1 1,1-5 0,-3 4 0,1-2 39,2 0 1,1 4-1,-3-3 1,3-3 76,1-1 0,2-5 0,6 0-27,2 1 0,5-3 8,8 1 0,5-5 1,9 1-1,7-1 67,3 1 0,3-1 0,-2 4 0,2 1-50,2-1 1,-4-3-1,0 3 1,-2 0 20,-1 0 0,-6-2 0,-3 2 1,-3-2 25,-1-2 1,-1 4-157,-4 2 1,-2-2-1,-8 2 1,-2 1-41,-4 1 0,-5 2 0,-4 0 0,-5-1-142,-2 1 0,-7 1 0,-3 2 0,-3 1-340,-2-1 1,5 2 0,0-1 0,-2-1 57,-1-2 1,4-2 0,5-4 0,5-5 535,6-6 0,3-9 0,1-8 0</inkml:trace>
  <inkml:trace contextRef="#ctx0" brushRef="#br0">18557 6012 7885,'14'-37'0,"2"2"114,1 1 0,-5 5 0,-4-1 1,-3 3 220,-2 1 1,-1 5 0,-2 1-1,0 2 289,0 2 1,-2 2-178,-2 1 1,1 6 0,-4 4-229,1 6 1,0 5-1,4 9 1,-4 5-61,-1 2 0,3 9 1,-4 5-1,3 8-213,2 4 1,1 1 0,2 0 0,0 1-300,0-1 0,5 1 0,0 1 1,3 0-101,1-3 1,3-6-1,1 1 1,0 0-35,-1-4 0,0-3 0,-2-3 0,-3-7-70,-2-5 1,0 0 0,-4-8 556,3-3 0,-2 1 0,4-6 0</inkml:trace>
  <inkml:trace contextRef="#ctx0" brushRef="#br0">19018 6179 7930,'-1'-11'1307,"-2"1"-372,-2 1 0,1 5-672,4-5 1,2 5 0,2-3-107,4 1 1,9 1 0,5 0 0,3-3-313,5-4 1,7 0 0,6-1 0,0 0-379,1 0 0,-4 0 1,1 0-1,-5 2-470,-6 2 1,-5-2 1002,-3 3 0,-4-4 0,-5-1 0</inkml:trace>
  <inkml:trace contextRef="#ctx0" brushRef="#br0">19261 5859 7930,'-24'0'49,"1"-2"1,4-1 581,0-1 0,-2 0 1,4 4 152,1 0 1,2 0 0,1 3 0,1 4-579,4 6 0,-2 8 0,6 2 1,1 4-210,1 3 1,2 5-1,0 1 1,0 4-206,0 3 1,6 5 0,3-2-1,2-1-93,2-2 0,1-3 0,2-2 0,2 1 28,2-1 0,0-5 0,3-5 0,-2-3 15,2-4 0,-3-4 0,0 2 0,0-4-14,0-3 1,0-8-1,3 0 1,-2-2-174,2-2 1,1-2-1,3-2 1,1-6 444,2-6 0,6-4 0,-3-5 0</inkml:trace>
  <inkml:trace contextRef="#ctx0" brushRef="#br0">19787 6346 7929,'0'-19'385,"4"5"0,0-3 815,-1 3-83,-1 1 1,-4 6-862,-2 2 1,-3 5 0,-5 5 0,3 3-225,0 4 1,2 0 0,-3 1 0,3 2-552,1 2 0,2-2 0,4 7 0,0 0-190,0 3 1,0 0-1,0 1 1,0-2 708,0-2 0,11 2 0,3-4 0</inkml:trace>
  <inkml:trace contextRef="#ctx0" brushRef="#br0">19825 6012 7902,'0'-32'170,"-5"0"1,-4 7 0,-2-1 3906,-2 0-3147,6 6 1,1 9-1345,6 11 0,0 1 1,1 8-1,4 2-425,3 5 1,4 0 838,1 5 0,5 0 0,2 5 0</inkml:trace>
  <inkml:trace contextRef="#ctx0" brushRef="#br0">19415 7397 7843,'-8'-13'0,"1"0"274,1 0 0,-3 1 0,4-1 444,-2 0 1,-2 2-1,-4 1-572,0 1 0,1 6 1,-3 0-1,-2 6-87,-4 6 1,-5 1 0,-2 1-1,-4 1-10,0 2 0,-3 3 1,-4-1-1,-3 2-100,0 2 1,-1-3 0,4 4 0,1 1-48,0-2 1,1 4 0,2-4-1,7 0 83,5-3 1,6-3 0,8-1 79,5 0 0,4-6 0,6-3 1,7-2 138,7-2 1,10 0-1,4 0 1,4 0 44,5 0 0,2 0 1,7 0-1,-1 0-116,0 0 1,0 0 0,1 0 0,-1 0-127,0 0 0,-1 1 0,-4 2 1,-6 3-263,-5 1 0,-12 1 0,-2 5 120,-5 0 0,-9 0 1,-4 0-1,-7-1-61,-9 1 1,-6 0 0,-6 0 0,-2 1-13,-3 3 0,-9-1 1,-8 5-1,-3 1-166,-1-2 0,-4 4 0,-1-4 0,1 0-184,-2-3 1,5-3 0,1-3 557,7-2 0,4-9 0,2-7 0</inkml:trace>
  <inkml:trace contextRef="#ctx0" brushRef="#br0">18954 7320 7843,'13'-43'424,"0"1"1,-1 2 0,0 10 1263,-4 8 0,-2 10-1213,-6 7 0,-1 14 0,-2 16 0,-3 8-358,-1 4 0,4 7 0,-3 3 0,2 3-298,0 2 1,0 3 0,4 1 0,0-2-311,0-1 0,5-2 1,4 1-1,2 1-205,2-2 1,4-2 0,2-12 0,0-3-180,4-4 0,1-4 0,2-5 875,0-4 0,-1-8 0,1-4 0</inkml:trace>
  <inkml:trace contextRef="#ctx0" brushRef="#br0">19505 7628 8814,'-4'-17'0,"-2"0"1391,-1 1 0,-2 2 1052,-3 1-2161,4 6 1,4 1 0,10 6-179,7 0 0,2 0 0,9-1 0,5-2-533,2-2 1,3-5 0,5 3 0,1-1-620,3-1 1,-4 2 0,4-1 0,-3 2 1047,-2 0 0,1-1 0,-1-6 0</inkml:trace>
  <inkml:trace contextRef="#ctx0" brushRef="#br0">19710 7179 7843,'-17'-13'0,"1"0"1213,5 1 37,-2 4 1,12 6 0,-4 10-1139,4 9 1,1 6-1,0 4 1,1 3-462,4 4 1,-3 7-1,7 2 1,1 0-98,1 1 0,2-3 0,0 8 0,0 2-170,0 3 0,-1-2 0,0-5 0,-2 1-592,-2 2 1208,1 1 0,4-5 0,0-2 0</inkml:trace>
  <inkml:trace contextRef="#ctx0" brushRef="#br0">20274 7512 7843,'0'-38'86,"0"1"1,0 3 325,0 4 1,0 8 0,-2 7 359,-2 5 0,-3 4 0,-6 7 0,0 4-1041,1 3 0,-5 9 0,-2 3 0,-1 2-16,-3-1 1,1 0-1,-1 4 1,3-3 205,1 0 0,2-1 0,6 3 0,2-1 20,5-1 0,3-5 0,2 4 1,5 0 124,6-1 0,3-1 1,6-6-1,2-2 217,1-2 1,3 1 0,3-6-1,4-3-93,3-4 0,0-9 1,-1-10-1,-3-2-167,-2-2 0,-3 1 0,-5-1 0,-4 0-537,-5 1 1,2-1 0,-9 2 513,0 3 0,4-9 0,-4 3 0</inkml:trace>
  <inkml:trace contextRef="#ctx0" brushRef="#br0">20620 7730 7819,'11'-13'677,"-1"2"1585,-1 2-2555,-1-2 0,4 17 0,-4 4 0,-3 11-344,-4 8 1,-1 10 636,0 0 0,0 14 0,0-1 0</inkml:trace>
  <inkml:trace contextRef="#ctx0" brushRef="#br0">21876 7282 8240,'-7'-13'606,"0"4"0,4 1 1,-3-1 62,-1 2 0,-2 0 1,-5 4-1,-3-1-425,-4 1 1,-9 7 0,-6 6-1,-5 6-232,-6 5 1,-2 3 0,1 3 0,2 2-389,2 1 1,3 4 0,7-4 0,5-2-57,7-1 0,3-7 0,8-2 0,2-4 196,5-1 1,4-2-1,4-2 1,5-5 295,2-3 1,8-1 0,2 0 0,3 0 153,2 0 1,5 0 0,3 0-1,3 2 128,2 2 1,-1-3-1,-1 4 1,-1-4-201,-2-1 0,-4 0 0,1 1 0,-2 2-242,-5 2 0,-7-1 0,0-3-171,-3 4 0,-7 2 1,-5 6-144,-9-1 1,-3 1 0,-13 0 0,-3 0 49,-2 0 0,-8-1 1,2 1-1,-3 0 11,-1 0 0,-1 0 0,1-2 1,-1-2-141,1-5 0,-2-3 493,-3-1 0,3-17 0,-4-4 0</inkml:trace>
  <inkml:trace contextRef="#ctx0" brushRef="#br0">21440 7166 7819,'11'-37'474,"-2"2"0,-3 2 1002,-1 1 1,-3 4-497,2 7 1,-4 9 0,-3 12-892,-1 7 0,-6 10 0,3 5 0,-2 5-152,1 7 0,1 0 0,-2 10 0,5 1-53,2 2 1,2 7 0,0 3-1,0 0-399,0 0 0,0-2 0,2-4 0,2 1-40,5-1 1,6-4 0,2-3 0,1-3 23,0-4 0,-4-7 0,2-1 1,-5-8-869,-2-8 1399,-6 0 0,2-12 0,-5 5 0</inkml:trace>
  <inkml:trace contextRef="#ctx0" brushRef="#br0">22376 7371 7819,'11'-13'0,"-1"1"443,-2-1 1,-5 0 0,2 0-1,-4 0 367,-1 1 0,-1 4 0,-4 3 0,-3 0-482,-4 1 1,-6 0-1,-2 5 1,-1 4-541,-1 3 0,1 4 0,-5 0 1,-1 1-133,-3 0 0,5 1 1,-2 2-1,4 1-47,0-1 1,3-1 0,0 1 0,2 1 174,2-1 0,2-2 0,2-1 0,2 0 216,2-1 1,5-3 0,-1 0-1,2 1 151,2 1 0,6 0 0,4-1 0,4-1 43,3 1 1,6 0 0,-2 0 0,4-2-1,0 2 1,1 2 0,0-1 0,-1-1-226,1-1 1,-1-5 0,0 3 0,-4 0-469,-4 0 0,-3-2 162,-1 3 0,-9 1 0,-6 3 119,-10 1 1,-13 0-1,-3 0 1,-3 0-154,-4 0 0,-7-1 1,-2 1-1,-1 0-675,-4 0 1046,5-6 0,0 4 0,5-4 0</inkml:trace>
  <inkml:trace contextRef="#ctx0" brushRef="#br0">22568 7448 7819,'24'-25'0,"-3"-1"1312,-4 0 1,-4 6-643,-4 3 0,-3 10 0,-8 7-659,-2 7 0,-3 10 1,-6 5-1,-1 3-97,-3 5 1,1 2 0,-4 3 0,1-1-39,4 2 1,1 0-1,1-1 1,0-1-355,0 2 0,5-5 1,0 1-1,1-2-270,0 0 1,4 4-1,-2-4 748,-1-2 0,5-1 0,-5-1 0</inkml:trace>
  <inkml:trace contextRef="#ctx0" brushRef="#br0">22991 8051 7819,'7'-6'346,"3"-1"0,-4-6 4135,1 0-4310,-5 0 1,3 12 0,-10 7 0,-3 8-561,-3 7 0,-4 8 0,0 2 0,-2 2-76,1 3 1,2-1 0,-1 1 0,0-2-341,-2 2 1,1 1 0,6 1 804,1 1 0,1-1 0,-5 0 0</inkml:trace>
  <inkml:trace contextRef="#ctx0" brushRef="#br0">23644 7538 7760,'-7'-6'67,"-4"3"1,4-5 0,-2-1 564,1 2 0,3-3 0,-2 5 1328,1-3 0,1 6-1429,1-3 1,2 7 0,-2 5-499,2 6 1,2 9 0,-1 4 0,-2 7-127,-1 4 0,0 3 0,4 2 0,0 5-545,0 3 0,0-3 1,0 0-1,0 2-616,0 1 1,1-5 0,2-3-1,3-7 1254,1-5 0,7-9 0,6-2 0</inkml:trace>
  <inkml:trace contextRef="#ctx0" brushRef="#br0">24221 7564 9215,'9'-17'0,"-2"-1"426,-2 3 1,4 0 2325,-5 3-3056,0-1 0,-6 11 0,-6 7 0,-6 5-169,-4 2 0,-4 7 1,-3 2-1,-2 4 384,-3 0 1,3 2-1,-3 3 1,3 4 14,1 3 0,2 3 1,1 3-1,3 5 251,2 7 1,5-3 0,6 4-1,1-3 196,3-2 0,3-1 1,6-5-1,7-8-60,7-10 0,4-8 1,4-11-1,5-3 59,6-4 1,3-18-1,2-10 1,6-11-156,4-9 0,-22 19 1,0 0-1,-2-1 1,-1-2-1,-2 0 1,0-2-119,-1-1 0,-2 0 0,-4 1 0,0 0 0,0-2 1,-1 0-1,-1 1 0,-3 0-18,-1 0 1,-1 0 0,9-35-1,-14 5 1,-4 1-700,-2 4 1,-8 3 0,-4 11 617,-5 6 0,-17 12 0,-8 8 0</inkml:trace>
  <inkml:trace contextRef="#ctx0" brushRef="#br0">5523 10179 8177,'0'-9'-231,"0"1"0,0-1 382,0-4 0,0 5-144,0-1 100,0 6 1,-4 8 0,0 9 4,1 4 0,-3 0 0,1 3 1,-1 3-83,0 5 1,-2-2 0,2 4 0,-1-1 57,-3 0 0,3 4 0,0-4 0,0 0-84,-1 1 1,6-4 0,-4 5 0,2-1 55,-1 3 1,-3-1 0,4 0-1,-1-1-28,0 1 0,3 6 0,-4 5 0,2 0-13,0 0 0,-5 4 0,5 1 1,0 4 19,-2 2 1,5-1 0,-4-5-1,4-4-33,1-1 0,0 2 1,1-7-1,2-8-62,2-7 1,0-7 63,0-8 0,-4-5 696,3-8 0,-2 1 307,-2-6-1299,0 1 69,0 1 1,-2-3 0,-2 5 126,-5 3 1,2 0-1,-1 1 1,-2-2 134,-2-1 1,0-6 0,-1 1 0,0-2 116,0-2 1,0 0-1,0-1 1,1-2-39,-1-1 0,-1-6 0,-2 2 0,0-3 4,5-2 1,-2 0-1,5 1 1,-4-1-101,-1 0 1,1 1-1,0-1 1,2 2-21,2 3 1,3 1-1,-2 4 1,0-1-10,0 1 1,4 6-417,-1 2-435,2 5 71,2-3 1,0 8-71,0 2 0,0 3 0,0 6-289,0 0 1142,6-1 0,-4 1 0,3 0 0</inkml:trace>
  <inkml:trace contextRef="#ctx0" brushRef="#br0">5241 11371 8406,'-1'-13'-364,"-3"0"0,-3 1 654,0-1 1,-3 0 0,4 0 1905,-1 0-1423,4 0-610,-3 1 1,16 5 0,4 2 0,5 4-53,4 1 0,2 0 0,4 0 0,2-2-246,2-2 0,0 3 0,1-4 1,-3 4-157,0 1 1,-3-1 0,1-2 0,-2-2-234,-1 3 1,-2 0 0,-2 4-1,-4 0-714,1 3 1238,-11 10 0,15 0 0,-9 10 0</inkml:trace>
  <inkml:trace contextRef="#ctx0" brushRef="#br0">8074 10371 8036,'-13'-13'60,"0"0"0,0 2 0,0 1 225,1 2 1,-1 5 0,0-2 0,0 4-191,0 1 0,1 1 0,0 4 0,2 3 29,2 4 1,-1 6 0,-2 4 0,1 2-72,1 1 0,5 1 1,-3 1-1,1 2-170,3 0 0,2 9 0,1-1 0,0 5-32,0 4 0,0-1 0,1 5 1,2 0-33,1 3 0,2 4 1,-3-4-1,1-5 66,-1-2 0,-2-8 0,-1-5 1,2-3 75,2-6 0,-2-8 289,2-8 0,-3-6 0,-1-2 248,0-8 0,0 1 1,-1-3-1,-3-3-307,-5-2 1,-2-4 0,-2 2 0,-1-3-170,-4 0 1,3-4 0,-5 4 0,0-1-507,0-1 0,4 5 1,-1-3-1,3 2-431,1 2 0,0 3 915,1 5 0,-1-4 0,0 5 0</inkml:trace>
  <inkml:trace contextRef="#ctx0" brushRef="#br0">7856 11051 9125,'17'0'0,"1"0"-125,2 0 1,7 0 0,9 0 0,5 1 124,6 3 0,15 3 0,3 6 0</inkml:trace>
  <inkml:trace contextRef="#ctx0" brushRef="#br0">10150 10140 8144,'-7'2'-578,"1"2"1,2 6 1071,-1 6 0,0 6 0,2 13 0,-1 7-393,1 7 0,1 13 1,2 7-1,0-32 0,0 0-130,0 1 0,0 1 0,2 32 0,2-3 0,3-3-84,0-6 0,5-6 1,-4-9-1,2-5 63,-1-11 1,1-6 140,-6-10 0,0-6 707,-4-6-794,0-6 1,-1-1 0,-5 3-189,-7 3 0,-1 2 0,-7 3 0,-4 5-281,-3 2 1,-1 6-1,-3 2 465,0 1 0,-3 7 0,2 6 0</inkml:trace>
  <inkml:trace contextRef="#ctx0" brushRef="#br0">9996 11153 7979,'0'-13'691,"0"0"1,1 5 0,2-1-1,3 1-398,1 1 1,7-5-1,9 5 1,4-1-625,3-1 0,13 6 1,4-2-1,10 0 331,5 1 0,-24 2 0,0 0 0,1 2 0,0 0 0</inkml:trace>
  <inkml:trace contextRef="#ctx0" brushRef="#br0">7484 12512 8254,'-13'0'-869,"5"0"0,-1 0 719,-1 0 0,3 0 1,-1 0 147,-2 0 0,3 0 273,-2 0 0,0 0 297,-3 0 1,3-1 115,1-4 1,-1 2-95,-4-5 1,0 5-135,1-1 0,-1 2 1,0 2 0,6-1 447,3-3-784,2 2-55,2-3 0,2 5 0,2 0 1,4 0-32,4 0 0,5 0 0,1 0 0,4 0-7,5 0 1,-2 0-1,7 0 1,-2 0-50,0 0 0,1 0 0,-3 0 0,2 0 55,-1 0 0,-2 0 0,-2 0 0,0 0 155,-4 0 0,2 0-38,-6 0-153,0 0-63,-10 0 1,-7 0 0,-7-2 0,-2-1-57,1-1 1,-1 0-1,-4 2 1,1-1-7,-1-1 1,-1 0 0,-3 4 0,-5-2 42,-2-2 1,-2 3 0,1-4 0,-2 5-15,-3 5 1,1-2-1,-4 5 1,1 1 1,-1-2 1,5 4-1,-1-4 1,5 2 55,2-1 1,7 0-1,-2 0 331,2-4-82,8 3 1,3-5 0,8 2 0,5-2-7,2-2 1,8-2 0,4-1 0,4-2 207,3-2 0,5 2 0,-1-2 1,3 1-253,2 4 0,-1-4 1,1 2-1,-1 1-130,1 1 0,-2 2 0,-3 0 0,-4 0-187,-3 0 1,-6 0-1,-1 0 1,-1 0 59,-4 0 1,-6-1 135,-5-3 0,-4 2 0,-4-3 0,-6 0-108,-6 1 1,0-5-1,-3 5 1,-1 1-379,0 2 1,3-3 0,-3-1-1,0 2-189,0 2 1,4 1 0,-1 0-1,3 0 22,1 0 0,0 0 0,0 0 0,2 1-294,2 4 1,-1 3 909,6 9 0,-6 3 0,3 6 0</inkml:trace>
  <inkml:trace contextRef="#ctx0" brushRef="#br0">10073 12512 8320,'-4'-13'0,"-2"2"-135,-1 2 1,2-1-1,-2 5-52,2-3 0,-5 6 326,1-3 0,2 4 130,-1 1 1,3 1 264,-3 4-347,5-4 0,-3 6 1,8-4-21,2 1 0,0 2 0,8-3 1,2 2 56,0 3 1,6-4 0,1 3-1,5 0 117,4 0 0,1 0 1,3 3-1,-2-3-86,-1-1 1,-4 3-1,1-5 1,-5-1 107,-6-2 0,-2 4 0,-3-1 62,1-1 1,-4-2-862,-1-1 0,-6 0-1360,-2 0 1244,-6 0 1,-2 0 42,-1 0 939,6 0-383,-3 0 1,5 0-1452,-3 0-711,2 0 2115,-3 0 0,5-6 0,0-1 0</inkml:trace>
  <inkml:trace contextRef="#ctx0" brushRef="#br0">4549 12512 8212,'-12'-6'459,"3"1"-639,1-4 1,5 5-26,-2 8 0,4-1 536,1 5 0,1-5 79,4 2 1,-2-4 0,5-1-103,2 0 0,-3 0 0,2 0 1,1 0-68,1 0 0,2 0 0,0 0 0,1 0-208,3 0 1,2-1 0,5-2 0,0-2-56,3 3 1,3 0-1,0 2 1,4 0 51,3 0 1,1 0-1,2 0 1,2 2 66,0 2 1,2-3 0,-1 4 0,3-4 21,-1-1 1,5 0 0,-4 0 0,1 0 16,0 0 1,3-1 0,1-4 0,-6-2-71,-3 0 0,-10-4 1,-2 4-1,-4-2 199,-5 0 1,-4 5-76,-8-4 0,-3 3-405,-6-3 0,-6 5 1,-3 0-1,-2 6-33,-2 5 0,-1 0 0,-2 0 0,-2 2 148,-2 2 1,0 0-1,-3 1 1,2-1 68,-2-4 0,-1 3 0,-2-3 0,1-1 20,-1-3 0,0 2 1,1-2-1,-2-1-56,-3-2 1,-2-1 0,-2 0 0,3 0-18,0 0 0,2 0 1,-5 0-1,0 0 71,1 0 1,0-4-1,5 0 1,-4-1 84,0 0 0,2 3 0,-2-2 0,4 3 18,4 1 1,1 0-1,-3 0 1,2 0 106,3 0 0,2 0 0,6 0 147,1 0-306,4 0 0,6 0 1,9 0-1,7 0 32,5 0 0,3 0 0,8 0 0,4 0 93,3 0 0,8-2 0,0-1 0,2-2-41,0-2 0,0 4 0,6-2 0,1 3-84,1-3 0,1 4 0,-5-3 1,-1 2-129,-3 2 1,0 0-1,-9 2 1,-6 0-256,-8 3 0,-6 5 0,-5-2-41,0 4 0,-7 5 1,-6 1-1,-9 4-855,-6 5 1,-2 4 1240,-9 7 0,-3 7 0,-9 0 0</inkml:trace>
  <inkml:trace contextRef="#ctx0" brushRef="#br0">8317 11884 8502,'-6'-17'0,"-1"0"-133,0 1 0,2-3 0,5 2 0,0 2-74,0 0 1,0 3 0,0-3 0,1 0 241,3-2 1,3 4-1,6 4 6,0-1 1,0-1 0,0-1-11,-1 4 1,-3 2-538,0 6 428,-7 0 0,4 2 664,-6 2 227,0-3 1,0 4-345,0-10 0,0-2 0,1-6 0,2 1-184,2-1 1,-1 4 0,-4 1 0,0-2-108,0-2 0,0 0 0,-2-1-216,-2 0 0,1 4 0,-5 2 1,-2 0-129,-2 0 1,0 3 0,-1-3 0,-1-1 202,-4 1 1,3 3 0,-7-5 0,-2 0 94,-4-3 1,-4-1-1,-5 0 1,0 1-38,-2-1 1,-4 4-1,1 1 1,-2-2-21,-1-2 0,3 5 1,0 3-1,2 3-91,1 1 0,-2 1 0,1 3 0,3 5-32,0 2 0,5 2 0,-3 0 0,1 1 24,1 3 0,-2-3 1,3 5-1,1-2-4,0 0 1,-5 0 0,3-4-1,1 0 40,2 0 1,-1 0 0,-1-1 0,1 1 65,0 0 0,-4 0 1,4 1-1,0 2-19,-1 1 0,2 6 0,5-2 0,-1 3 86,1 2 0,3 4 0,2 1 1,0 2-112,0 2 1,9-2-1,-2 0 1,2 0-96,-1-1 0,1 1 0,2 3 1,5-3-33,3-2 1,-3-1 0,-1-5 0,2 1 30,2 0 1,1-2 0,0-1-1,0-3 44,0-2 0,4 1 1,2-4-1,1 1 176,3-5 0,1 2 1,4-4-1,2 1-31,4-2 0,3 2 1,3-4-1,3 1-14,4 3 0,3 2 1,3-1-1,3-1-66,4-2 0,3 1 0,4 2 0,3-1-134,3-1 0,4-2 0,-9 2 0,-1-4-17,-1 1 1,-4-3-1,-5 4 1,-7-1 9,-5-4 1,-6 0 0,-3-2 0,1 0 148,0 0 1,5-6-1,-8-4 1,3-5 155,2-7 0,0 2 0,-1-1 0,1 0 38,0 1 0,-1-3 0,1 4 1,-1 1-347,1-1 0,-2-2 1,-1 5-1,-3 3-55,-2 3 0,0 2 0,-6-4 1,1 3 80,0 0 1,-2 5 0,-1-3 0,-1-1 35,1 1 0,0 3 1,0-5-1,-2 0 59,2-3 1,2-1 0,1-1 0,-1-2 41,1-1 0,1-4 1,2 2-1,3-1-74,1-2 1,-5 3 0,4 2-1,-2 3-28,0 1 0,-1 0 0,-7 0 1,0 2-107,1 2 1,-3-2-1,0 2 180,-1-2 0,-2 3 1,-4-1 47,0-1 1,0-1 0,0-2 0,0 0-138,0 0 0,0 0 0,0 1 0,0-1-36,0 0 0,0-4 0,-1 0 1,-2 1 64,-1 2 1,-1-3 0,4-2 0,-2 1 225,-1-1 1,0 1-1,4 2 1,-2-1 24,-2 1 0,2 2 1,-3 1-1,0 0-151,1 1 1,0 3 0,3 2-1,-2 0-145,-2 0 1,0 4 0,0-2-260,-3 4 0,1 1 88,-2 0 1,1-1 303,-5-4 1,0 4 0,0-3 63,0 2 1,5 2-1,1-1 1,0-2 24,0-1 1,-2-1-132,-4 5 0,0-4-179,1 0 1,-1 0-22,0 4 0,0 0 0,0 0 223,0 0 1,5 0 297,-1 0 422,1 0-547,-5 0-1938,6 0-796,1 0 1827,6 0 1,2 4 0,2 2 0,4 2 686,4 6 0,6 5 0,2 7 0</inkml:trace>
  <inkml:trace contextRef="#ctx0" brushRef="#br0">7433 12371 14219,'-7'-6'-1687,"-5"-1"0,5 0 1813,-6 3 0,5 8 0,1 5 0,0 2-149,0 2 0,4-5 0,-3-1 0,2 1 341,-1-1 1,0-3 39,0 5 0,-2-5 410,-5 4 1,3-5 958,0 1-1228,7-2 138,-4-2-501,6 0 576,0 0-77,6 0-233,-5 0 0,10 0-80,-2 0 0,2 0 1,4 0-210,2 0 0,-2 0 0,5 0 0,2 0-63,2 0 0,-1 0 1,7 0-1,-2 0-135,2 0 0,-2 0 0,5 0 0,-2 0 59,-2 0 1,-3 0 0,-4 0 0,0 0 23,1 0 0,-5 0 0,-1 0 0,-3 0 178,-1 0 0,0-2 422,0-2-181,-6 3-403,-1-5 1,-8 6 0,-2 0-131,-5 0 0,2 0 1,-1-1-1,-2-2-168,-2-1 1,4-1-1,-1 5 1,-1 0 120,-1 0 0,-2-1 0,0-2 0,0-1 98,1 1 0,-1 1 0,0 2 34,0 0 1,0 0 72,1 0 1,0-1-349,4-3 70,-4 2 239,11-3 0,1 5 72,8 0 0,4 4-227,1 0 1,-1 0 309,1-4 1,0 0-221,0 0 0,0 0-343,-1 0 1,1 0-8,0 0 0,-4 0-281,-1 0 1,-4 0 227,5 0 140,-6 0-544,8 0-470,-9 0 378,3 0 0,-5 6 842,0 3 1,0 2 0,0 2 0</inkml:trace>
  <inkml:trace contextRef="#ctx0" brushRef="#br0">11367 11781 8220,'0'-13'-505,"-1"-4"0,-2 0 1114,-1 2 0,-1 5 0,5 1-73,0-1-1166,0 4 402,0 1 255,-5 5 1,2-2 59,-6-2 1,2-3-1,-3-5 88,2 4 0,3-3 0,-3 2 11,-2-2 1,4-2 0,0 1-1,1 2-48,-4 2 0,2-1 0,-1-3-60,-2-1 1,-2 0 0,-1 1-1,1 3-5,-1 0 0,0 2 1,0-3-1,0 1-67,1-1 1,-1 3 0,0-1-1,-1-1-16,-3 2 1,2-4-1,-2 3 1,2 0 3,-3-1 0,4 2 1,-3-3-1,2 3 34,-3 1 1,4-2 0,-3 2 0,1 1-6,-1-1 0,3-3 1,-4 5-1,-1 0 1,-2-2 0,-2 5 1,0-4-1,0 4 74,-4 1 1,2-4 0,-7-1 0,2 3-16,1 0 0,-1 2 1,4 0-1,0 0-17,1 0 0,3 0 1,2 0-1,2 0-14,2 0 0,2-4 0,1 0-63,0 1 1,1 1 0,-1 2-64,0 0 1,4 0-1,1 0 1,-2 0 56,-1 0 1,-2 0 0,-2 0 0,0 0 37,-2 0 0,-6 2 0,2 1 0,-4 1 53,0-1 1,-1 2-1,0 0 1,1-1 33,-1 2 0,-2-5 0,1 3 0,4-2-47,3-2 1,-1 4 0,4 0 0,1-1-76,2-1 0,-3 2 0,-1 0 0,3 0-81,1 2 1,1-3 0,0 4 0,0 0 18,0 0 0,0-2 0,-1 3 0,-1 1 58,-3-2 0,0 3 1,2-5-1,-1 1 129,2 0 1,-4 2-1,2-2 1,0 0 13,-2-1 0,5 1 1,-4-3-1,1 3-39,-1 1 1,-3-3-1,3 5 1,-2 2-12,-3 5 1,0-2 0,0 5 0,3-1-83,2 3 0,-5 4 0,3 0 0,0 1-87,3 0 1,3 3 0,1 1 0,0 0-110,0 2 0,5-5 0,1 3 1,0-5 122,0-3 1,2 0 0,-2-5-1,1-1 97,4-2 1,0-1 0,2 0 0,0 0 168,0 0 0,0-5 0,0 1 0,0 1 48,0 1 1,4 3 0,2 2 0,1 1-166,3-1 1,2-1 0,0 1 0,1 3-39,0 1 1,0-3 0,0 4 0,-1 2-229,1 1 0,4-3 0,0 1 0,1 1 69,0 1 1,-2-3 0,5-1 0,2-1 142,1-4 0,7 0 0,4-3 0,2 1-44,1 0 1,2-4-1,3-2 1,2-2 26,1-2 1,4 3-1,-5-2 1,2-1 40,0-2 0,-4-1 0,2 0 0,0 0 57,-4 0 0,0 0 1,0 0-1,2 2-81,-2 2 0,1-2 1,0 2-1,7-3-40,5-1 1,-1 0 0,4 0-1,0-1-33,2-3 0,5-4 1,3-4-1,2-3-31,-2-2 1,-8 2 0,-2-7-1,-1-1 111,0-1 1,-2-1 0,-9-1-1,-5 2 87,-4 2 0,-8 2 0,-1 5 0,-7-2 37,-7 1 1,-9 6 0,0 1 0,-2 0 81,-2-3 1,0 4 0,0-1 0,0-2-294,0-5 0,-4 2 0,-1-3 0,1 1-393,-2-1 1,4 3-1,-6-3 1,1 2-445,0 2 1,4 1-1,-2 0 6,-1 4 0,-1 2 0,-6 6 896,0 0 0,-11 11 0,-3 4 0</inkml:trace>
  <inkml:trace contextRef="#ctx0" brushRef="#br0">6062 11807 8270,'4'-16'-193,"0"3"1,0 3 0,-4-2 382,0-1 0,0 0 0,-1 2-111,-3 2 1,1-2 0,-6 4-1,-1-1 30,-1 4 1,-2-2 0,0 1-1,-1-2-22,-3-3 1,3 3 0,-5-1 0,2 1-41,0 0 0,-6-1 0,2-5 0,-3 0 49,-2 0 1,-4-4 0,-1 0 0,-3 0-21,-6-2 1,1 4-1,-6-5 1,-2 1-27,-4 4 1,-5-4-1,2 3 1,-3 4-52,-1 2 1,4 7 0,-2-3 0,2 2 28,-2-1 0,9 1 0,0 4 0,6 0 38,3 0 0,-1 2 0,2 2 0,2 3 3,0 0 0,7 5 0,-2-2 1,2 4 5,-2 3 1,3 6 0,-2-1 0,5 6-44,3 1 1,-1 8-1,-3 0 1,0 5-47,4-1 1,2 3 0,8-1 0,3 0 5,3 1 1,4-4 0,1 2 0,1 0 65,4 1 0,6-2 0,7 4 0,1 0-59,-1-4 0,5-1 0,-1-2 1,2 2 4,1 3-1,-3-8 1,-1 4 0,3-3 3,5-4 0,-1 4 0,7-6 1,-1-2-38,-2-1 1,5-2-1,-2-4 1,3-4 41,5-3 0,-3-2 1,2-4-1,-2-4 11,-1-2 0,1-2 0,1 0 1,2 0 22,-2 0 0,0-2 0,0-2 1,4-4 10,0-4 1,2-2 0,4-2-1,1-2-23,-1-2 1,2-1 0,-1-5 0,1 0-17,-3 1 1,-3-2 0,1-3 0,-2-5 44,-2-2 1,-8-1-1,-11 0 1,-8-1-23,-7 1 1,-4-2 0,-6 0 0,0 0-258,0 3 0,-10 7 0,-4 2 1,-5 3-122,-4 4 0,3 10 0,-1-1 1,-2 5-6,-1 4 0,-1 3 1,-1 4-1,2 6-78,2 6 0,-2 5 0,3 9 0,-3 5 420,-2 2 0,-5 7 0,-2 1 0</inkml:trace>
  <inkml:trace contextRef="#ctx0" brushRef="#br0">23004 9974 8463,'0'-32'-69,"0"7"1,-6 0 0,-3 10 0,-2 3-112,-2 7 1,-1 5-1,-3 5 1,-5 7-170,-2 3 0,-3 7 1,-3-5-1,-4-1 349,-3-2 0,-7 4 0,-2 2 0</inkml:trace>
  <inkml:trace contextRef="#ctx0" brushRef="#br0">22529 9910 8463,'-12'-26'-5,"-7"-1"1,-2-3 0,-2-4 93,2-3 0,-8-6 0,3-1 0,-1-2 124,0-2 1,-3 4 0,-1 0 0,-2 1-113,-2 0 1,-4 6 0,-2 7-1,-3 3-182,-2 1 1,-6 1 0,-8-1 0,-3 2-83,-1 3 0,-1-4 1,-2 3-1,32 9 1,1 0-37,-33-13 0,8-2 1,3 6-1,3-2 176,2-1 1,-6-5 0,-1 0-1,-3 1 81,-4 2 0,4 2 0,26 12 1,-1 0-1,1 1 0,-1 0 32,0 1 1,-1 0-1,1 0 1,0 0-1,-28-7 1,-1 3 48,1 1 1,-4 1-1,-2 1 1,0 2-138,1 2 0,30 6 1,-1 1-1,1-2 1,0 0-1,-1 1 1,-1 0-51,0 0 0,-1 0 0,2-1 1,-1 0-1,3 2 0,-1-1 1,1 0-1,1 0 41,1 0 1,-1 1 0,-2 0-1,0-1 1,2 1 0,0-1-1,-1 0 1,0 0-14,-1 0 1,-1 1 0,-1 0 0,-1 1 0,-4 0 0,-1 0 0,1 0 0,-2 0-8,2 0 1,-2 0-1,0 2 1,0 0-1,5 1 1,0 0-1,-1 0 1,0 1 7,-1 0 1,0 2-1,-2 1 1,0 2 0,0-1-1,0 1 1,1-1 0,0-1 17,0 0 0,1 1 1,-2 0-1,0 1 0,0 0 1,0 0-1,0 0 1,1 1 5,0-1 0,1 0 0,2 2 0,1 0 1,-2-2-1,1 0 0,-2 0 0,0 1 14,-1-1 1,-1 0 0,-2 2 0,0-1 0,2-1 0,0 0 0,1-1 0,1 1-1,1 0 0,1 0 0,2-1 0,0 0 1,1 2-1,1 1 0,0 0 0,-1 0-2,-1-2 1,0 2 0,-2 1 0,0 0 0,0-2 0,0 0 0,-1 1-1,0 0-4,-1 2 0,0 0 0,1-2 0,0 1 0,1 2 1,2 2-1,1-2 0,1 0-8,2 1 1,0 0 0,1-1 0,0-1 0,-3 3 0,-1 0-1,1-1 1,0 1-7,1 1 1,-1 0-1,-1-1 1,1 1-1,2 0 1,1 0-1,-2 1 1,0 0-8,0 0 0,0 1 0,0 2 0,0 0 1,2 1-1,-1-1 0,3 0 0,0-1 1,1 1 1,1-2-1,-1 1 1,0-1 0,-1 0-1,0 0 1,-2 0 0,1-1 6,-1-1 1,0 1-1,1 0 1,1 1-1,-30 13 1,1 2 13,3 1 1,-1-1-1,7 3 1,2-1 3,4-2 0,1 0 0,-4 6 0,0 0 11,-1-2 0,1 5 0,1-6 1,0 6-35,-1 2 0,8-4 0,-4 2 1,8-1-29,4 0 0,3 0 1,3 3-1,-1-1 12,2-2 1,5-2 0,3-2 0,0 2 7,0 3 0,4-4 0,-1 4 0,2-3-24,-2-1 0,2 0 0,-3 3 0,1 0 27,0 0 0,-5 3 0,4 1 0,-1 2 46,1 4 1,-4-8 0,5 7 0,2-1-31,0 0 1,-2 7 0,0 1 0,3 1 33,4-4 1,0-4-1,6-2 1,1-2-58,2 1 1,1-4-1,0-1 1,1-3 37,3-2 1,-1 2 0,6 2 0,-1 0 32,-1 0 0,3-1 0,-4 2 0,0 5-21,-1 6 0,1 0 0,-3 6 1,3 2-52,1 0 1,1 8-1,5 1 1,-6-34 0,0-1-39,1 0 0,1 0 0,11 31 0,6 0 1,1-3-42,3 1 0,-2-14 1,7 3-1,0-7 68,2-6 0,5-1 0,2-1 1,5-2 133,4-3 1,-2-1 0,9-5-1,3 5-28,-30-15 0,1 1 0,30 14 1,-31-13-1,-1 1 0,-1 0 1,0 1-32,-1 0 0,1 0 0,-1 1 0,0 1 1,0 1-1,1 1 0,0-1 0,1 0-53,-2-1 1,1-1-1,1 2 1,1 0-1,2-2 1,1-1-1,2 2 1,0-1-86,3 2 1,1-3-1,1-3 1,0-2-1,1 1 1,1-2-1,-2-1 1,1-1 83,-2-1 0,1-1 0,2-1 0,1-2 0,3 0 0,0-1 0,2 0 0,-1-1 4,2-1 1,-1 0 0,0-1 0,0-1 0,1 0 0,-1 1 0,1-1 0,0 2 17,2-1 1,-1 1 0,-4 0 0,0 1 0,0-1 0,0 1 0,-2-1-1,0 2-2,0 0 0,0 1 1,3-1-1,0 0 1,4 2-1,0 1 1,1 0-1,0-1-6,-3 0 0,0 0 1,0 2-1,0 0 1,-3-1-1,1 0 1,3 1-1,1 0-125,3 1 1,1 0-1,0-1 1,0 0-1,2-1 1,1-1-1,-1-1 1,1-1 93,1 0 1,0-1-1,0-1 1,1-1-1,2 0 1,0-1 0,2-2-1,1 0 13,0-1 0,1-1 0,-3 0 1,0 0-1,0 0 0,0 0 0,1 0 1,-1-1 27,2-1 1,1 0 0,-5-1-1,0 0 1,4-2 0,0 0-1,0 1 1,0-1-6,-1 1 0,0-2 0,0 1 0,1-1 0,-3 0 1,1-1-1,-1 1 0,1-1-5,-3 1 0,1 0 0,2-1 0,0-1 0,-2 1 0,0-1 0,1-1 1,1-1-9,1 0 0,0 0 0,-4 2 1,-1-1-1,2-1 0,0-1 0,0-1 1,1 1-1,0-1 0,1 0 0,-1 0 0,1 1 0,1-1 0,-1 0 0,0-2 0,-2 1-33,-3-1 1,0 1-1,2-2 1,0 1-1,0-1 1,1 0-1,2-2 1,0-1 3,2-3 1,-1 0 0,-4 1 0,0-1 0,-1-2 0,1-1 0,-2 0-1,0-1 6,1 1 1,0-1 0,2-1-1,-1-1 1,0 0 0,-1-2 0,-2 0-1,-2-1 0,-3-1 0,-3-1 0,-2 0 0,-2 0 0,-2-1 0,-2 0 0,1-1 0,0 0 35,0-2 1,0-1 0,-4 2 0,0-1 0,-2 0 0,-1-1 0,-3 1 0,-2-2 0,-1 1 1,-2-1 0,-1-1 0,-1-1 0,-3 1 0,-1 0 0,0-1 0,-1 0 0,-1 0 1,-1 1 0,-1 0 0,0 1 0,-1-5-1,-1 0 1,0-1 0,0 0 5,-1-2 1,0-1 0,-1 3 0,1 0 0,0-2-1,1-1 1,-1 1 0,0-2-7,1 1 0,0-1 1,-1-1-1,-1 0 0,0-2 1,0-1-1,0 1 0,0 0-9,-2-1 0,0 1 1,-1 0-1,0-1 1,-2 1-1,-1-2 0,-1 0 1,-2 0-23,-2-3 1,0 1 0,-2 2-1,0 2 1,-3-1 0,0 1 0,-1 0-1,-1 1 84,-2-1 0,-1 1 1,-1-2-1,-2 1 0,-5 0 1,-1 1-1,-1 0 1,0 0-36,-2 1 0,0 0 0,-2 3 1,-1-1-1,0 0 0,-1 0 1,-1 1-1,-2 0-28,0-1 1,-1 0-1,2 4 1,0 0-1,-3 0 1,-2 0 0,1 1-1,0 1 11,1 0 0,-1 1 0,-2-4 0,0 1 0,-1 1 0,0 0 0,-1 0 0,-1 0-19,0 1 0,0 1 0,0 2 0,0 1 1,0 1-1,-1 0 0,-1-2 0,1 0 8,-1-2 0,-1 1 1,2 2-1,-1 1 0,3-1 1,1 0-1,1 2 0,0 0 30,1 1 0,-1 0 0,-2 1 0,1 2 0,1 1 0,-1 1 0,1 1 0,-2 1 37,2 1 1,-1 2 0,-1-2 0,0 2 0,-1 2 0,-2 1 0,-2 0 0,0 1-39,-2 0 0,1 0 1,4 3-1,0 1 0,-2 1 1,-1 0-1,2 2 0,0 1-16,-32-10 0,4 0 1,2 4-1,1 3 160,7 1 0,2 1 0,-1 1 0,1 4-401,3 3 0,7 4 0,7 1 1,2 1-198,2 4 1,2 9 0,3 12 422,3 6 0,-1 3 0,7 3 0,-1 6 0,-1 5 0</inkml:trace>
  <inkml:trace contextRef="#ctx0" brushRef="#br0">17198 11268 8324,'-8'0'-1501,"-1"0"1591,1-5 1,-1 3-91,0-2 523,7 3-212,-4 1 176,6 0 0,1 0-180,4 0 0,2 0 0,6 0 0,-1 0-23,1 0 1,0 1 0,1 2 0,3 1 2,5-1 0,3-2 0,5-1 1,4 0-40,3 0 0,3 0 0,2 0 0,0 0-169,0 0 0,-3 0 0,0 0 0,-1 0-218,1 0 1,-6-4 0,-5-1-1,-4-1-63,-2 0 1,-7-4 0,1 2-727,-6-4 523,-4 5 0,-8-3-1312,-2 6 1717,2 0 0,-3 4 0,5 0 0</inkml:trace>
  <inkml:trace contextRef="#ctx0" brushRef="#br0">20184 11345 8118,'-13'0'-179,"1"0"-150,-1 0 1,0-1 0,0-2 787,0-1 0,0 0 1,1 2-258,-1-2 1,4 2-43,1-2-151,5 3 0,-1-4 0,8 1-16,4 1 1,4 2-1,1 1 1,1 0 117,3 0 1,-1 0 0,5 0 0,2 0 7,1 0 0,2 0 0,-1-1 0,1-2 2,-1-2 0,1 1 0,0 4 0,1 0-96,3 0 1,-3 0 0,3 0 0,-3-1-130,-2-4 1,1 4 0,-2-5 0,-1 2-68,-2 0 0,-5-2 0,1 3 0,-3-1-86,-1 1 1,-1 0-1,-2 0 139,-2-1 1,-7 0-1,-1 4 73,-7 0 0,-5 0 1,-6 0-1,-4 0 22,-7 0 0,1 0 0,-5 1 0,0 2 41,0 1 0,1 5 0,-4-3 0,3-1 30,2 1 0,5-2 1,6-2-1,1 1 741,-1 1-265,4 0 0,5-4-385,11 0 1,11 0 0,9-1 0,1-2-15,1-1 1,-1-1 0,5 5-1,-2-1-67,-3-3 1,3 2 0,-4-2 0,2 2-85,-1 2 1,-5 0 0,1 0 0,-3 0 39,-1 0 0,0 0-86,-1 0 0,-3 0-76,0 0 1,-8 0-108,-1 0 0,-7 2 0,-9 1-59,-1 1 0,0 2 0,4-3 0,0 1 22,1-1 0,-1 0 0,0-1 340,0 3 0,0-1 0,0-3 249,1 4 0,3-4 1409,1 3-978,5-2 1,-2-2-435,10 0 1,2-2 0,6-1 0,-1-1-245,1 1 1,4-2 0,0-1 0,-1 0-164,-2 1 0,-1-4 0,0 5 1,-2-1-132,-2 0 1,2 3 0,-2-2-983,2 3 513,-4-5 0,-1 6 312,-6 0 0,-6 4 0,-1 6 0,-3-1 401,-3 1 0,-2 7 0,-11 3 0</inkml:trace>
  <inkml:trace contextRef="#ctx0" brushRef="#br0">17595 12358 8300,'0'-13'-998,"0"1"1589,0-1 1,0 4 695,0 1-530,0-1-521,0 2 1,6 1 0,4 6 0,4 0 20,3 0 0,8 0 0,-1 0 1,6 2-76,3 2 1,5-3 0,5 4 0,-1-4-118,3-1 0,-4 4 0,4 1 1,0-3-316,-4 0 0,-7-2 0,-4 0 0,-3-2-199,-1-2 1,-2 3 0,-3-4 0,-4 4-699,-3 1 0,1 0 1147,2 0 0,3 0 0,5 0 0</inkml:trace>
  <inkml:trace contextRef="#ctx0" brushRef="#br0">19736 12474 8108,'-12'-2'-675,"4"-2"1083,2 2 1070,6-3 163,0 5-89,0 0-1473,6 0 0,1 0 1,6 0-1,1 0 48,3 0 1,3 0 0,6-2 0,-1-1-80,1-1 1,1-2 0,1 4 0,2-4 62,-1-1 1,2 3 0,-1-4 0,-2 3-73,-1 2 1,-2-3 0,-3 2-1,-2 1-103,-1 2 0,2-4 0,-4 1 0,-1 1 107,-2 2 1,-1-3 481,0-1-80,-6 1 1,-3 4-370,-8 0 1,1 0-380,-5 0-273,5 0 464,-3 0 0,5 0 8,-4 0 268,4 0 344,-5 0-449,6 0 1,-1 0-152,-3 0-465,2 0-130,-4 0 362,1 0 309,3 0 287,-3 6-183,5-5 0,-2 5 134,-2-6-115,2 0-272,-3 0 7,5 0 1,-2 4 67,-2 0 75,3 1-64,-5-5 595,6 0 27,0 0-757,0 5-40,0-3 147,0 3 65,0-5 683,0 0-827,-6 0-57,5 0 286,-5 0 3,6 0 98,0 0-152,0 6-122,0-4-43,0 3 227,0-5 576,0 0-1501,-6 0 169,5 0 676,-5 0 1,5 0 424,-3 0 97,2 0 0,-3 2 503,5 2-503,0-3-710,-6 5 35,4-6 0,-5 0-51,3 0 77,3 0 1,-7 0-3,4 0 124,3 0-82,-5 0 1,5 0-420,-4 0 1,3 0-1023,-7 0 1,5 1-789,-5 4 2342,6-4 0,-8 11 0,4-5 0</inkml:trace>
  <inkml:trace contextRef="#ctx0" brushRef="#br0">17416 14307 8227,'-13'-6'-534,"6"3"1,1-4 324,1 1 1,2-2 643,-6 4 1,6-2 356,-1 2 158,3 2 93,1-4-633,0 6 1,1 0-241,3 0 1,4 0 0,6 0 0,3 0 96,4 0 0,5 0 0,5-1 0,8-2-175,6-1 0,7-2 0,2 3 0,4-1-42,5 1 0,-8-2 0,4 0 1,-10 2-93,-6 2 0,-3-3 0,-3-1 0,-4 3 18,-8 0 1,0 2 0,-8 0 0,-2 0-210,0 0 0,-7 0 1,1 0-1,1 0-253,1 0 1,3 0 0,2 0 0,2 0-229,2 0 0,7 0 714,8 0 0,7 6 0,4 1 0</inkml:trace>
  <inkml:trace contextRef="#ctx0" brushRef="#br0">19748 14396 8247,'0'-12'-370,"0"-1"346,0 0 1,0 4 0,0 1 452,0-2 1,2 4-1,2 1-440,5-1 1,-2 4 239,1-2 0,1 3-28,4 1 1,-2 1 0,-1 2 206,-1 1 0,-1 1 0,5-5 12,0 0 0,4 0 1,0 0-1,-1 0-26,-2 0 1,3 0-1,1-2 1,1-1-250,-1-1 0,1-5 0,-3 5 0,1 1-16,-2 2 0,4 1 0,-2 0 0,-1 0-175,-2 0 1,-1 0 0,0 0-218,-1 0 1,-3 0-1,-2 1-744,-1 4 702,-2-4 1,-5 5-223,-4-6 0,-2 0 1,-6 0 526,1 0 0,-7-6 0,-1-1 0</inkml:trace>
  <inkml:trace contextRef="#ctx0" brushRef="#br0">18352 9615 8083,'-6'-7'275,"3"-5"1,-6 5-1,1-1 102,1-1 0,-5 5 0,4-3 0,-4 1-162,0 3 0,-3 2 1,0 1-1,-2 0-249,1 0 0,0 0 0,-1 0 0,-3 0-187,0 0 1,-2 1 0,3 2 0,-1 3-34,-3 1 0,3 0 1,1 3-1,-1-3 127,0-1 1,3 4 0,-3-3 0,3 1 129,5 1 0,-1-6 0,6 2 331,0 1 0,1-3-155,6 5 0,6 0 1,3 2-1,3-3 20,6-2 0,1 4 1,9-3-1,0 1-130,2 3 0,6-3 0,-4 1 0,2 1-97,1-2 0,-5 4 0,2-2 0,-2 2-124,-6 2 0,-4-4 0,-7-1 0,-1 2 57,-4 2 0,-2 0 1,-9 1-1,-6 0 63,-8 0 1,-11 0 0,-6 1 0,-5 2-86,-4 1 1,4 0 0,-6-4 0,3 0-319,-1-1 1,2 0 0,7-4 434,4-3 0,-3-15 0,0-5 0</inkml:trace>
  <inkml:trace contextRef="#ctx0" brushRef="#br0">18044 9474 8083,'-6'-17'135,"-2"1"1,-2 3 548,1 3 0,-1 9 0,5 2-52,-3 11 1,6 3-1,-3 9 1,4 5-687,1 2 0,1-1 0,4 4 0,3 2-315,4 1 0,0 0 0,1-1 1,1-4-18,4 0 1,-3 2 0,7-4 0,-1-2-204,-1-1 1,3-2 0,-5-3 0,1-2 588,-1-1 0,-1-2 0,-4-4 0</inkml:trace>
  <inkml:trace contextRef="#ctx0" brushRef="#br0">18698 9538 8114,'-12'-13'184,"4"0"1,-4 2-1,5 1 1,-1 3 527,-1 1 1,1 2 0,-5 4-529,0 0 0,4 5 1,2 4-1,2 4-123,2 4 0,1-1 1,2 5-1,0 2-255,0 1 1,0 2-1,2-1 1,3 1-273,8-1 0,0 1 0,6 0 1,-2-2-153,0-3 0,4 4 0,-2-6 0,-1 1 618,1-2 0,-8-4 0,0 4 0,-4 2 0</inkml:trace>
  <inkml:trace contextRef="#ctx0" brushRef="#br0">18441 9756 7642,'0'-13'81,"0"4"172,0 1 0,0 4 9,0-5 0,0 5-11,0-5 0,0 5-53,0-5 1,-5 2-120,-4-1 0,-2 2 1,-2 6-1,0 0-37,0 0 0,-4 1 1,-1 4-1,-2 3-75,-3 4 0,0 0 0,0 1 1,2 0-64,-2 0 0,5 1 1,1 2-1,2 1-38,3-1 0,0-2 0,4-1 90,3-1 0,4 1 1,1 0 55,0 0 1,6 0 0,4 0 0,4-1 59,3 1 1,4 0 0,-2 0 0,-1 0-91,1 0 1,-2-1 0,-4 1 0,-1 0-6,1 0 0,0 0 0,-1-1 1,-3 0 106,0-4 1,-6-1 203,1-2-217,-2-4 1,-4 5 0,-2-8 0,-5 0-232,-2-3 0,-2 1 0,0 3 0,0-2-1212,1-1 1372,-7-1 0,-1 0 0,-5-3 0</inkml:trace>
  <inkml:trace contextRef="#ctx0" brushRef="#br0">17775 9948 8207,'-17'-1'21,"0"-4"0,-5-2 1,5-6-1,2 2 1313,0 2 1,4-2-912,2 3 0,11-2 0,11 1 0,9 3-141,11 1 0,13-1 0,16-4 0,10 1-240,-33 5 0,3-2 0,4 0 1,2 0-1,3-2 0,2 0 1,3-1-1,2-1-73,3 1 1,0-2-1,0 2 1,1-1 0,-3-1-1,0 0 1,-5 2-1,-1 1-749,-8 0 0,-2 2 0,19-1 320,-19 2 0,-21 4 0,-20 1 1,-12 0 3,-10 0 1,-11 6 0,-6 2 0,-6 4 68,-2 0 0,-4 1 0,-6 2 1,-5 0 386,-3 2 0,-5 0 0,0-4 0,1 0 0,29-6 0,-1-1 0,0 0 0,0 1 0</inkml:trace>
  <inkml:trace contextRef="#ctx0" brushRef="#br0">17941 9884 8090,'-38'8'0,"0"0"447,-1-3 1,12 4 327,6-5 0,12 0 1,12-4-1,14 0-374,16 0 1,18 0 0,17-1-1,-27-1 1,1 0-391,5-2 1,1-1 0,2 0 0,0-1 0,5-1 0,0 1 0,0 0 0,-1-1-405,1 0 0,0 1 1,-1 2-1,-1 1 0,0 1 1,1 0 392,-4 1 0,-1 0 0,-2-1 0,-1-1 0,-8-1 0,1 1 0</inkml:trace>
  <inkml:trace contextRef="#ctx0" brushRef="#br0">20056 9640 8125,'-13'-12'0,"2"-1"427,2 0 0,-2 0 0,2 2 1,-2 1 259,-2 1 1,-4 6-1,0-1 1,0 3-647,-2 1 1,5 0 0,-4 0-1,-1 1-298,-2 3 1,1 3 0,0 6 0,0 0-113,0 0 1,0 1 0,-3 2 0,3 1 69,2-1 1,1-2 0,4-1 0,0-1 253,0 1 0,0 0 0,2 0 0,3 0 47,3 0 1,0-5-1,0 1 66,2 1 1,5-5 0,5 0-1,7-3 105,5 3 1,2-4 0,6 3 0,2-2-123,1-2 1,5 0-1,-1 0 1,3 0-185,2 0 1,-5 0-1,-1 1 1,-2 2-5,-2 1 1,-4 2 0,-4-3 0,-3 3-95,-4 1 1,-7 1 0,-6 7 158,-8 2 0,-7-3 0,-12 3 0,-1-3-27,-3-1 0,2 4 0,-6 0 1,-2-1-25,-1-2 0,0-1 0,2 0 1,2 0-603,1-1 725,3-4 0,-3-3 0,-1-5 0</inkml:trace>
  <inkml:trace contextRef="#ctx0" brushRef="#br0">19723 9551 8031,'0'-30'166,"0"0"0,-2 6 1,-2 8 949,-4 6 0,0 4 0,0 8-861,-2 2 0,0 9 1,1 8-1,5 3-294,3 2 0,1 5 1,0 2-1,0 1-62,0 0 1,1 5 0,2 4 0,3-2-360,1-1 1,6-2-1,4-1 1,-2-1-162,0-2 0,3-1 1,2 1-1,1-4-223,1-3 0,-7-1 844,3-1 0,1 1 0,1 0 0</inkml:trace>
  <inkml:trace contextRef="#ctx0" brushRef="#br0">20325 9615 8031,'-4'-24'0,"-2"2"485,-1 5 0,3 4 0,-5 5 259,-1 3 0,-1 4 0,-3 1 0,-2 1-834,-1 4 1,-2 3 0,2 8 0,-4 2-218,-3 2 1,-2-3 0,2 3 0,3-1 49,3-3 0,0-2 0,1-1 1,1-1-95,2 1 0,5-4 1,2-1 70,2 2 0,0-3 267,5 2 1,2-5 0,2 3 0,6 1 39,6-1 1,-1-4-1,5 2 1,0-1-9,0 1 1,0 3 0,3-3-1,-3-1 183,-2 2 0,4-4 1,-5 6-1,-2-1-27,0 0 1,-3-3 0,1 3 0,0-1-89,0-3 0,-2 4-106,-2 1 0,-4-1 0,-6 1 0,-3-1-47,-5 0 1,-4 0 0,-4 3 0,-4-1-245,-3 0 0,-2 3 1,1-1-1,0-1 310,4-1 0,-3-1 0,4 5 0</inkml:trace>
  <inkml:trace contextRef="#ctx0" brushRef="#br0">20492 9653 8061,'0'-18'0,"0"-2"1609,0 0 0,0 1-603,0 6 0,0 8-1148,0 5 1,0 7 0,-2 10-1,-2 4-12,-5 4 1,2 2-1,0 3 1,2 2-107,2 1 1,1 4 0,2-4 0,0 1-345,0 0 1,2-5 0,2 2 0,5-1-635,2 0 1238,2 0 0,5 1 0,2 2 0</inkml:trace>
  <inkml:trace contextRef="#ctx0" brushRef="#br0">20825 9628 8148,'-13'0'1211,"0"-5"65,0 1-1156,6 0-228,2 4 1,16 0 37,6 0 1,2 0-1,1 0 1,0 0 34,-1 0 0,1 0 0,3 0 0,-1 0 105,0 0 1,-2 0 0,0 0-1,-1 0 41,-4 0 1,0 0 0,-3 0-85,1 0 1,-4 1-145,-1 3 1,-5-1 0,0 4-20,-6-1 1,-4 4-1,-6 0 1,0 4-31,1 3 1,-7 6 0,-1-1 0,-1 2 1,-1 1 0,1-3 1,-5-1-1,2 0 57,3-1 1,-2 3 0,6-4 0,1-1-50,2 1 1,1-2-1,0-4 1,1 0 155,-1-1 0,6 1 0,1 0 0</inkml:trace>
  <inkml:trace contextRef="#ctx0" brushRef="#br0">21402 9717 8070,'7'-5'119,"-3"-4"0,-3-2 889,-1-2 0,5 4 164,-1 1-1309,0 5 0,-9 3 0,-5 8 0,-5 4 29,-2 1 1,-1 4 0,1 1-1,-5 2-7,-2 3 0,-2 0 1,1 1-1,1 0-121,2 3 0,-2 3 0,4-1 0,0-1 33,3-4 0,3 2 0,2-5 1,4 4-308,4 0 1,2-5 0,2-3 509,0-2 0,6-3 0,1 1 0</inkml:trace>
  <inkml:trace contextRef="#ctx0" brushRef="#br0">21978 9679 8015,'0'-20'163,"0"0"1,0 4 0,0-1 720,0 2 0,5 5 0,-1 1-285,-1-1 0,-3 4 0,-3 1 0,-3 0-665,-1 1 1,-2 0 0,-5 4-1,-1 0-289,-2 0 1,-6 6-1,3 2 1,-3 3 24,-3 2 0,5 0 1,-6 0-1,4 0-169,0 0 0,3 4 1,1 0-1,0-2 341,3 0 1,6-3 0,3 1 0,2 0 350,2 0 1,1-5 0,2 1 195,0 1 0,2 0 0,2 0 0,5-3-96,2-1 1,7 2-1,4-3 1,1-1-76,-2 2 0,3-4 0,-2 6 0,0-1-258,0 0 1,0-3 0,-4 3-1,-3 0-324,-1 0 1,-2 2 0,-2 4 76,-2 0 1,-6 1 0,-2 2 0,-7 1 146,-5-2 1,-6 0 0,-5-1 0,-4 1-26,-3 3 1,0-3 0,4-5-1,-1-3-55,-3-1 1,8-2 0,-3-4 0,6-1 219,3-3 0,2-9 0,1-7 0</inkml:trace>
  <inkml:trace contextRef="#ctx0" brushRef="#br0">21863 9474 8015,'0'-19'170,"0"5"0,0-3 0,0 3 3233,0 1-3044,0 0 0,0 9 1,0 7-291,0 8 0,0 12 0,0 1 0,0 6-89,0 3 1,0 5-1,0 6 1,0 2-348,0 2 1,0 2 0,0 1 0,0-1-295,0-3 0,0 3 1,0-3-1,0 3-924,0 1 1585,6-5 0,6 4 0,8-5 0</inkml:trace>
  <inkml:trace contextRef="#ctx0" brushRef="#br0">22427 9807 8027,'13'-26'112,"-1"1"1,-3 5 0,-2 3-1,0 2 2934,0 3-2594,-4-1 1,1 6 0,-8 2 0,-6 5-673,-5 5 1,-5-2 0,-6 5 0,2 2-221,2 1 0,-2 1 0,3-2 0,-2-2 222,2 2 1,2-3-1,6 1 1,1-1-51,-1 0 1,0 0 379,0 2 53,6 2 0,3-5 0,8 4 12,5-2 1,2-4 0,2 4 0,0-1-51,-1 0 0,3 0 0,0 3 0,2-2-80,-1 2 0,-2 0 0,-1 0 0,0-1-190,0 1 0,0 1 1,-2 2-1,-2 0-332,-5 0 1,-3 1 0,-1 2 0,0 1-157,0-2 1,-5 1 0,-4 0 630,-2 1 0,-8 0 0,-1-4 0</inkml:trace>
  <inkml:trace contextRef="#ctx0" brushRef="#br0">22606 9845 7965,'34'-29'0,"1"-1"0,-1 1 724,-1 2 0,2 7 0,-6 3 1,-5 4 477,-6 5 1,-3 2 0,-3 6-1286,1 0 1,-6 1 0,-2 5 0,-4 6-699,-1 3 0,0 4 1,-1-2-1,-4 4 198,-3 3 0,-4 2 0,1-2 1,1-1 124,1-2 1,5 1 0,-3 2 0,0-3 704,0-4 0,4 2 1,-1-2-1,2-1 562,2-2 0,2-1 0,2-2 0,5-1 313,2-1 0,6-6 0,2 2 0,0 0-654,4-1 0,3 0 0,2-4 0,2-1-570,-1-4 0,-2 3 0,-2-7 0,0 0-4016,-4 2 4118,-2-4 0,-1 4 0,2-6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8650 5166 8219,'0'-13'-393,"0"5"0,0-1 472,0-1 1,0 6 334,0 4 0,0 6 0,0 7-258,0-1 1,6 0-1,3-2 1,3-3-60,5-1 1,8-1-1,6-2 1,3 2-90,6-3 0,4-2 1,7-4-1,1-3-42,-1 0 1,-5-5-1,-4 4 1,-5-2-18,-7 1 1,-6-1-1,-12 5-147,-4-2 1,-9 4-1,-13-2 1,-12 4-21,-11 1 1,-7 0-1,-10 0 1,-5 1 80,-5 4 1,-4-2 0,1 4 0,-1 0 226,1 0 1,3-3 0,5 3-1,9-1 105,11-3 0,7 3 0,11-2 0,5 0 172,6 2 1,6 0 0,10 4 0,7-2-12,6 2 0,11 1 1,5 2-1,3 0-250,5 0 0,8-6 1,10-1-1,6-2-184,-31-2 1,1 0 0,34 3 0,-34-6 0,0 0 0,1 0 0,1-1-244,1 1 0,0-2 0,0-2 0,1 0 72,-2 1 0,-1-1 0,-2-2 0,-1-3 0,35-10 0</inkml:trace>
  <inkml:trace contextRef="#ctx0" brushRef="#br0">8445 5269 8188,'0'-17'-221,"0"0"1,5-5 0,0 5 0,2 2 359,3 0 1,7 7 0,5 1 0,3 0-127,5-1 1,7 4 0,8-3 0,1 0 11,7 0 0,-2 2 0,6-3 1,-1-1 33,-1 2 0,1-4 1,-5 2-1,1-1-44,-1 2 1,4-4 0,1 4 0,-1-2-12,2 1 1,-3 2-1,8 4 1,2-1-40,3 1 0,-31 2 1,2 1-1,-1 0 0,0 0 1,2-1-1,2 0 22,1-1 0,1 0 1,3 2-1,0-1 1,2-2-1,0 0 0,0 0 1,1 0-50,0-1 0,1 0 1,4 0-1,1 1 1,3-2-1,2 1 0,3 0 1,1 0 96,1 0 0,1 0 0,2-1 1,0-1-1,-4 2 0,0 1 1,4-1-1,0 1-97,1 1 0,1 0 0,-21 0 0,1 0 1,-1 0-1,24 0 0,0 0 0,-4 0 1,0 1 118,-3 0 1,0 0 0,0 2 0,1 0 0,-1 0-1,0 2 1,-1 0 0,0 1-48,-3-1 1,1 1 0,-2 2 0,-1 0 0,-2-2 0,1 0 0,0 2 0,1 0-35,2 0 1,0 0 0,5-1-1,1-1 1,1 0 0,-1-1-1,-1 0 1,0 0 8,-1-2 0,-1 1 0,-1-1 0,0-1 0,1 0 0,1-1 0,1-2 1,0 0 41,1-3 1,1-1 0,-1 1 0,-1-1 0,-5-1 0,0-1 0,-2 2 0,-1 0 50,0 1 0,-1-1 1,-1-1-1,0-1 1,-2 1-1,0 0 0,-4 2 1,-1 0 22,-4 0 1,-1 2 0,-6 1-1,-3 1 1,24-5 0,-13 1 41,-10 4-157,-17 0 0,-10 2 0,-14 2 0,-5 0-104,-2 3 0,-3 5 1,-5-2-1,-5 4 208,-5 0 1,0 1-1,2 0 1,-2 0-198,-1 0 0,-4 0 0,4-2 1,3-1 228,4-2 0,-1 0 0,4 2 0,-1-3-430,-1-2 0,5 1 0,-3-3 0,0 1 308,0-1 0,-7 10 0,-5 1 0</inkml:trace>
  <inkml:trace contextRef="#ctx0" brushRef="#br0">11918 5243 8515,'-4'-18'-14,"0"-4"1,-6 4 0,1 2 18,-2 6 0,2 4 1,1 6-21,-2 0 0,-2 2 1,0 4-1,-1 5 128,0 5 1,-1 5-1,-2-1 1,-2 3 49,-2 4 1,-2 3 0,-3-2 0,-1 4-82,0 0 0,1 3 0,0 3 0,3 2-65,0 3 0,1 1 1,-3 4-1,1-1 40,2 2 1,-1-4-1,-3 1 1,-2-1-402,-3 1 0,3-6 0,-3 0 0,3-6 204,1-3 0,0-1 1,1-6-1,1-4 262,2-7 0,-2 0 0,4-6 0,0 0 206,3-3 0,-1-2 0,0-4 0,3-2 168,1-4 0,2-5 1,2-3-1,3-2-199,1-2 1,2-2-1,4-3 1,0-1-280,0 0 1,0 1 0,2-1 0,0 2-455,3 3 1,3-2 0,-2 6 0,0 1-731,-1 2 0,1 5 0,-2 2 1166,5 1 0,-4 2 0,1 4 0</inkml:trace>
  <inkml:trace contextRef="#ctx0" brushRef="#br0">11098 6115 8313,'-4'-14'1766,"0"-2"-1347,1-1 0,3 6 0,4 6-359,5 4 0,8 1 1,5 0-1,7 1-31,5 4 1,10-3 0,7 6 0,8-1-484,3 0 0,3 1 454,-1 5 0,0 6 0,0 1 0</inkml:trace>
  <inkml:trace contextRef="#ctx0" brushRef="#br0">12316 6307 8339,'0'-34'0,"0"1"365,0 2 1,4 2-1,0 8 1,-1 4-24,-2 3 1,-1 1-1,0 0-410,0 0 1,-5 6 0,-4 2 0,-2-1-40,-2-3 1,-4 2 0,-2-1 0,-1-2-54,-2-2 1,-8-1 0,-6-1 0,-4-1-91,-2-3 1,-8-4 0,-2 2 0,-7-3 181,-8-3 1,31 17-1,-1 0 1,-4-4 0,-2 0-1,-3 1 1,-2 1 54,-4 1 0,-1 0 0,-7 0 0,-1 0 0,-4 3 0,0 0 0,-4 0 0,0 0-104,-2 1 1,0 1 0,21 2 0,0 2 0,-1-1 0,-3-1 0,-1 1 0,0 0 0,-2 0 0,0 0 0,-1 0 142,-3 1 1,-1 0 0,1 0-1,0 1 1,1 0 0,-1 0 0,-3 1-1,0 1 1,-1-1 0,1 2 0,0 0-1,0 0-143,-1 0 0,0 1 0,0 0 0,-2 1 1,-1 0-1,-1 0 0,-1 0 0,-2 1 0,1 0 1,17-1-1,-1 0 0,0 0 0,1 0 118,-17 1 1,-1 1-1,1 0 1,1 0-1,0 2 1,0-1 0,0-1-1,0 0 1,-1 0-1,17-1 1,-1 1 0,0-1-1,0 1-5,-2 0 1,-1 1 0,0-1 0,1 1 0,2-1 0,1 0 0,-1 0 0,0 0 0,0 1 0,0 0 0,-1 1 0,1-1 0,1 0 0,0 0 0,0 0 0,0-1-5,0 1 1,-1-1 0,1-1 0,-1 2 0,-1 0 0,0 0 0,0 0 0,1 1-1,-1-1 1,1 0 0,-1 0 0,0 0 0,1 1 0,-1-1 0,0 1 0,0 0 2,1-1 1,0 1 0,0-1 0,1 1 0,-17 1-1,0-1 1,0 2 0,1 0 0,-1 0 0,0 1-1,1 0 1,0-1 0,0 1 14,0 1 0,0-1 0,2 0 0,2 1 0,1 0 0,1 0 0,1 0 1,1-1-1,0 1 0,2 0 0,0 1 0,1-1 49,0 1 1,0 1-1,1-1 1,3 0-1,0 0 1,0 1-1,0 0 1,1 2-1,0-1 1,1 1-1,1-1 1,1 1-68,3-1 1,0 0 0,1 0 0,-1 1 0,1-1 0,1 1-1,-21 10 1,3 0 0,0 1 0,1 0-22,2-1 1,1 0-1,4-1 1,2 1-1,2-2 1,0 1-1,3 0 1,0-1-36,1 1 1,1 0-1,-1-1 1,2 1 0,2-1-1,1 0 1,2-1 0,2 0-52,4 0 0,2-1 0,0 0 1,2 1-1,3 1 0,1 0 1,-24 25-4,3 1 0,12-7 1,2 8-1,5-3 91,4 1 1,9 6 0,5-1-1,7 1 38,9 1 0,15-3 0,19 6 0,-16-29 0,2 1 56,3 1 0,2 1 1,2-3-1,2-1 1,5 2-1,2 0 0,1 0 1,1-1 6,3 0 0,2 0 0,5 0 1,2-1-1,3 2 0,1-1 0,2 2 1,1 0-76,-2-1 0,1 1 0,0 0 0,1 0 0,1-1 1,0 0-1,-19-10 0,0-1 0,2 1 7,1 1 0,2 0 0,0 0 0,-1-2 0,0-1 0,1 0 0,3 1 1,0 0-1,1 0 0,0-1 0,0 0 0,0-1-26,1 1 1,1 0-1,0-1 1,3 0 0,2-1-1,0 0 1,3 2 0,2-1-1,-1-1 1,1 1-1,0-2 1,0 0-8,-2-1 0,0-1 0,1 0 1,2-1-1,0-1 0,1 0 1,0-1-1,0-1 0,1 0 1,2-1-1,0 0 0,1 0-11,-17-3 0,1 0 0,0-1 1,0 1-1,0-1 0,-1 0 0,0 0 1,1 0-1,0 0 0,1 0 0,0-1 1,-1 1-1,0-1 0,1 0 1,-1 0-1,0 0 85,0-1 1,1 1 0,-1 0 0,1-1 0,2 0 0,0 1 0,0-2 0,0 1 0,2-1 0,-1-1 0,1 1 0,0-1 0,0 0 0,0 0-1,0-1 1,0 1-28,-2-1 0,0 1 0,1-1 1,-1 1-1,2-1 0,-1 0 0,1 0 1,0 0-1,1-1 0,0 0 0,0 0 1,0 0-1,1 0 0,-1-1 0,1 1 1,1-1-12,0 1 1,1-1 0,-1 0-1,0-1 1,-2 1 0,-1-1 0,-1 0-1,2 0 1,0-1 0,0 0-1,0-1 1,1 0 0,-2 0 0,-1 0-1,1 0 1,0 0-28,0 0 0,-1 0 0,1 0 0,0-1 1,0-1-1,-1-1 0,0 0 0,1 0 1,-1 0-1,0 1 0,0-1 0,0 0 1,0 0-1,-1-1 0,1 0 0,-1 0-7,-1-1 0,1 0 0,-1 0 0,0 0 1,-2 0-1,1 0 0,-1-1 0,0 1 0,0-1 1,-1 0-1,1 0 0,0 0 0,-1 0 1,0-1-1,0 0 0,0 0-28,1 0 1,1 0 0,-1-1 0,-1-1 0,12-3 0,-2-1 0,1-1 0,-2 0 0,0 0 0,-1 0 0,-4-1-1,0 0 1,-1 0-30,-1 0 1,0 0-1,-1-1 1,-1-1 0,-1-1-1,-1-1 1,0 0 0,-2-1-1,-1 0 1,-2 0 0,-1-1-1,-2 0 134,18-13 0,-3-1 1,-5 2-1,-2-2 1,-5-2-1,-2-3 1,-1 0-1,-1-2 98,-1-2 0,-3-1 0,-7 3 0,-4-2 0,-3-2 0,-5-2 0,-3 1 0,-5-1 40,-3 0 0,-4-1 1,-1 0-1,-4 0 1,-2-1-1,-4-1 0,-3 0 1,-2 0-19,-3 0 0,-3 0 0,-3 2 0,-2 1 0,-5-2 0,-3 1 0,-1 1 0,-2 0-112,-2 0 1,-1 2-1,-1 1 1,-1 2-1,-1 1 1,1 1 0,-1 2-1,1 0-179,0 2 1,-1 0 0,0-1 0,0 1 0,-1 1 0,0 0 0,-1 0 0,1 1 35,0 0 1,0 2 0,0 3 0,0 3 0,1 2-1,-1 2 1,-1 1 0,0 1 158,1 1 1,1 1-1,3 3 1,0 3-1,-29-9 1,7 9-653,5 7 1,-1 6-1,10 11 576,2 10 0,-3 3 0,11 10 0,2-3 0,4-1 0</inkml:trace>
  <inkml:trace contextRef="#ctx0" brushRef="#br0">10022 15102 7987,'-13'-13'631,"0"4"1,0 2 1470,0 1-1832,1 2 1,4 10 0,4 2 0,3 4-34,1 1 0,5-5 0,4 1 0,4-1-223,4-1 1,-3 3 0,5-5 0,-1-1-407,3 2 1,2-5 0,1 3 0,1-2-284,2-2 0,1 0 1,-2 0-1,1-2-115,3-2 1,-3 3 789,3-4 0,2-2 0,1 0 0</inkml:trace>
  <inkml:trace contextRef="#ctx0" brushRef="#br0">10791 15102 7713,'-13'0'0,"0"0"0,0-6 0,0-1 0</inkml:trace>
  <inkml:trace contextRef="#ctx0" brushRef="#br0">10547 14640 7923,'0'-26'472,"0"1"1,0-1 0,0 0 194,0 1 0,-6 5 0,-1 3 1,-1 4-125,-1 4 0,5 4 0,-5 5-561,-1 0 1,-1 5 0,0 5-1,-1 6-89,-1 5 0,2 4 0,-9 2 0,0 3 148,0 4 0,-1 3 0,-6 3 0,-2 2-3,-1 5 1,-5 3-1,1 2 1,-2 0 32,2 4 0,13-25 1,1 1-1,1 2 1,0 1-1,1 0 1,-1 0 30,1 0 0,1 0 0,2-1 0,1 0 1,-16 32-1,5-2-86,4-4 0,8-2 1,8-15-1,4-3-230,1-5 0,1-5 1,4-7-1,3-4-123,4-5 1,0 0 0,3-10-1,0-1-322,2-1 1,5-4-1,-4-3 1,1-8-130,-1-7 1,-1-6 0,-4-2 787,0-2 0,6-12 0,0 3 0</inkml:trace>
  <inkml:trace contextRef="#ctx0" brushRef="#br0">9893 15102 7923,'-25'-2'0,"-1"-1"404,1-1 0,0 0 0,3 4 0,2 1 196,1 3 1,-1 4 0,6 6 0,4 1-226,3 3 0,3-1 0,5-5 1,3 0-34,5-4 1,5 2-1,6-4 1,7 0-65,4-1 0,5 0 1,5-5-1,2 0-328,-2 0 0,-1 0 0,0-2 0,1-1-631,2-1 0,0 0 0,-5 4 0,1 0-223,-1 0 1,3 0 0,-1 0-1,-3 1-699,0 4 1603,-5 2 0,5 6 0,-5-1 0</inkml:trace>
  <inkml:trace contextRef="#ctx0" brushRef="#br0">10842 15371 7923,'0'-26'124,"4"2"1,0 1 0,-1 3 580,-1 2 0,-2-4 1,-2 5-1,-2 2-157,-5 0 0,-2 4 0,-2 1 0,0 3-338,1 1 1,-1 2 0,-2 4 0,0 0-281,-2 0 0,-5 6 1,4 2-1,-2 5-203,-3 4 0,-1-1 0,0 5 0,1 2-92,2 1 1,1 2-1,-2-2 1,7-1 274,5-2 0,0-4 0,5 3 0,3 0 218,0 0 0,5-4 0,4 1 1,7-3-43,5-1 1,2 0 0,6-2 0,3-2-78,4-5 1,-1-3 0,1-1 0,0-1-131,-1-3 1,-1-4 0,-7-6-1,-1-1 79,-2-3 1,0-4 0,-6 2 0,-3-2 28,-3 1 0,-6 1 0,3-3 0,-1 2-305,-3-2 0,3 5 1,-2-1-1,-1 2-595,-2 0 0,3 0 913,1 4 0,5-6 0,-3-1 0</inkml:trace>
  <inkml:trace contextRef="#ctx0" brushRef="#br0">11201 15217 7877,'12'0'300,"1"0"2909,0 0-2908,-6 0 1,0 0 0,-4 1 0,1 4-363,-1 3 0,0 1 0,0 2 0,1 3-273,-1 1 0,3-1 0,-2-1 1,0-1-249,2 1 0,-5 0 1,4 0-418,-4 0 1419,-1-6 0,-6-1 1,-2-6 149,-4 0 0,4-5 0,-1 1 0,1 0-211,1-2 1,0 5-1,4-5-533,-1 0 0,-1 3-49,5-5 0,6 4 1,4-5-1,6-1-187,5-1 1,5-4-1,3 0 1,6-4-358,2-1 0,5-1 767,1-5 0,6-5 0,-4-2 0</inkml:trace>
  <inkml:trace contextRef="#ctx0" brushRef="#br0">12175 14781 7873,'-9'-20'216,"0"3"0,1 3 0,-3 1 0,1 2 3125,1 2-3073,6 3 0,-7 13 1,6 5-1,1 5-296,2 3 1,1 7-1,0 7 1,0 3-201,0 2 1,0 0-1,0 3 1,0 2-122,0 2 0,0-4 0,1 4 0,3-2-125,5-3 1,4-1 0,2-3-1,2-3-146,-1-4 1,3-4 0,-1-5 619,2-4 0,1 3 0,5 0 0</inkml:trace>
  <inkml:trace contextRef="#ctx0" brushRef="#br0">12559 15230 7873,'-13'-6'2040,"0"-1"-612,1 0 1,3 3 0,2 8-1406,1 4 0,2 9 0,4 5 1,0 2-718,0 2 0,4 1 0,2 1 0,1 2-1222,3-1 1916,1-2 0,2-2 0,0 1 0</inkml:trace>
  <inkml:trace contextRef="#ctx0" brushRef="#br0">12687 14909 7873,'0'-13'624,"0"1"0,0-1 2533,0 0-3074,0 6 1,2 7 0,2 8 0,4 5-324,4 4 240,1-2 0,-1 9 0,1-4 0</inkml:trace>
  <inkml:trace contextRef="#ctx0" brushRef="#br0">13097 15114 7896,'-13'0'2078,"1"0"1,5 2-1949,2 2 1,5-1 0,5 5 0,3 2-494,3 2 0,7-1 0,0-1 0,1-3-111,-1-1 1,3-2 0,-3-4 0,-3 0-594,-1 0 0,4 0 1067,-1 0 0,5 0 0,-2 0 0</inkml:trace>
  <inkml:trace contextRef="#ctx0" brushRef="#br0">13213 15345 7896,'-8'0'1665,"10"-4"1,11 0 0,8-1-2136,8 0 1,5-1 0,7-4 0,3 3 469,2 1 0,6-10 0,7 2 0</inkml:trace>
  <inkml:trace contextRef="#ctx0" brushRef="#br0">14058 14871 7844,'0'-13'-7,"0"4"0,0 1 3733,0-2-3629,0 4 1,-5 8-1,-2 10 1,-2 8-707,1 5 1,-2 6-1,-8 3 1,-1 5 189,-1 3 0,-5-3 1,5 1-1,1-6 95,1-3 1,6-1 0,3-4 0,5-2 460,2-3 1,2-6 0,2-8 0,2-2 270,5-2 0,8-3 0,5-4 0,7-5 122,5-2 1,-1-7-1,1-4 1,0-2-151,-1-2 0,4-4 0,-3-2 0,2-4-241,-2-4 1,-3-1-1,-7 4 1,-2 1-260,-5 2 0,-4 5 0,-3 0 0,-3 2-1549,-1 1 0,-2 6-958,-4 3 2627,0 8 0,-6 4 0,-1 5 0</inkml:trace>
  <inkml:trace contextRef="#ctx0" brushRef="#br0">14661 14909 13766,'0'-5'177,"0"5"1,0 7-983,0 4 1,5 8 0,3 2 0,0 3-285,1 2 1,-1-1 0,5 1 1088,0 0 0,0-1 0,-1 1 0</inkml:trace>
  <inkml:trace contextRef="#ctx0" brushRef="#br0">14776 15422 7771,'0'-9'4500,"0"1"0,0 7-5225,0 1 0,2 11 1,0 10-1,3 3-1046,-3 2 1,0 4 0,-2 1 1770,0 2 0,-6 1 0,-1 5 0</inkml:trace>
  <inkml:trace contextRef="#ctx0" brushRef="#br0">15609 15127 8061,'-14'0'0,"-2"0"809,-1 0 0,0-1 0,4-2 0,0-1 708,1 1 1,3 1-1049,0 2 0,7 2 1,-3 3-1,4 8-838,1 7 1,6 4 0,2 4 0,5 1-537,4 6 0,-1 2 1,5 1-1,2 1 905,1-1 0,7 1 0,2-1 0</inkml:trace>
  <inkml:trace contextRef="#ctx0" brushRef="#br0">15532 14666 7855,'-24'-5'0,"1"0"0,3-1 2397,2 0 0,1 2-2007,4 4 1,7 6 0,6 2-1,9 5-1980,6 4 1,11-1 1589,8 5 0,3 1 0,2 3 0</inkml:trace>
  <inkml:trace contextRef="#ctx0" brushRef="#br0">16352 14858 8632,'-4'-24'978,"0"2"0,-6 1 0,1 7 0,-2 4-148,-2 3 0,5 4 0,-1 7 1,0 5-1130,2 2 0,-4 8 0,2 2 0,-2 3-633,-2 2 1,-4 1 0,-1 1-1,-1 2 364,1-1 1,-4-4-1,5-2 1,0-1 385,-1 0 1,3-2 0,-2 0 0,3-1 528,1-4 1,5 4 0,1-2 0,1-1 328,3-2 0,2 3 0,2 0 0,3-1-110,5-2 0,2 0 1,3 2-1,3 1-254,5-1 1,2-1-1,2 1 1,-1 1-800,1-1 1,4-3 0,1-3 0,2-3-699,3-2 1,1 0 1184,1-5 0,6 0 0,2 0 0</inkml:trace>
  <inkml:trace contextRef="#ctx0" brushRef="#br0">16839 15012 8236,'-5'-13'1531,"3"0"0,-3 2 662,-1 2 1,3 1-2080,-6 8 1,7 8 0,-3 14 0,2 3-441,-1 5 0,3 3 1,-3 7-1,2 1-232,2 2 1,0 1-1,0-3 1,0 3-486,0 2 1,0-6-1,2 0 1,2-6 1042,4-3 0,4-1 0,1-4 0</inkml:trace>
  <inkml:trace contextRef="#ctx0" brushRef="#br0">17288 15037 9190,'0'-12'1246,"0"-1"1,-2 6-1,0 1 1,-4 2-695,-1-1 0,3 1 1,-4 6-1,1 3-348,0 8 0,-1 6 1,-5 8-1,0 3-1319,0 4 1,-4-1-1,0 1 1,1 1 276,2 2 0,1-4 0,2-3 0,1-1 509,1 0 0,7-7 0,-3-1 0,5-5 360,5-3 0,6-6 0,7-3 0,4-4 316,5-4 0,0-5 0,7-8 0,3-4 118,4-3 1,-1-8 0,4-2-1,-1-4-318,0-5 1,0 2 0,-6-5 0,-3 3-176,-4 6 1,-13 0 0,-6 7 0,-4 2-132,-4 1 0,-3 8 1,-6 5-1087,-6 4 1,-1 7 1244,-4-1 0,-3 2 0,0 2 0</inkml:trace>
  <inkml:trace contextRef="#ctx0" brushRef="#br0">18121 15102 7832,'0'-13'0,"0"0"877,0 0 0,0 0 0,-2 0 99,-2 1 0,3 3 1,-5 2 487,0 1-1844,5 2 0,-5 5 1,6 4-908,0 3 0,0 5 1287,0 4 0,6-3 0,1 5 0</inkml:trace>
  <inkml:trace contextRef="#ctx0" brushRef="#br0">18147 15422 8096,'-13'19'0,"0"-5"542,0-4 1,0-3-1,0 3 1,1-3 366,-1-1 1,1-1 0,2-2-199,2 2 1,5 0-873,-1-1 1,2 4-1,2 4 1,0 1-551,0 0 1,0 0 0,0 1 0,0 2-34,0 1 0,0 6 0,0-2 0,-1 3-742,-3 2 1486,2 0 0,-15-1 0,3 1 0</inkml:trace>
  <inkml:trace contextRef="#ctx0" brushRef="#br0">18646 15243 7832,'7'-18'480,"-2"1"1,-4 2 477,-1 0 1,0 3-1,0-1 811,0 0-1809,0 6 1,0 3-1,0 8 1,0 4-285,0 4 1,0 6-1,0 4 1,-1 1-393,-4-2 0,4 3 0,-3-4 0,2 1-1841,2 1 2557,0-7 0,0 10 0,0-5 0</inkml:trace>
  <inkml:trace contextRef="#ctx0" brushRef="#br0">18787 14832 7832,'-17'-5'0,"0"-4"933,1-2 0,2 2 1,1 2-1,1 1 237,-1 3 1,4 2 0,2 2-1627,1 4 0,2 6 0,6 8 0,2 1-1898,4 2 0,5 3 2354,4 0 0,-2 1 0,3 0 0</inkml:trace>
  <inkml:trace contextRef="#ctx0" brushRef="#br0">18928 15178 7832,'7'-5'243,"-1"-4"0,-2-2 642,1-2 1,5 0-1,-2 0 1,5 1-303,4-1 1,4 0-1,9 0 1,4 0-1060,3 0 0,6 2 0,0 1 0,-2 3-586,-1 1 0,-6 2 1,-1 4-1,-2 0 1062,-2 0 0,-2-6 0,-2-1 0</inkml:trace>
  <inkml:trace contextRef="#ctx0" brushRef="#br0">19261 14922 7832,'-21'0'268,"1"0"1,2-1 1017,2-4 1,2 4 0,1-3-690,0 2 1,2 9 0,2 5 0,5 5-870,2 3 1,2 3-1,0 5 1,0 3-592,0 2 0,6 1 0,3 5 0,2-1 863,2 1 0,5-1 0,2 1 0</inkml:trace>
  <inkml:trace contextRef="#ctx0" brushRef="#br0">19531 15166 7832,'5'-7'162,"-3"-5"0,2 4 0,-1-2 1930,1 1 1,-1-2-1252,5 2 0,1-2 1,4-1-907,0 4 0,4 2 0,0 6 1,-2 0-687,0 0 1,2 0-1,1 0 1,1-1-1312,-1-4 2062,-1 4 0,2-16 0,1 3 0</inkml:trace>
  <inkml:trace contextRef="#ctx0" brushRef="#br0">19736 14948 7832,'-9'0'2087,"1"0"1,-1 0-1230,-4 0 1,6 1-1,3 3-674,2 5 1,2 2-1,0 4 1,0 2-242,0 4 1,0 8 0,0 2 0,0 2-2303,0 2 1,0 1 2358,0-2 0,0 3 0,0-4 0</inkml:trace>
  <inkml:trace contextRef="#ctx0" brushRef="#br0">20094 14589 7832,'0'-13'2546,"2"0"-1889,2 0 1,3 2 0,6 1-694,0 1 1,0 7 0,0-3 0,-1 4-190,1 1 1,0 6 0,0 2 0,0 3 65,-1 2 0,1 4 0,-1 2 0,-4 1 39,-4 3 0,-1 1 1,0 3-1,1 1 273,-1 2 1,-1 5 0,-2-4-1,0 2-9,0 2 1,-6 4-1,-3 2 1,-2 2 0,-2-2 0,-1-1 0,-2 0 1,-2 0-80,-2-2 0,0 2 1,-3-10-1,3-2-139,2-1 1,1-4 0,4-4 0,0-8-447,0-4 0,0-2 0,1-5 0,-1 0-2239,0 0 2758,0 0 0,0-12 0,0-2 0</inkml:trace>
  <inkml:trace contextRef="#ctx0" brushRef="#br0">12251 16319 7963,'-12'-21'217,"-1"1"0,0 2 310,0 2 1,5 6 0,-1 3-1,-1 1-56,-1 3 1,2-2 0,1 0-471,-2 2 0,3 8 1,-1 3-1,1 5-223,0 4 0,3-3 0,-3 4 0,0-3 96,0 2 1,-1-2-1,-1 2 1,1-3 131,3-1 0,-5 0 0,1-1 63,-2 1 1,2-4 0,1-1 288,-2 2 0,3-3-257,-2 2 1,6-1-1,-1 5-94,3 0 0,2-2 1,3-1-1,5 0 2,2 5 1,2-3-1,0 6 1,-2-4-61,-2-1 0,2-5 0,-4 1 0,2 1 107,-1 1 0,-5-2 1,1-1 181,-2 2 0,-4 2 0,-2-1-154,-4-3 0,-5 2 0,-3-4 0,-2 1-65,-2 3 0,0-3 0,-3 2 0,2-1-441,-2 0 0,-1 2 0,-2-5 0,0 2-324,1 3 1,3 2 0,2-1 0,2-1-291,2-1 1,3-1 1035,5 5 0,-3 11 0,3 3 0</inkml:trace>
  <inkml:trace contextRef="#ctx0" brushRef="#br0">12431 16666 8037,'7'-20'0,"-1"3"320,-1 2 1,-3 2 0,2 1-1,-1-1 420,1 0 1,-2 4 0,2 1 1382,-3-2-1561,-1 4-587,0 1 1,0 16-1,0 5-139,0 2 0,0 6 1,0-2-1,2 0-241,2 0 1,-1 2 0,5-1 0,2 2-28,2 1 0,1 1 1,-1-10-1,1-1 176,0-2 1,0-1 0,0-2 0,-1-2 305,1-5 0,0-4 1,1-4-1,1-5 43,-3-2 1,4-7 0,-7-2 0,2-2 0,2 1 1,-5-1 0,-1-2 0,1 1 11,-1 2 0,-3 5 0,3-1 0,0 3 66,0 1 0,-4 0 1,3 2 137,0 3 0,-4 2-179,7 6 0,-2 6 1,3 2-1,-3 5-163,-1 4 0,0 3 0,-4 6 0,3-1-373,-2 1 0,-2 5 0,-1 2 0,0 1-736,0 0 0,0 0 1141,0 5 0,0-1 0,0 1 0</inkml:trace>
  <inkml:trace contextRef="#ctx0" brushRef="#br0">13136 16730 7886,'13'-26'734,"-5"0"1,-1 2 3843,-1 3-4149,-2 2 0,-5 12 1,-2 4-1,-1 8-575,1 7 1,-3 3 0,2 6-1,1 2-305,2 1 1,-4 2 0,1-1 0,1 1-416,2 0 1,1-1 0,0-1-1,0-1 149,0-1 1,4-5 0,2 3 674,1-2 0,-3-2 0,5-8 246,1-3 1,1-7 0,2-6 0,1-11 282,3-8 1,2-1 0,2-7 0,-2 1 46,-1 1 0,-4-2 0,3 5 1,-2 1-418,-3 2 1,1 3 0,0 4 0,-2 6-93,-2 4-363,2 7 1,-9 3 0,2 10 0,-3 4-59,-1 3 1,0 5 0,0-4 0,0 1 53,0-1 1,0-1-1,0-4 1,0 0 18,0 0 0,0-5 0,0 1-55,0 1 624,0-4 1,0-2 273,0-8 0,2-5 0,1-7 0,2-1 59,3 2 1,-1-5 0,3 0 0,-2-2-190,2 1 1,6 5 0,1-1-1,-1 3-206,-2 1 0,-1 2 0,1 1 1,2 3-229,1 1 1,4 2 0,-3 4 0,1 1-231,0 4 1,3 2-1,-2 7 1,0 2-535,-3 1 0,-3 1 1,-1-1-1,0 3-306,0 0 0,-6 4 1114,-3-2 0,3 2 0,1 2 0</inkml:trace>
  <inkml:trace contextRef="#ctx0" brushRef="#br0">14187 16473 8776,'0'-13'0,"0"1"1648,0-1 1,0 0-396,0 0 1,5 7-1612,4 6 0,2 6 1,2 8-1,1 2-266,3 1 0,3 0 0,4-4 1,-1 0-2068,-1 0 2691,-1 0 0,5-1 0,-1 1 0</inkml:trace>
  <inkml:trace contextRef="#ctx0" brushRef="#br0">14315 16614 7760,'-6'7'2016,"5"1"-812,-4-4 0,5-3 0,6 5-672,7 0 0,5-5 0,9 3 0,3-1-774,4 1 1,5-2 0,5 2-1,6-1-2970,4 1 3212,2-2 0,1 3 0,1-5 0</inkml:trace>
  <inkml:trace contextRef="#ctx0" brushRef="#br0">15558 16435 7918,'0'-13'109,"0"0"1,0 0 527,0 1 0,0-1 0,-2 0 648,-2 0 1,3 5-807,-4-1 1,3 6-658,-3-1 1,2 2 0,-5 4 45,-2 2 0,-1 3 0,-4 7 0,0 2-262,-2 1 1,-2 2 0,3-4 0,-2 3 92,-2-3 0,4 4 0,-1-2 0,2-2 242,-3 0 1,8-7 0,-2 1 0,2 1 216,3 1 0,-3-2 0,5-1 22,2 2 0,3 0 1,6 0-1,6-1 47,3 1 1,8 1 0,-2 2 0,5 0-179,4 0 1,-3-1 0,3 1-1,-3 0-51,-1 0 0,-7-2 0,0-1 1,-2-1 91,0 1 0,-4-3 14,-4 1 0,-8-3 0,-1 2 0,-9 0-34,-6 0 1,-1-3 0,-5 3 0,-3 1-277,-5-1 0,2 0 0,-3 3 0,3-3-491,1-1 0,-1 2 0,0-2 1,0 0 696,3-1 0,1-1 0,-2-4 0</inkml:trace>
  <inkml:trace contextRef="#ctx0" brushRef="#br0">15788 16640 7876,'0'-17'219,"0"0"0,0 0 365,0-2 1,0 5-1,0-3 1,0 3 552,0 1 1,0 0 0,-1 1-81,-3 4-1050,2 2 1,-3 12 0,5 4-1,0 6-229,0 5 1,0-1 0,0 1 0,0 2-261,0 1 1,0 2 0,0 0-1,0-2 75,0-3 1,4 2 0,2-5 0,-1 1 302,1-1 1,4 0 0,-1-6 0,2 1 157,2 0 1,0-6 0,-1-3 0,1-2 180,0-2 1,4-3-1,2-4 1,-1-7-38,1-5 1,-1-4-1,-2-5 1,1-2-131,-1 1 0,-2 4 0,-1 2 0,-2 2-80,-2-2 0,1 4 0,-5 2-96,2 3 0,2 7 83,4 3 1,-6 5-1,-3 6 1,-2 7-150,-2 5 1,4 2 0,0 5 0,-1 0-294,-2-1 0,-1 7 1,0 0-1,-1 2-623,-3 1 0,2-7 1090,-2 2 0,-3 3 0,0 0 0</inkml:trace>
  <inkml:trace contextRef="#ctx0" brushRef="#br0">16455 16678 7856,'20'-31'0,"-2"5"0,-6 1 0,-2 6 4241,-2 5-2692,-5 7 1,1 3-1604,-8 8 0,3 3 1,-5 6-1,2 1-517,-1 3 0,-3 2 1,2 3-1,0 0-75,1 1 1,-4-1-1,5 1 1,0-3 206,-2-1 0,5 2 1,-5-4-1,2-1 307,-1-2 1,1-1 0,4 0 761,0-1 0,0-2-244,0-5 1,6-7 0,4-12 0,5-3-134,7-4 1,1-8 0,-1-1 0,0 0-287,0-1 1,1 5 0,-1-1 0,-4 6-172,1 2 1,-7 2-1,3 6-120,-5 2 1,-3 5-1,1 8 211,-3 5 0,-4 4 1,-1 4-1,-1 3 119,-4 0 1,4 4-1,-5-4 1,2 0 19,0-3 1,-2-3 0,3-1 0,-1 0 111,1 0 0,2-5 36,1 1 1,1-8 0,5-1-150,7-7 0,1-9 1,7-2-1,2-2 46,1-3 1,-3-1 0,1 0 0,-1 1 104,-1 1 0,0 7 0,-4-1 1,2 5 32,2 2 1,-4 6 0,1-1 0,-3 3-331,-1 1 0,0 7 0,0 6 0,-1 5-758,1 2 0,4 4 879,0-2 0,0 8 0,-4 2 0</inkml:trace>
  <inkml:trace contextRef="#ctx0" brushRef="#br0">17660 16742 7743,'0'-8'0,"0"-1"222,0-1 1,0-1 667,0-2 0,1 5-164,3-1 0,3 6 0,6-1-163,0 3 0,0 1 1,1 0-1,2 0-190,1 0 1,11 0 0,4 0 0,7 0-512,8 0 1,13-6 0,6-1 0,4-2-528,-33 5 0,0 0 0,32-3 0,-2-3 0,-5 2-2880,-7 3 3372,-14 0 0,2 0 0,-10-2 0</inkml:trace>
  <inkml:trace contextRef="#ctx0" brushRef="#br0">18082 16396 7743,'-19'0'721,"1"0"1,0 0-1,1 2 1,1 1 26,2 1 1,3 2 0,1-2 0,2 4-365,3 4 0,0 2 0,7 3 1,1 4-271,1 4 1,6 5-1,-1 1 1,2 0-684,2 1 0,4 3 0,0-1 0,-1 2-458,-2-2 0,-3 2 1,-1-5-1,-3 1 1027,-1-1 0,-2 10 0,-4-1 0</inkml:trace>
  <inkml:trace contextRef="#ctx0" brushRef="#br0">19108 16422 7783,'-13'-21'0,"-1"-1"352,-3-1 0,-2 1 0,-2 0 0,4 5 1005,2 3 0,3 3-694,-1 2 0,4 3 0,2 9-648,1 6 1,-4 5-1,2 13 1,-4 4-138,0 8 0,-5 5 0,-2 9 0,1 1-28,-1 1 1,-2 5 0,4-4 0,1-1-271,2 2 1,-3-4-1,-1 1 1,4-5 208,4-7 0,-1-8 1,4-4 456,0-3 1,1-15 45,6-12 0,1-12 0,5-15 0,7-3-30,7-4 0,4-8 1,3-7-1,3-5-204,4-6 1,-1-4-1,-16 31 1,0-1-1,1 0 1,0 0-181,0 0 0,1 1 1,-1-2-1,1 0 1,-2 2-1,0 0 1,11-25-181,-5 10 0,-4 12 300,-7 6 1,-4 16-1,-4 11-35,-3 13 0,-1 8 0,0 10 0,0 1 103,0 6 1,0 3 0,0 3-1,0 4-117,0 0 0,0-4 0,0 4 0,2-3-303,2 1 0,2 0 1,4-6-1,-2-3-44,2-4 1,-3-3 0,2-3 0,-1-2-553,-1-5 950,-1-9 0,0 4 0,1-5 0</inkml:trace>
  <inkml:trace contextRef="#ctx0" brushRef="#br0">18915 16781 14296,'13'-2'0,"1"0"175,4-3 1,3-6-1,12 0 1,8-7-601,9-1 0,14-3 0,3-3 425,-30 12 0,0 0 0,0-2 0,0-1 0,4-1 0,0 1 0</inkml:trace>
  <inkml:trace contextRef="#ctx0" brushRef="#br0">19838 16101 7775,'2'-12'1712,"2"-1"1,-3 0 0,5 0-1146,0 0 0,-3 6 1,5 2-673,2-1 0,1 4 1,1-3-1,-2 0-513,-2 1 1,1 0 0,4 4-869,-1 0 0,1-4-948,0-1 2179,-6 1 1,-2 4-1,-10 0 1,-3 2 242,-4 2 0,-2-1 1,-2 4-1,-1 0 183,2 0 0,-1-3 0,0 5 0,-1 1 9,2 1 1,0 1 0,3-2 0,-3-2 382,-2 2 0,3 3 0,-3 3 0,4 1-143,5-2 1,-4 4-1,4-1 1,-4 2-236,-1 3 1,1 3-1,0 4 1,2 4-113,2 3 1,-1 1-1,-4 1 1,2-1-210,2 1 1,-1 1 0,5 1 0,-1 0 27,0-4 1,2 0 0,4-7 0,0-1 274,0-2 1,4-3-1,2-3 1,1-5 177,3-6 1,1 1-1,2-4 1,0 1-43,0-4 1,0-3-1,1-1 1,2 0-552,1 0 0,6-4 0,-2-2 0,3-1-302,2-3 1,4-5 0,1-4 549,2-1 0,1-1 0,4-5 0</inkml:trace>
  <inkml:trace contextRef="#ctx0" brushRef="#br0">20184 16550 9331,'-13'0'4326,"5"-1"-2599,-1-4 1,5 4-1797,-5-3 0,7 8 1,-3 5-1,4 3-818,1 6 0,0-3 0,0 5 0,1 0-503,4 0 1,-3 0 1389,7 1 0,5 4 0,6-6 0</inkml:trace>
  <inkml:trace contextRef="#ctx0" brushRef="#br0">20299 16268 7741,'-12'-13'1077,"-1"0"0,1 1 1,3-1 1218,0 0 1,2 0-2104,-2 0 0,5 8 1,8 5-787,5 7 1,2 0 0,2 1 0,1 2 592,3 2 0,3 1 0,6-1 0</inkml:trace>
  <inkml:trace contextRef="#ctx0" brushRef="#br0">20710 15935 7781,'4'-9'3794,"2"1"-2933,1-2 0,1 4 0,5 2 0,1 2-608,3 2 1,3 0 0,6 0 0,1 0-474,3 0 0,-3 2 1,3 1-1,-3 2-136,-1 2 1,-2-2 0,-1 2 0,-4-1 83,0-4 0,-2 6 1,-4-1-1,0 1 129,-1 1 1,-3-1 0,0 5 0,1 0 247,1 0 0,-3 4 0,0 1 1,-1 2 167,0 3 1,-3 7 0,3 3 0,-1 2-44,-3 4 1,-2-2 0,-1 10 0,0 3-37,0 4 1,-1-6-1,-2 4 1,-1-3-95,1 1 1,-3-3 0,2-1-1,1-2-113,2-3 1,1-5-1,0-5 1,-2-2-177,-2-5 1,2-7 519,-2 0-189,3-8 0,1-5 0,-2-7-47,-2-1 0,1-5-128,-5 5 1,-1-2-1,-4 3 1,0-1 126,1 1 0,-7 2 0,-2 1 1,-3 0 85,-2 0 1,-1 4 0,-3 2-1,-3 1-441,1 3 0,-1 1 0,4 2 1,1 0-462,4 0 0,1 0 0,9-2 0,2-1 722,1-1 0,-1-1 0,0 5 0</inkml:trace>
  <inkml:trace contextRef="#ctx0" brushRef="#br0">21607 16166 7646,'7'-9'2246,"-3"0"3848,-3 0-5150,-1 3 0,0 2 0,0 8 0,0 6-1002,0 5 1,0 5 0,2 6 0,2 0-1334,5-1 0,-2 5 1391,1 0 0,7 6 0,5-3 0</inkml:trace>
  <inkml:trace contextRef="#ctx0" brushRef="#br0">21594 16819 7643,'-2'39'0,"-2"-1"0,-6 1 1553,-5-1 1,-5 6 0,-7 3-1,-3 3-855,-5 2 1,-3 0 0,-5 2 0,20-26 0,-1 0-2609,0-1 1,-2 0 1627,1 2 0,-1 0 0,3 0 0,1 1 1,0 2-1,-1 0 0</inkml:trace>
  <inkml:trace contextRef="#ctx0" brushRef="#br0">6203 10102 7681,'-13'-13'-80,"6"6"87,-5-4 1,11 8 270,-3-6 1,2 1 490,2-5 1,0 4 158,0 1 1,-1 5-846,-4-1 1,3 2 0,-5 4 0,-1 3 50,1 8 1,-6 7 0,-4 10 0,0 6-134,-1 5 0,4 4 0,-4 8 0,4 3-439,1 4 0,2-4 0,2 0 0,5-3-81,3-2 0,1-5 0,1-5 1,2-5 43,1-7 1,5-7-1,-3-5 1,-1-3 474,1-1 0,-2 0 0,-4 0 0</inkml:trace>
  <inkml:trace contextRef="#ctx0" brushRef="#br0">5831 10576 7783,'-13'-20'193,"5"2"0,1 5 2246,1 0-2116,2 6 1,5 1-202,3 6 1,3 0 0,6 0 0,1 0-201,3 0 1,3-1 0,6-2 0,0-3-82,-1-1 1,7 0-1,2-3 1,3 2-421,1-2 0,1-2 579,-1-1 0,6-5 0,2-2 0</inkml:trace>
  <inkml:trace contextRef="#ctx0" brushRef="#br0">6587 10410 7739,'-7'-26'378,"-3"6"0,4 3 0,1 3 667,-1 1 0,0 6-924,2 2 1,-3 5 0,-6 5-437,0 3 0,0 4 0,1 2 0,-3 2 47,-2 1 0,2 5 0,-5 0 1,0 2 205,0 2 1,8-1 0,0 1 0,2 1 83,2 3 0,3-3 0,5 3 0,1-3 0,3-1 1,8-1 0,6-1 0,2-2 39,3-5 0,6-9 0,2-3 0,2-5 79,2-5 0,-2-9 0,0-11 1,-2-8 50,-2-4 1,-2-2 0,-3 1 0,-3-1-56,-4 1 1,-4 1 0,-4 3 0,-5 4-540,-3 3 0,-1 7-1941,0 3 2343,-5 8 0,-3 15 0,-4 8 0</inkml:trace>
  <inkml:trace contextRef="#ctx0" brushRef="#br0">6972 10435 7739,'0'-13'2393,"0"1"-1426,0-1 0,0 3-1003,0 5 0,0 18 0,-2 16-293,-2 2 0,1 8 1,-4-2-1,0 5 179,0 4 0,2 0 0,-2 2 0,2-2 163,2-2 1,1-3 0,2-7 0,0-4 78,0-3 0,0-7 1,2-4 295,2-6 0,2-12 0,4-10 0,-2-8 126,2-5 0,2-6 0,0-2 1,0-1-285,-4 0 1,4 1 0,-5-2 0,1 2-549,1 1 0,-1 1 0,5 3 0,0-2-47,0 1 1,0 2 0,0 3 0,-1 1-20,1 2 0,4 1 0,2-2 0,1 5-169,2 3 0,-2 6 1,2 0-1,1 1 553,1 0 0,1 4 0,1-2 0</inkml:trace>
  <inkml:trace contextRef="#ctx0" brushRef="#br0">8650 10461 8665,'-12'0'0,"0"-2"1538,4-2 1,-4 1-605,4-5 1,2 3-716,2-3 0,1 5 0,0 0-329,-1 6 1,-1 6 0,5 8 0,-1 4-360,-3 3 1,2 3 0,-2 3 0,3 3-468,1 0 1,0 2 0,0-5 0,0-1 935,0-2 0,0-7 0,0-2 0</inkml:trace>
  <inkml:trace contextRef="#ctx0" brushRef="#br0">8804 9922 7775,'-13'-25'0,"1"1"0,0 2 0,2 7 1989,2 5 0,-1 4-1875,-4 6 0,2 6 1,2 4-1,5 5-927,3 7 0,1 3 1,0 4 812,0 1 0,0 5 0,0-2 0</inkml:trace>
  <inkml:trace contextRef="#ctx0" brushRef="#br0">9714 10435 7753,'-6'-7'1332,"3"-4"0,-4 2 1076,2-2-2548,-5 4 0,8 2 0,-2 11 0,3 7 24,1 7 1,-6 5-1,-1 5 1,-2 5-224,1 2 1,-1-3 0,-5 0-1,-2 2 52,-1 1 1,0-5 0,4-2-1,0-4-174,1-5 1,-1 1 942,0-10-500,6-2 1,3-15-1,8-4 1,4-4-456,4-4 0,5 2 1,-1-5 472,-5 1 0,7-4 0,-3 3 0</inkml:trace>
  <inkml:trace contextRef="#ctx0" brushRef="#br0">9791 10153 7753,'0'-21'-433,"-2"1"0,0 1 789,-3 4 1,1 0 0,3 4 0,-2 1 1603,-1 2-27,-1 5 88,5-3-1804,0 12 1,-1-1-881,-3 4 1,1 1 0,-4-4-695,1 1 0,-3 1 1357,5 5 0,-6 6 0,3 1 0</inkml:trace>
  <inkml:trace contextRef="#ctx0" brushRef="#br0">9983 10371 7753,'-13'0'2707,"1"2"1,-1 2-2733,0 4 1,0 14 0,0 5 0,0 6-350,1 6 0,-1 0 0,0 4 1,0-4-66,0 0 1,6-2-1,3-4 1,3-8-75,1-6 1,1-6 614,3-5 1,5-13 0,6-13-1,4-6 199,1-6 0,1-2 1,5-7-1,0 2-56,-1 3 1,-3-2 0,-1 6 0,0 2-152,-1 1 0,0 11 1,-4 5-1,1 4-310,-1 4 1,-2 8 0,-1 10 0,-1 9-754,1 9 1,1 4 968,4 1 0,-4 1 0,4-1 0</inkml:trace>
  <inkml:trace contextRef="#ctx0" brushRef="#br0">10983 10486 7763,'-13'8'451,"0"-4"0,0-3 0,0-1 0,2 2 105,3 2 0,-4 3 0,5 6 0,-2 0-579,1 0 1,1 1-1,-3 1 1,3 3-371,1-3 0,0 4 0,4-2-282,-3-1 1,0-8 734,0-4 0,4-4 0,-3-4 211,2-4 1,4-10-1,2-3 1,4-3 139,4-2 1,6-5 0,4-3 0,3-3-108,5-2 1,-1 1-1,5 1 1,1 3-503,2 4 1,-2 3-1,-1 4 1,0 4-584,-1 6 0,2 9 1,-3 0 780,0 2 0,3 8 0,3 1 0</inkml:trace>
  <inkml:trace contextRef="#ctx0" brushRef="#br0">11572 10333 8326,'-13'-2'1982,"1"-2"1,-1-2 0,0-2-2188,0 3 0,0 4 0,-1 1 0,-2 0-229,-1 0 0,0 6 0,3 2 0,-2 5 96,-1 4 0,0-1 0,4 4 0,1 0 115,-1 0 0,6-3 1,2 4-1,4 0 202,1-1 0,3 0 0,4-4 0,7 1 267,5-1 1,2-6-1,3-3 1,-1-1-152,-2-4 1,1 0-1,3-2 1,0 0-59,-4 0 0,-3-6 0,-5-2 1,-1-4 307,-4-1 0,2-4 0,-6 0 0,-1 2 143,-1 0 1,-2 2 0,0 1-669,0-1 0,0 4-431,0 1 1,5 6 0,4 2-213,2 7 0,-1 5 0,2 1 0,2-1-191,0 1 0,2 0 1014,1 0 0,3 0 0,5 0 0</inkml:trace>
  <inkml:trace contextRef="#ctx0" brushRef="#br0">11918 10499 7763,'7'-20'380,"5"2"1,-4 5 0,4-1 689,1-3 0,-6 7 1,-2-3 411,1 1-1633,-5 7 1,4 5 0,-8 8 0,-3 4-289,-1 1 0,3 4 0,-5 0 1,1-2-301,1 0 1,-3 2 0,4 0 438,-1-1 1,3-2 691,-5-1 1,6-5 658,-1 1-542,2-6 0,2-1 0,0-9 1,2-6-319,2-1 1,-1-4 0,6-1 0,1 1-527,1-1 0,2-2 1,0 4-1,-1 1 18,1 2 0,-4 2 0,-1 2 0,2 3-279,2 2 0,0 0 0,1 7 137,0 2 0,0 3 0,-2 6 0,-2 1-405,-5 3 864,3-3 0,0 11 0,6-5 0</inkml:trace>
  <inkml:trace contextRef="#ctx0" brushRef="#br0">12444 10384 7763,'0'-13'1146,"0"0"-324,0 0 1,0 1-1,0-1-174,0 0 0,0 4-2326,0 1 1047,0 5 1,-6-1-1,-3 8 522,-2 5 0,-6 6 0,-2 4 0,1-1 139,-1 1 0,-2 4 0,4-2 0,1 3 102,2 2 0,1-1 0,2 1 1,2-2 22,5-2 0,3 0 0,1-4 1,0-3-39,0-1 0,2-2 0,6-4 0,6-3 29,4-4 1,4-4-1,3-4 1,1-7-79,0-5 1,-1-2 0,-1-5 0,-1 1 35,-1-1 0,-2 2 1,-1 3-1,-4 3 480,-5 4 0,-3 1-564,1 1 1,-1 4 0,-4 6-121,2 4 0,-1 11 1,-4 10-1,0 6 56,0 5 0,-4 3 0,-1 3 0,1 1 44,-2 2 0,1 5 1,-5-2-1,1 1 96,-1 0 1,-1-2 0,-2 1 0,-1-6-20,-3-5 1,2-6-1,-3 1 1,-1-3-23,-2-2 0,-2-5 1,0-3-1,2-2-806,-2-2 0,3-5 1,0-1 750,2-1 0,-5-8 0,3-5 0</inkml:trace>
  <inkml:trace contextRef="#ctx0" brushRef="#br0">13290 10012 8160,'-6'-13'0,"-3"1"580,-2-1 0,2 0 0,2 0 559,2 0 0,-5 6-1024,1 3 1,-2 10 0,-2 6 0,-1 8-256,-4 5 0,3 6 0,-5 3 0,0 3-75,0 2 0,0 5 0,-1 1 0,4 2 26,2 0 0,8-4 1,3 4-1,3-1-147,1-5 1,11 2-1,7-11 1,10 1 13,6-3 0,4-4 1,3-5-1,2-4-471,-2-3 0,-1-2 793,-1-4 0,5-8 0,1-7 0</inkml:trace>
  <inkml:trace contextRef="#ctx0" brushRef="#br0">13584 10384 7710,'-1'-13'0,"-2"0"1316,-1 0 1,-5 1 0,5-1-15,1 0 0,0 2-1541,-1 2 1,3 6 0,-4 10-190,4 6 0,-3 9 1,-1-1-1,2 5-101,2 3 0,-3 0 0,-1 4 0,3-1-154,0 1 1,2-3 0,0 3 0,2-2 682,2-2 0,-3-2 0,11-2 0,-5 1 0</inkml:trace>
  <inkml:trace contextRef="#ctx0" brushRef="#br0">14097 10320 8233,'0'-19'0,"0"-2"945,0-3 1,-4-5 0,-2 2 0,0 4-53,1 3 1,-1 8 0,2 4-932,-5 3 0,-2 2 1,-4 7-1,0 6-889,-2 6 1,-10 8 0,1 7 0,-1 1 509,0-1 1,3 3 0,1-2 0,3-1 378,1 0 1,4-1 0,5-3 0,3 2 192,1 1 1,2 0 0,5-6-1,3-3 131,5-4 1,8-3-1,4-2 1,5-4-56,4-3 1,-2-4 0,5-2-1,0-5-335,0-7 0,-1-5 1,3-8-1,-7-1-305,-5-3 1,-2 3 0,-7-4 0,-2 1-119,-1 0 1,-5 0-1,-2 3 527,-2-3 0,-2-3 0,0-5 0</inkml:trace>
  <inkml:trace contextRef="#ctx0" brushRef="#br0">14315 9961 8070,'8'-24'481,"1"2"0,-1-1 0,7 5 0,0-1 237,2 1 1,5-3-1,-5 5 1,-2 3-488,0 3 0,-7 7-383,1-1 1,-6 4 0,1 4 0,-3 6 67,-1 6 1,0 5 0,0 8 0,0 4 140,0 4 1,-1 0 0,-2 11 0,-1 3-40,1 3 0,-3 2 1,2-3-1,1 1-127,2 1 1,-1 1 0,-1-3 0,-2-1 27,-2 0 1,2 2-1,-3-10 1,-2-1-192,-2-5 0,0-12 0,-1-2 0,0-4-319,0-4 0,0-4 0,1-3 0,-1-5-1269,0-2 1860,0-2 0,0-6 0,0-1 0</inkml:trace>
  <inkml:trace contextRef="#ctx0" brushRef="#br0">15161 9858 7740,'-2'-8'5491,"-1"-1"-2202,-1-1-3248,0 5 1,-1 0 0,1 11 0,0 7-1421,-2 7 0,-2 5 0,-8 4 0,-1 2 157,1 2 0,2-5 1,1 2 1221,0-3 0,-5 5 0,-2 1 0</inkml:trace>
  <inkml:trace contextRef="#ctx0" brushRef="#br0">15032 10217 8484,'-7'2'1710,"3"2"0,3 3 0,1 6 0,0 1-2516,0 3 0,4 3 0,0 6 806,-1-1 0,4 1 0,0 0 0</inkml:trace>
  <inkml:trace contextRef="#ctx0" brushRef="#br0">12123 11204 8459,'0'-12'4782,"0"3"-4192,0 0 1,0 5-1,2-3-926,2 1 1,-3 8 0,5 6 0,-2 4-1492,1 1 0,3 4 1827,-4 0 0,6 11 0,-2-1 0</inkml:trace>
  <inkml:trace contextRef="#ctx0" brushRef="#br0">12226 12486 8700,'7'33'1186,"-3"-3"1,-2-9-1,-2-4 1,1-2-37,3-2 1,-2 4 0,2 1-1,-1 1-930,1-1 1,5 5 0,8-2-1,6 5-2476,5 4 0,10 1 2256,9 3 0,9 9 0,2-3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14674 6141 10643,'-6'12'-809,"-3"1"1,-2 0 0,0 0 705,2 0 1,2-6 1083,3-3-555,2-2 1,2-4 0,9-1 0,4-2-374,4-3 0,4 0 0,9-5 0,4 0-4,3 0 0,2 2 0,-1 1 0,2 3-55,3 1 1,-8 1-1,4 2 1,-4-2-227,-2 3 1,-6 0 0,-7 4-33,-2 2 1,-6-1-1,-9 5 134,-6 2 1,-7 0-1,-10 0 1,-7-1 119,-4 1 1,-4 1-1,-3 0 1,0-1 49,-1-1 0,1-2 1,1 3-1,1-3-60,2-1 1,5 0 0,1-4 0,4 3 106,2-2 0,7 2 0,-2 0 0,4-1 139,4 2 1,3-4 23,6 7 1,6-1 0,4 4 0,6-2-61,5-2 1,6-3-1,7 2 1,9-2-17,6-2 1,3-1-1,1-4 1,0-1-398,-4-1 1,-7-2-1,-4 4 1,-8-3 227,-7 3 0,1 6 0,-4 3 0</inkml:trace>
  <inkml:trace contextRef="#ctx0" brushRef="#br0">10406 6923 8577,'-1'-13'-99,"-4"0"0,4 0 138,-3 0 1,4 6 0,3 2-117,1-1 0,7 3 1,1-4-1,5 0 124,3 0 1,-2 2-1,6-3 1,3-2-28,0-2 0,2 0 0,-1 0 0,2 2-37,-1 2 0,-2-1 1,-2-2-1,0 2-146,-4 5 0,-2-2-611,-7 2 485,-5 0 0,-2 4 1,-10 1 306,-3 3 0,-8-1 0,-2 4 0,-1-1 73,1-3 0,-4 3 0,5-2 0,0-1 238,-1-2 1,3-1 0,-2 2 99,3 2 0,1-3-233,0 4 1,8-4-149,5-1 1,11 0 0,12-1 0,5-2-284,7-2 0,7-5 0,5 3 0,3 0 235,1 3 0,6-3 0,2 0 0</inkml:trace>
  <inkml:trace contextRef="#ctx0" brushRef="#br0">13879 6923 8550,'0'-13'-929,"0"0"697,0 0 1,0 5 905,0-1-314,0 6 0,0-4-218,0 3 0,1-2 0,5-4 0,6 2 18,3-2 1,9 3 0,2-2 0,7 0-246,4 2 0,7-4 0,4 4 1,5-2-205,3 1 0,-2 5 0,-7-1 0,-6 4-468,-5 4 0,-7 4 757,-7 9 0,2 3 0,-4 6 0</inkml:trace>
  <inkml:trace contextRef="#ctx0" brushRef="#br0">13046 7794 10298,'-9'-4'-1296,"2"-2"1215,2-1 0,0 3 0,4-3 1,-2 0 348,-1 0 1,0 2 0,4-3 0,1-1-27,3 2 1,3-4-1,8 2 1,2-2-18,4-2 1,9-4 0,4 0 0,3 1-185,2 2 0,5 1 0,1 0 1,2 2-484,0 2 1,0 4 0,3 5 0,-3 1 430,-4 3 1,2 9 0,1 7 0</inkml:trace>
  <inkml:trace contextRef="#ctx0" brushRef="#br0">16455 10230 8328,'-4'-8'-783,"-1"-1"0,1 5 906,4-5 1,0 5 662,0-5-417,0 7-369,0-4 1,-1 6 45,-4 0 1,3 0 0,-6 1 72,3 4 1,-1-4 270,2 3-102,2 3 1,-2-5-1,10 2-72,7-3 0,1-1 1,7 0-1,3 0-12,5 0 1,1 0 0,8-1 0,8-2-102,6-1 0,7-2 1,6 3-1,4-1-83,-33 2 0,0 1 0,3 0 1,-1 1-1,2 0 0,0 0 0,1 0 1,-1 0-94,0 0 1,0 0-1,-3 0 1,0 0 0,34 0-1,0 0-181,0 0 1,-11 0 0,-6 0 0,-12 0-43,-11 0 0,-10-4 1,-4-2 308,-2-1 0,-8-2 0,-3-4 0,-2 1-121,-2-1 1,-6 4 0,-3 2 55,-2 1 0,2-2 0,1 4-607,-2 1 1,-2 1 658,0 2 0,-7 0 0,-1 0 0</inkml:trace>
  <inkml:trace contextRef="#ctx0" brushRef="#br0">16404 10217 7568,'-13'-5'634,"0"2"-248,0-6 0,5 6 1,1-2 483,1-1-545,2 5 0,4-7-312,0 4 0,1 1 0,5-4 0,5 0 23,5 0 0,7-2 1,-2-3-1,3-1-94,2 0 1,-1 0 0,0 0 0,-3 0-280,0 1 1,-2 0 0,1 2 0,-4 2-51,-3-2 0,-1 4 1,0 0-719,0 1 841,-6 3 1,-3-3 0,-8 6 0,-5 2 263,-2 1 0,-6 6 0,-2-1 0,1 2 0,-1 2 0,-2 0 0,2-1 0,1 0 12,-1-4 1,1 4 0,2-5 0,-1 1 268,2 1 1,-4-2 0,2 3 0,1-3 289,2-1 1,1 4-1,0-3-95,1 0 0,4 0 0,4-2-101,3 3 0,1 3 0,1 2 0,3 2-154,5 2 0,7-2 0,4 7 0,2 0-711,5 3 1,3 0 0,0 2 0,6 2 489,5 1 0,10 11 0,8-1 0</inkml:trace>
  <inkml:trace contextRef="#ctx0" brushRef="#br0">15853 10922 8296,'-9'-10'-71,"0"-2"0,2-4 0,-1 3 1074,4 0-652,-4 0-693,7 6 442,-5 2 0,8 5 0,2 0 0,6 0 82,6 0 1,4-2 0,7-2-1,3-5-5,4-2 0,10-2 0,7-1 0,9-2-169,7-1 0,-31 6 0,0-1 0,5 2 0,0 0 1,1 0-1,0 0-27,0 2 0,0-1 0,1 2 0,-1 0 1,-4 1-1,0 1 0,28-4-28,-7 5 0,-9 1 0,-6 0 1,-9-1 8,-6 1 0,-6 2-259,-10 1-59,-6 0 0,-3 0 1,-8 0-172,-5 0 0,-2-2 1,-4-1 526,-2-1 0,-3-6 0,-5 3 0</inkml:trace>
  <inkml:trace contextRef="#ctx0" brushRef="#br0">15801 10717 8116,'-37'-4'21,"3"0"1,0-5 0,8 3 896,6-1 0,6-1-507,6-5 1,8 0 0,8 0-1,5 0-365,4 1 1,7-3 0,8 0 0,2-2-198,6 1 1,-1 2-1,8 1 1,0 2-148,-1 2 0,2-2 0,-5 3 0,-3 1 298,-4 3 0,6 3 0,-2 1 0</inkml:trace>
  <inkml:trace contextRef="#ctx0" brushRef="#br0">15571 10922 8497,'-20'0'160,"1"2"1,8 2 352,2 5 1,6 3 0,13 5 0,12 5-628,9 2 1,12 2 0,7 1 0,7 3 113,7 4 0,-26-16 0,2 1 0,-1 0 0,0 0 0</inkml:trace>
  <inkml:trace contextRef="#ctx0" brushRef="#br0">15968 11820 8138,'0'-15'-244,"0"-2"0,0 3 1,0-3 617,0 3 1,0 1-1,1 2 1,4 1-290,3 1 1,8 5 0,2-3 0,4 1-35,5 3 1,4-3 0,8 2 0,0 1 46,4 2 0,3-3 0,5-2 1,0 0 20,0 1 1,5-5 0,0 1 0,-1-1 64,2 1 1,-11-2-1,-4 4 1,-10 0-390,-10 3-368,-3 2 1,-13 2 117,-6 0 0,-6 0 0,-7 0 46,0 0 0,-5 0 0,-2 0 409,0 0 0,-10 0 0,3 0 0</inkml:trace>
  <inkml:trace contextRef="#ctx0" brushRef="#br0">15891 11743 8435,'-17'0'0,"0"-2"32,1-2 1,2-2 0,3-4 341,2 2 1,3 4 0,8-5-231,2-1 1,5 0-1,8 0 1,4 2-228,3-2 0,3-2 0,2-1 0,2 1-167,2-1 0,0 0 0,1 2 0,-4 1-130,-3 1 0,-2 2 0,0-2 0,-4 4 380,-4-1 0,-3 5 0,-1-5 0</inkml:trace>
  <inkml:trace contextRef="#ctx0" brushRef="#br0">15853 11756 8488,'-13'7'118,"0"4"0,0-2 0,2 2 218,2 2 1,3 5 0,6 4 0,2 2-262,2 2 0,9 5 0,10 3-75,5 3 0,16 7 0,9 2 0</inkml:trace>
  <inkml:trace contextRef="#ctx0" brushRef="#br0">9560 13679 8422,'-8'0'-212,"-1"0"1,5 0 389,-5 0 41,6 0-221,-2 0-5,5 0 1,5-2-1,4-2 1,4-5 103,4-2 0,7-2 0,7-1 0,2-3 150,3-5 0,7-2 0,5-1 0,5-3-78,2-1 0,5 2 1,-4-5-1,-2 4-23,-2 2 1,1-5-1,-6 9 1,-10 4-158,-7 2 0,-6 5 0,-3 1 1,-3 3-174,-4 1 0,-6-3 0,-1 4 41,-1-2 0,-2-2 145,-4-4 0,0 0 68,0 1 0,-1 0 0,-2 2 1,-3 3 17,-1 1 0,3 2 0,-4 3-82,-2-4 0,-2 4 1,-1-5-1,-1 2-59,-3 0 0,3 0 1,-5 4-1,1-2-29,-4-2 1,-2 2 0,-1-2-1,-1 3-134,0 1 1,-1 0 0,-3 0 0,-4 0-175,-3 0 1,-1 4 0,-1 2 0,1 1-309,-1 3 1,2-3 697,3 1 0,3 1 0,5 4 0</inkml:trace>
  <inkml:trace contextRef="#ctx0" brushRef="#br0">10124 13204 10245,'0'13'580,"-1"1"1,-4 3 0,-3 5-688,-4 2 1,0 9 0,-1 5 0,1 9-1124,4 7 0,-3 5 1230,2 5 0,-2 6 0,-2 1 0</inkml:trace>
  <inkml:trace contextRef="#ctx0" brushRef="#br0">10214 14717 8342,'0'-13'7,"0"0"0,-2-1 144,-2-3 0,3 3 1,-4-3-1,5 2 75,5 3 1,2-1 0,6 0 0,1 0-302,3 0 1,4-1 0,8-2 0,2-1 82,2 2 1,2-4 0,7 2 0,2 0 37,1-2 0,-3 4 0,0-5 0,-3 1-51,-5 4 0,-1 2 0,-8 3 1,-2 3-240,-7 1 0,-9 0-258,2 2 1,-7 1 136,3-5 0,-4-1 303,-1-4 1,0 0-1,-1 1 1,-2-1 8,-1 0 1,-6 4 0,1 1 0,-2-2 11,-2-1 0,0 3 1,0 3-1,0 0 41,1 1 0,-7 0 0,-1 4 0</inkml:trace>
  <inkml:trace contextRef="#ctx0" brushRef="#br0">10765 14076 8342,'-13'-23'244,"2"-1"1,1 3 593,1 6 1,1 4-1,-4 8 1,1 5-635,-2 5 1,2 13-1,-9 8 1,0 11-528,0 5 0,3 6 0,-3 8 323,1 6 0,8-25 0,0 0 0,1 1 0,0-1 0</inkml:trace>
  <inkml:trace contextRef="#ctx0" brushRef="#br0">13290 16871 6876,'12'4'-117,"1"0"1,0 2-1,0-2 1,1 5 38,3 2 1,3-2 0,6-1 0,-1 1 54,1-2 1,4 3-1,0-4 1,0-1 37,1 1 1,-4-2 0,3-4-1,-3 0 86,-1 0 0,-1 0 1,1 0-1,1 0 7,3 0 1,3 0 0,5 0 0,0-1-91,1-3 0,1 2 1,2-2-1,5 2-66,3 2 0,2 0 0,-1 0 0,0 0-10,0 0 1,1 0 0,-1 0-1,-1 0 27,-3 0 0,4 0 1,-3 0-1,4 0 4,-3 0 1,0 0-1,2 0 1,2 0 22,2 0 1,-2-4-1,3-2 1,-4 1 13,0-1 1,5-4-1,1 2 1,2-4-12,-1-1 0,1 0 1,4 2-1,2 1 8,2 2 1,2-1 0,-34 3 0,1-1 0,31-6 10,-3 1 1,0 3 0,-3 0 0,-2 1 41,-4 1 0,-8-3 0,-2 4 0,1 0-33,2 1 1,-5-5 0,8 3 0,-1-2-22,3 1 0,0 0 0,5-2 0,-2 3-52,-3 2 1,-2-5 0,0 3 0,0-2 11,4 0 1,-8 5 0,2-3-1,-3 0 22,-1 0 0,-2 3 0,6-4 1,1 1 20,-3 0 0,8 3 0,-5-3 0,3 1 0,3 3 0,-8-2 0,0-1 0,-2 0 22,-1 0 1,-3-2-1,1 2 1,-3 1-11,-4-1 1,-1-4-1,2 1 1,2-1-25,3 2 1,-8-4 0,4 4-1,-2-4 2,0 0 1,-3-1 0,0 0 0,0 2 5,-1 2 0,-2-2 1,-5 2-1,0-2 9,-1-2 1,-5 0 0,-3 0 0,-2 0 39,-3 1 1,-3-1-1,-2-1 1,0-2-45,0-1 0,-4-2 0,1 2 0,-2-4 36,-2-3 0,0-2 1,0 0-1,0 1-17,0-1 1,0-1 0,-2-2 0,0 0 17,-3 0 0,1-2 0,4-1 0,0 0-51,0-4 0,4-1 0,2-1 1,0-2 40,-1-3 1,5 0 0,-2-5 0,0-2 20,1 1 1,-2 1 0,1-5-1,-2-2-48,0-5 1,-4-3 0,6-1-1,-1-1 3,0-4 1,-3 1 0,0 30-1,1 0 1,-1 0 0,2 0 9,-1 1 1,1-1 0,0-2 0,-1-1-1,0 3 1,0-1 0,0-1 0,0-1-61,2-2 0,1-1 0,-2 4 0,0 0 0,3-3 0,-1 0 0,0 1 0,0 1 37,1 1 1,-1-1 0,0-3-1,0-1 1,2 1 0,0 0-1,-1-1 1,0-1 11,-1 2 1,0 0 0,1-1 0,-1 1 0,0 3-1,-2 0 1,0-1 0,0 0-4,0-2 0,-1 1 1,0 1-1,0 0 1,0 0-1,-1 0 0,-2 0 1,0 0-50,-1 0 0,-1 0 1,0-1-1,0 0 1,0-2-1,0 0 1,0 1-1,0-1 35,0 0 0,0 0 0,0 1 0,0 0 1,0 0-1,0 1 0,0 0 0,0 0-22,0 0 1,0-1 0,1 5-1,0 0 1,1 1 0,0 1-1,5-35-60,0 5 0,-1-1 0,-6-2 0,0-2 36,0 2 1,-1 1 0,-2 3 0,-3-4 175,-1-2 0,3 10 0,-4-2 0,3 2-42,2 4 1,0-5 0,0 5-1,-1-2-32,1 0 1,2 5-1,1-5 1,0-1-10,0-2 0,0 5 0,0 2 0,0 3-46,0 2 1,0-4-1,0-1 1,0 2-28,0 1 1,0 6-1,0 0 1,0-1 65,0-2 1,-5 0 0,1 2 0,1 1-102,2-2 1,-3-1 0,-2 0-1,0 3 87,1 5 1,-1-1-1,3 3 1,-1 3-15,1 0 0,1 6 0,1 1 0,-2 3 0,-1 1 0,-2 0 1,3 1-1,-2-1 8,-2 1 1,4 3 0,-3 1 0,2-1 27,-1 2 0,-3-4 0,2 4 1,1-1 16,-1 0 0,-3 4 0,4-3 0,-3 0-74,-2 0 0,3 3 0,-1-3 1,-1 1-8,2 3 1,-3-2 0,5 1 0,-3 1-3,-2 2 1,3 1-1,-1 0 1,-1 0 13,2 1 0,-4-1 1,2 0-1,-1 0 14,2 0 1,-2 5 0,4-1 34,-1-1 1,-2-1-36,-3-2 0,-1 5 0,0 0 1,1 1-5,4 0 1,-3 3 0,2-3-1,-2 0 1,-2 0 0,-1 2 1,-2-2-1,-1 0-6,1 0 1,-4 0 0,-1-3 0,-3 1 1,-2-1 0,-1 3 0,-3-1 0,-3-2 2,1-2 0,-10 1 0,4 1 0,-2 1-40,0-1 1,2-1 0,-2-2-1,-2 0-24,0 1 1,3-1 0,5 0-1,-1 0 8,-2 0 1,-6 0 0,0 1 0,0-1 31,-1 0 0,-1-3 0,-8 1 0,-1 0 43,-2 0 0,-5-1 0,1 3 0,-2 0 4,-2 1 1,1-1 0,2 1 0,2 2 6,2 2 0,-2-1 0,0-4 1,-2 1-30,-5-1 1,4 0 0,1 2 0,-4 1-17,-1 1 1,-3 1 0,7-5 0,0 0-15,3 0 0,3 2 0,-4 1 0,0 1 19,2-1 0,-3 0 0,4 0 0,-2 2 7,-2-2 0,0 3 1,0 0-1,4-1 114,4 1 1,-1 4 0,7-1 0,-1 1-101,1-1 0,-3 3 1,4-4-1,-2 4-23,-3 1 0,2 0 0,-8 0 0,0 0-30,-3 0 0,2 0 0,-2 0 0,-1 0-36,-2 0 0,5 0 0,2 1 1,2 2-2,-1 1 1,-2 5-1,-3-5 1,4-1 82,4-1 1,1 2-1,-2 0 1,0-1 165,2-2 0,4-1 0,13 0 0,4 0 23,3 0 0,-2-1 0,2-2 0,3-1-30,0 1 1,4 2 0,-3 1 0,-3 0-267,-2 0 1,-8 4 0,2 2-1,-4 1-67,-5 3 1,-8 1 0,-9 2 0,-3 0 18,-1-1 0,0 1 0,-1 0 0,1-1 93,4-4 1,7-2 0,20-6 411,8 0 0,12-2-110,13-2 0,6-2 1,6-4-1,3 2 43,2-2 0,-3-2 1,4 1-1,0 1-86,-1 2 1,0-1 0,-3-2-1,2 1-234,1 1 1,0 2 0,-3-3-100,3 1 0,-3 5 0,3-3-372,-2 1 1,-7-2 0,1 4 364,1 1 0,-3-3 0,1 2 97,2 1 1,2-3 0,1 0 149,-1-1 1,1 3-1,0-3 1,0 1 74,0 3 0,0-4 0,1 0 0,1-1-200,2-1 0,1 6 1,-7-2-1,-1 0-1491,-2 1 955,1 0 0,-8 9 1,-8 4 552,-11 2 0,-9 2 0,-12 0 0</inkml:trace>
  <inkml:trace contextRef="#ctx0" brushRef="#br0">12815 8192 18575,'-5'-19'-1389,"-2"1"0,-6-4 1,1 5 1737,4 3-508,2 7 1,8 3 0,2 8 0,6 4 118,5 4 1,7 6 0,8 5 0,4 6-260,3 5 0,7 7 1,4 3 297,7 2 0,-24-20 0,2 1 1,2 2-1,1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20082 5000 7982,'-13'-9'-236,"1"1"0,2-1 598,2 2 0,1 0 1,-3 4 131,1-1 1,5-1-436,-5 5 0,7 2 0,-3 2-5,4 5 1,1 3 0,0 4 0,0 1-129,0-1 0,0 2 1,0 1-1,0-1-125,0 1 1,0 2 0,0-4-1,0-1-134,0-2 1,4-1 332,0 0 0,6 5 0,-2 2 0</inkml:trace>
  <inkml:trace contextRef="#ctx0" brushRef="#br0">20082 4615 7982,'-26'-4'137,"0"0"0,1-5 1,1 5-1,2-1 1068,5 0 0,3 5 1,2 1-1288,4 11 1,2 2 0,6 6 0,2 0-699,2 0 1,3 1-1,7 5 780,3-1 0,9 7 0,7 0 0</inkml:trace>
  <inkml:trace contextRef="#ctx0" brushRef="#br0">20325 4974 8034,'-13'-13'674,"0"0"1,2 1 62,3-1 1,3 6 0,10 2-1,3 3-783,3-3 1,4 4 0,2-3-1,4 2-300,3 2 1,1 0 0,-3 0-1,0 0-454,1 0 0,1 0 0,0 0 0,-1 0 800,-2 0 0,-5 0 0,2 0 0</inkml:trace>
  <inkml:trace contextRef="#ctx0" brushRef="#br0">20261 5282 8034,'-13'1'297,"0"2"1388,1 1-1267,4 1 1,10-7 0,11-1 0,7-2-394,4-3 0,1 1 0,3-3 0,0 2-354,2-2 1,4 3 0,-4 0 0,-2-1-1408,0 1 1736,3 4 0,-4-8 0,4 4 0</inkml:trace>
  <inkml:trace contextRef="#ctx0" brushRef="#br0">21555 4897 8045,'0'-24'0,"0"1"150,0 2 0,0 5 1,2-1-1,1 1 1114,1-1 0,0 3-636,-4-3 1,-1 4-652,-3 5 0,-4 2 0,-4 6 1,-3 0-72,-2 0 0,-3 6 0,-5 2 1,-1 3-192,0 2 0,1 4 0,-1 0 1,1 1 49,-1 0 1,5-2 0,1 4 0,1-2 207,3-2 0,4-2 0,3-1 0,5 0 96,2 0 0,2-1 1,3 1-9,6 0 1,2-6 0,13-1 0,3-2 51,0 0 0,5 2 0,-1-3 0,0 1-20,1-1 0,-1 0 0,-2 0 0,-1 1-62,-4-1 1,0 3 0,-5-2 0,0 0-15,-1 2 1,-5-5 0,-6 5 16,-1 0 1,-4 1-1,-6 6-64,-4-1 0,-9 1 0,-6 0 0,-4 0-172,-3 0 0,-4 4 1,2 0-1,0-1-294,-4-2 1,3 3 0,-1 0 0,0-3-423,1-4 1,2-4 917,5-6 0,1-6 0,-1-1 0</inkml:trace>
  <inkml:trace contextRef="#ctx0" brushRef="#br0">21350 4820 8045,'5'-38'-78,"-1"-1"0,2 5 1,-4 1-1,3 3 475,-2 6 1,-2 4-1,-1 7 1,0 1 825,0-1 0,-1 6-865,-4 2 0,-2 4 0,-6 2-330,1 4 1,3 2 0,2 6 0,0 1-88,0 3 1,4 7 0,-3 8 0,2 0-12,0 4 1,-1 2-1,5 4 1,2 2-244,2 1 1,-1-2-1,4 4 1,0 2-61,0 0 0,2-3 1,4-2-1,-1-1-18,1 0 0,0-2 0,0-5 0,-2-5 58,-2-4 0,1-4 1,-6-10-1,0-2-347,2-3 680,-5-2 0,5-17 0,-6-3 0</inkml:trace>
  <inkml:trace contextRef="#ctx0" brushRef="#br0">22081 4948 8040,'-17'0'123,"0"0"1,0 0 0,4 0 485,0 0 1,4 0 30,1 0-292,5 0 0,7 0 1,11-1-63,3-3 0,3 1 1,5-4-1,1 0-189,3-1 0,3 0 0,5-5 1,2 0-110,3 0 0,-3 2 0,2 1 0,-3 2-373,-5-2 1,2 2-1,-7 1 1,-1 2-1052,-6 2 0,-3 1-429,-6 2 1865,-6 0 0,-7 0 0,-7 0 0</inkml:trace>
  <inkml:trace contextRef="#ctx0" brushRef="#br0">22324 4705 8022,'-14'-4'275,"-2"-1"1,-2 2 248,-2 2 0,4 1 1,-1 0-1,3 1 19,1 4 1,0 2 0,1 6 0,0 1-323,4 3 0,-4 3 0,5 6 0,0-1-495,3 1 0,2 4 0,2 1 1,0 2-156,0 2 0,2 1 0,1 0 1,2-4-17,2 0 0,2-1 0,5-4 0,2 0 235,1-3 0,0-2 1,-3 1-1,2-3 208,1-2 1,4-1-1,-2-4 1,-1-2 46,1-2 0,4 1 1,-2-6-1,3-1-649,2-2 1,5-1 603,3 0 0,15-11 0,3-3 0</inkml:trace>
  <inkml:trace contextRef="#ctx0" brushRef="#br0">23183 4807 7996,'0'-30'357,"0"1"1,-1 1 365,-4 6 0,4-1 1,-5 6-1,2 1 46,0 2 1,-6 7 0,1 2-675,-2 4 0,2 1 0,1 0-348,-2 0 1,-2 1-1,-1 2 1,1 3-280,-1 1 0,0 2 0,0 4 0,0-1-15,1 1 1,-1 4 0,0 2 0,0 1 233,0 3 0,2-1 1,1 3-1,1-3 348,-1 1 0,3 4 0,0-5 0,1 2 296,4 1 0,0 0 1,2-3-1,0-2-35,0-1 1,6-2 0,4-4 0,6-2-110,5-2 0,5-4 0,3-6 0,6-3-190,2-5 0,1-8 1,1-4-1,-1-4-44,0 0 0,-1-1 0,-2-1 0,-7-1 250,-5-2 1,-2 4 0,-7 8-1,-4 2 205,-2 5 0,-6 2 0,-6 3-185,-4 11 1,-5 7 0,-4 17 0,-3 4 5,0 5 1,1 5 0,6 0 0,1 5-547,-1 6 1,6 0 0,2 5 0,4-2-755,1-3 0,10-2 1,4 1 1070,5 3 0,8-4 0,6 5 0</inkml:trace>
  <inkml:trace contextRef="#ctx0" brushRef="#br0">23811 5628 7903,'-17'-6'0,"0"-2"1087,1-4 1,3 6-330,5 6 0,2 12 0,6 8 0,0 1-2368,0 1 1610,6-1 0,7 5 0,6-1 0</inkml:trace>
  <inkml:trace contextRef="#ctx0" brushRef="#br0">5626 13179 10295,'-7'0'-713,"0"0"172,2 0 426,4 0 124,-5 0 566,6 0 1728,0 0-2009,0-6-95,0 4 153,0-3-34,0 5-128,0 0-229,0-6 1,6 5 249,1-5 1,5 5 0,-3-2-90,0-2 1,-5 1 52,5 4 0,-5 0-597,5 0 0,-5 0-516,4 0 0,1 0-709,4 0 1633,0 0 0,5 6 0,2 1 1</inkml:trace>
  <inkml:trace contextRef="#ctx0" brushRef="#br0">7638 13166 10764,'0'-13'-1697,"0"0"2722,0 0-616,0 1-267,0-1 1,1 6 0,4 2 0,5 2 101,5-1 1,1 3 0,5-5-1,3 2-57,5-1 0,-1-3 1,7 2-1,2-1-76,4-3 0,-5 0 0,1 2 0,-5 3-322,-3 4 0,-4 1 0,-3 0 253,-5 0 1,3 11-1,0 4 1</inkml:trace>
  <inkml:trace contextRef="#ctx0" brushRef="#br0">6241 13794 8549,'0'-9'438,"0"1"1,0 4 51,0-5 0,0 5-518,0-5 0,1 6 0,4-1-87,3 3 1,4 1 0,2 0 0,3 1 60,4 3 1,1-1 0,2 6-1,4 1-65,4 1 1,6-2 0,5-2 0,-2 0 136,-1 0 1,3-4 0,0 1 0,-4-2 190,-3-2 0,-5 0 0,-6-2 1,-4-1 300,-4-1-852,-8 0 1,-15 5 0,-11 3 0,-6 5-175,-3 2 0,-1 6 1,-3 1-1,-4-1 516,-3 1 0,-7 2 0,-2 6 0</inkml:trace>
  <inkml:trace contextRef="#ctx0" brushRef="#br0">6356 13948 8545,'-20'0'-197,"-2"-6"1,3-2-1,1-2 649,-1 1 0,-1-2 0,6 4 0,4-2 1314,3 0 1,1 5-1673,10-4 1,6 5 0,19-2 0,5 4-166,9 1 1,9-4 0,5-1 0,2 3-122,2 0 0,0-2 0,2 0 0,-3 1-748,-3 1 1,0 4 0,-15 2 0,-2 5 939,-4 2 0,1 13 0,-4 3 0</inkml:trace>
  <inkml:trace contextRef="#ctx0" brushRef="#br0">10598 7230 22031,'0'-8'-3386,"0"-1"1,0 5 2709,0-5 1,2 7 803,2-3 0,-1 0 111,5 0 1,1 1 0,5 4-1,3 0-3,5 0 0,9 0 1,7 0-1,8 0-100,4 0 1,7 0 0,1 0 0,2 0-39,0 0 0,-6-1 0,1-2 0,-5-2-260,-7 3 0,-7-4 0,-17 0 429,-6-1 0,-7 4 0,-10-1 0,-8 3-160,-8 1 1,-2 0 0,-13 0-1,0 1-108,-2 3 0,0-2 0,1 3 0,3 0-174,2-1 0,-5 0 1,4-4-1,-2 2 88,-1 2 0,5-3 0,-2 4 1,-1-4 99,0-1 0,3 0 0,-2 0 0,0 0 164,4 0 0,-4 4 1,3 1-1,0-1-94,2 2 1,7-1 0,2 5 0,2-1 93,3 1 1,-1 1-418,10 2 0,5-2 0,9-2 0,6-5 400,5-2 1,7-2 0,5 0 0,3 0-91,4 0 0,5-6 0,-1-1 0,2-2-44,2 1 1,1-1-1,-1-2 1,-4 1-115,-4 1 0,0 6 0,-9-1 1,-1 3-135,-3 1 1,-4 0-1,-11 1-294,-4 3 0,-2 3 0,-8 8 0,-3 0-43,-8 2 1,-1 2 696,-8-2 0,1 3 0,-5 6 0</inkml:trace>
  <inkml:trace contextRef="#ctx0" brushRef="#br0">10227 6730 8210,'-13'-11'90,"0"2"0,4-2 1,1 4-1,-2-2 152,-1 1 1,-2 3 0,0-2 0,0 0 202,0 0 1,0 3-98,1-5-171,-1 6 0,9-2-3,8 5 1,9 0-1,14 0 1,4 0-126,7 0 0,12 1 1,12 2-1,6 1-68,-30-2 1,1-1-1,4 1 1,2-1-1,4 0 1,0 1-1,2 0 1,1 0 3,1 0 0,1-1 1,-5 0-1,0-1 0,0 0 1,-1 0-1,-5 0 1,-1 0-7,31 0 1,-9-1 0,-17-3 0,-9-3-6,-12-1 1,-15-3-174,-6 3 1,-7-2-1,-5 0 1,-7 2-352,-5 3 1,-2-1 0,-6 3 0,-2-1-186,0 1 1,-7 2 0,0 1 734,-5 0 0,-5-6 0,-5-1 0</inkml:trace>
  <inkml:trace contextRef="#ctx0" brushRef="#br0">10124 6576 8250,'-67'6'0,"5"3"0,3 2 283,5 2 0,6 5 1,3 2-1,6 2 302,6-1 1,14-5 0,8 1-373,4-3 1,10-7 0,11-2 0,10-4 108,9-1 1,11 0 0,6 0 0,5-1-293,4-4 1,8-2 0,-29 1 0,1-1 0,3 1 0,1-1-73,3 1 1,1 0-1,1-3 1,0 1-1,4-2 1,0 1 0,2 0-1,1 0-120,2 0 0,1-1 1,0-1-1,1-1 1,1 2-1,1 0 1,-4 0-1,0-1 66,-6 0 1,-1 1 0,-7 2 0,-2 0 0,20-8 0,-14 5-36,-16 2 0,-18 6 0,-16-1 0,-8 3 1,-16 1 0,-3 0 0,-7 1-247,-6 3 1,-4 5 0,-7 7 0,-4 2-77,-5 2 1,2-3 0,26-6 0,0 0 0,0-1 0,0 1 452,-1-1 0,0 0 0,-4 0 0,0 0 0,-1-2 0,1 1 0,-1 1 0,1 0 0</inkml:trace>
  <inkml:trace contextRef="#ctx0" brushRef="#br0">10150 6717 8250,'-50'6'92,"10"-3"0,-3 4 0,11 0 473,5 0 1,7 3 0,4 6 0,7 3-200,9 1 0,9-5 0,12 4 0,12-2-178,11 0 1,12-4-1,-21-9 1,2-1-1,4 0 1,1 0-138,3-2 1,1 0 0,3-1-1,0-2 1,4-2 0,0 0-1,0 0 1,0-2-244,0 0 0,0-2 1,-2 0-1,-1-1 0,-3 1 1,-2 0-1,-3 0 0,-2-2-512,-4 0 0,-1 0 0,16-7 1,-12-3-1,-17 1-1376,-10 4 2080,-7 0 0,-9 4 0,0 3 0,0 2 0</inkml:trace>
  <inkml:trace contextRef="#ctx0" brushRef="#br0">10867 5910 8372,'0'-13'-657,"0"0"0,0 5 541,0-1 1,-1 2 278,-3-2 0,1 4 767,-6 5 809,6 0-1177,-8 0 1,8 0-392,-5 0 1,-1 0-149,-4 0 0,-1 4 0,-2 0 0,-2 1-30,-2 0 1,-1-2-1,-5 4 1,0 0-63,1 0 1,-5-2 0,0 2 0,1 0-3,2 0 1,6-3-1,1 4 1,3-1 29,6 0 0,-2-4 0,6 2 19,0 1 1,1-3-1,7 5 1,5 1 61,7-2 0,5 4 0,8-2 0,1 2-23,3 2 1,3 4-1,5 0 1,1-1-20,-1-2 0,-5-1 1,-3 0-1,-3-2-10,-2-2 1,0 2-1,-4-2 1,-4 1-42,-3-2 1,-7-1 0,-2-2 7,-4 3 0,-8 4 0,-6 1 1,-7 1-84,-4 3 0,-7-3 0,-4 3 0,-2-3 5,-1-1 0,0 2 0,-1 0 1,-1 1-142,-2-5 1,6 1 0,-1-8-1,4-1-934,5-2 1198,1-1 0,1-11 0,0-3 0</inkml:trace>
  <inkml:trace contextRef="#ctx0" brushRef="#br0">10765 5730 8345,'-9'-25'0,"2"1"289,2 2 1,-4-1 0,5 6 1861,1 2-2096,1 6 0,-2 5 0,0 8 0,0 6-14,-2 6 0,3 4 0,-4 7 1,1 1-24,3 2 0,2 6 0,1-2 0,0 3-264,0 1 1,0 2 0,0 2 0,1 0-174,4 0 1,-2-2 0,7-2 0,2-1 17,4-3 0,1-1 1,-4-5-1,1 1-84,3-5 0,-3 0 0,4-8 485,-4-5 0,4 2 0,2-6 0</inkml:trace>
  <inkml:trace contextRef="#ctx0" brushRef="#br0">11137 5961 8246,'-9'-8'166,"0"-1"1,5 2 547,-4-2 1,5 2-155,-1 3 1,4 3-409,4-4 1,-1 4 0,7 1-1,2 0-235,4 0 0,7-2 0,-2 0 1,3-3-141,2 2 1,0 2-1,1 0 1,1-2-234,2-2 1,0 0 0,-4 2 0,-2-3-527,-3-1 0,2 3 982,-6-5 0,0 1 0,-4-5 0</inkml:trace>
  <inkml:trace contextRef="#ctx0" brushRef="#br0">11393 5692 8379,'-17'-6'0,"0"-1"174,1 0 1,2-3 0,1 4 0,0 1 159,0-1 0,0 2 0,1 5 0,-1 3-194,0 5 1,0 2-1,0 4 1,2 0-125,2 2 1,-2 6 0,3-2-1,-2 4-179,1 0 0,2 1 0,4 0 1,-1-1 122,1 1 0,2 4 0,2 1 0,3 0 74,5 1 0,2-1 1,2-2-1,0 1 66,0-2 1,4-2-1,1-4 1,1-2-68,-1-1 0,5-2 0,-2-4 0,4-2-204,0-2 1,5 1-1,1-5 1,2 1-742,3 0 0,-3-2 912,1-4 0,6-6 0,5-1 0</inkml:trace>
  <inkml:trace contextRef="#ctx0" brushRef="#br0">11854 5923 8140,'-11'-9'-89,"2"1"0,-2 5 1,2-2 1026,-2 4 0,-2 1-560,0 0 0,0 0 0,2 1 116,3 4-460,2-4 0,7 5 1,4-6-1,5 0-23,5 0 0,7-2 0,7-2 1,4-4 46,0-4 1,4-1 0,-4 1 0,-1 0 34,-2 4 0,0-4 0,-4 5 0,-6 0 495,-5 3-858,-2-3 1,-8 7-1,-8 0 13,-9 7 0,-3 6 0,2 2 0,0 4 124,0 1 1,0-3 0,1 4-1,-1 2 77,0 1 0,4 2 0,2-1 1,0 1-1,0 0 1,4 4 0,-2 0 0,0-2-99,1-1 1,0-1-1,4-1 1,0 0-261,0-4 0,0 2 0,0-6-204,0-2 0,0 0 618,0-2 0,-2-6 0,-2-3 0,-5-3 0,-2-6 0,-2-2 0</inkml:trace>
  <inkml:trace contextRef="#ctx0" brushRef="#br0">11752 6089 8246,'-13'-17'964,"1"0"246,4 1 0,4 4-562,8 3 1,9 3-1,10 6 1,4 0-276,2 0 0,8 0 0,2 0 0,7 0-344,3 0 1,4 0 0,3 0 0,2-1-263,0-3 1,5 1 0,-5-4-1,1 0-1196,-4 0 1,-8 4 1428,-4-2 0,3-2 0,-1 0 0</inkml:trace>
  <inkml:trace contextRef="#ctx0" brushRef="#br0">12521 6230 8143,'-18'-4'1541,"1"0"1,5 0 0,4 5-1282,3 3 1,-1 10-1,3 12 1,-1 7-261,1 4 0,2 1 0,1 1 0</inkml:trace>
  <inkml:trace contextRef="#ctx0" brushRef="#br0">6382 14089 12864,'17'-2'-84,"0"-2"0,5 3 0,-4-5 0,2 2 53,3-1 1,1-3-1,2 2 1,1 0-50,3 1 1,-2-4 0,6 5-1,2 0 11,1-2 0,1 5 0,1-4 0,-1 2-19,1-1 1,-5 3-1,-3-4 1,-2 4-669,-5 1-31,-7 0 270,-4 0 0,-9 0 392,-8 0 1,-3 6 0,-6 1 0</inkml:trace>
  <inkml:trace contextRef="#ctx0" brushRef="#br0">9214 14050 9625,'0'-12'-739,"0"-6"0,0 1 659,0 2 0,-1 5 52,-3 1 1,-4 6 63,-4-1 1,-1 8 0,0 3 0</inkml:trace>
  <inkml:trace contextRef="#ctx0" brushRef="#br0">9060 13922 8579,'0'-13'-64,"-4"5"1,-2-1 0,-1-1-284,-3-1 0,3 2 0,-1 2 286,-2 1 0,-2 2 1,0 4-1,0 2 41,4 2 1,-2-1 0,4 5 0,0 2 78,1 2 0,0 1 0,7-1 24,2 1 1,5-1-1,8-2 1,4-3 36,3-2 0,6 0 1,1-5-1,2 0 61,3 0 1,-3 0 0,-1 0 0,1 0-94,0 0 0,-5-5 0,1 1 0,-6 1-375,-6 2 251,-3 1 0,-18 1 1,-9 2-1,-10 3-132,-7 1 0,-3 1 0,-7 5 1,-1 0-35,-2 0 1,-1 0-1,3 0 1,-2-1 120,2 1 1,3-4 0,5-2 0,6-1 349,4-4 1,12 0 27,-2-2 1,10-2 0,3 0 0,8-4 59,8-1 0,4 2 0,7-2 1,3 0-155,4 0 1,3 3 0,2-3-1,-2 1-305,-3 3 1,-3-3-1,-5 2 1,1 1-329,3 2 0,-9 1 0,0 0 1,-5 1-195,-3 4 1,-6 2 623,-3 6 0,-2 5 0,-2 2 0</inkml:trace>
  <inkml:trace contextRef="#ctx0" brushRef="#br0">7805 14871 8421,'-8'-13'-687,"-2"4"1240,6 1 1,0-1-321,4-3 1,0 3-1,1 2-118,4 1 0,3 2 0,8 4-103,1 0 0,6 0 1,-2 0-1,3 0-14,2 0 0,4 4 0,3 0 0,2 1-128,5 0 1,0-3-1,-5 2 1,-2-2 71,-1-2 1,-3 0 0,-4 0 0,-4 0-349,-4 0 262,-3 0 1,-14 0 0,-8 0 0,-12 0-69,-9 0 1,-8 1 0,-7 2 0,-1 2 22,-4 3 1,1-1 0,-1 3 0,2-2 101,-1 2 1,5-3 0,3 0-1,6-1 593,3-3 1,7-2 755,7-1 0,10 0-774,7 0 0,12-4 1,13-2-1,4 1-492,4-1 0,6-2 1,5 3-1,0 2-351,0 2 1,-1 2 354,-5 4 0,12 7 0,3 8 0</inkml:trace>
  <inkml:trace contextRef="#ctx0" brushRef="#br0">2166 15345 11774,'13'-4'268,"-1"0"1,3-5 0,2 3 0,4-1-86,3-3 0,8 3 1,2-1-1,4-2-34,5-2 1,3-1 0,5 1 0,1-1 64,4 0 0,2 2 0,6 1 0,-1 1-164,-3-1 0,3-1 0,-4-1 0,1 2-196,-4 2 1,-6 1 0,-13-3 0,-3 3-220,-4 1 1,-9 0 208,-4 2 0,-10 2 155,-7-2 0,-1 3 0,-8-1 92,-1-2 1,-1-3-1,-2-4 1,0 1-79,0 1 0,1 0 0,-1-3 1,0-1-51,0 0 1,0 0 0,1 0 0,-1 1-60,0-1 0,-4 0 0,0 0 0,1 0-61,2 0 1,0 5 0,-2-1 0,-1 1-194,1 1 1,-2 1 0,1 5-1,0-2-243,-2-2 0,3 1 1,-4 6 647,2 2 0,-5 3 1,3 6-1</inkml:trace>
  <inkml:trace contextRef="#ctx0" brushRef="#br0">2922 14832 13499,'8'-5'45,"1"-4"0,-5-2 0,3-2 0,0 1 454,1 4 1,-4 2 0,4 8-523,2 2 0,-4 14 0,-2 14 1,-4 8-140,-4 7 1,-4 14-1,-10 9 1,9-32 0,-1 2-350,0 2 0,0 2 0,-4 2 1,-1 2 61,3 0 1,-2 2-1,-2 3 1,-2 1-1,2 0 1,0 1-1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1307 2218 7060,'-8'-4'39,"-1"-1"1,6 0 0,-2 2 303,-1-2 93,4 1-274,-9 4 0,8 0 0,-5 0 76,-2 0 0,3 2 1,-2 0-1,-1 4-34,-1 1 0,-4 2 0,0 4 0,-4 1-69,-1 3 0,-1-1 0,-5 5 1,1 0-144,-1-1 1,-4 9 0,0-4-1,3 2-21,4 1 1,1-4-1,5-1 1,1-3-120,2-2 1,7-1 0,2-4 118,4 0 0,7-2 0,2-2 0,3-5 104,2-3 0,4-1 1,0-1-1,1-3-7,0-5 0,-2-2 1,4-2-1,0 0-5,-1 0 0,-3-4 0,3-1 0,-2-2 86,0-3 0,0 3 0,-4 0 0,-2 0 110,-2 0 0,1 5 0,-6-3 335,-1 4-463,4 1 1,-11 8-33,-1 5 0,-5 5 0,-1 8 0,2 0-17,5 0 1,-2 0 0,2-1 0,1 1 18,2 0 1,1 4-1,0 0 1,0 0-32,0 2 1,4-5 0,2 5-1,1-2-189,3 0 0,1 4 1,2-4-1,1-1-123,4-2 1,-4-1-1,3 0 1,-3-2-259,-1-2 0,0 1 0,0-6-55,-1-1 1,1-2 0,0-1 0,0 0-691,0 0 1245,-6 0 0,10-5 0,-3-3 0</inkml:trace>
  <inkml:trace contextRef="#ctx0" brushRef="#br0">1717 2359 8001,'0'-13'1417,"0"0"-792,0 0 1,-1 2-349,-3 2 0,-4 4 1,-6 6-175,-3 3 1,3 4 0,-5 4 0,2 1-133,0 0 0,-6 0 0,3 0 1,-1 1-59,0 3 0,4-1 0,-3 5 0,0 0-80,0-1 1,4 7 0,-1-4 0,4 0 18,5 1 1,2 0-1,6 2 1,0-2 93,0-2 0,6 0 1,2-5-1,5 1 91,4 0 1,2-8-1,3 1 1,0-3 122,1-6 1,-3-2-1,1-4 1,2-6 106,1-5 1,-3-5-1,1-7 1,0-3-16,3-5 1,-5-2 0,-3 0 0,-5 2-102,-3 1 1,2-1-1,-3-3 1,-1-1-119,-3 1 0,-3 1 0,-1 1 0,0 1-285,0-5 1,0 3-1,0-3 1,0 6 174,0 2 0,0 4 0,0 5 444,0 2 0,0 9-309,0 0 1,0 9-1,0 3 1,0 7-96,0 4 0,0 2 1,0 1-1,0 3 14,0 5 1,0 2-1,0 2 1,0 1-186,0 3 1,0-2 0,0 5-1,0 0-57,0-1 0,0 3 1,0 2-1,2-2 70,2-1 0,-3 1 0,5 2 0,-2-2-230,1-1 1,3-5 0,-3 1-1,-1-3-151,1-2 1,3-5 0,4-2 575,1-4 0,6-7 0,1-1 0</inkml:trace>
  <inkml:trace contextRef="#ctx0" brushRef="#br0">2512 2397 7970,'-9'-4'-69,"1"0"0,3-5 0,-3 5 714,-2 1 0,-1-3 0,-2 2-294,0 1 1,4 2-1,1 1 1,-2 0-180,-2 0 0,0 4 0,-1 2 1,-1 1-82,-3 3 0,1-3 1,-4 2-1,0 2-143,0 5 1,0-2 0,-3 3 0,3-3-41,2-1 0,-1 4 0,4 0 0,-1 0-62,5 2 0,-2-5 0,6 3 0,-2-1-34,1 1 0,5-3 0,-1 5 0,2-2 223,2 0 0,6 4 0,2-2 1,4-1-25,1 1 1,-1-2-1,3-4 1,0 0 61,2-1 0,5-5 0,-4-2 0,2-5 225,3-5 1,1-7 0,3-10 0,2-3-21,1-5 1,1-4 0,-3-8-1,2-2-94,-1-2 1,-2-1-1,-3-2 1,-3 0-84,-4 2 0,-7 4 0,-2-2 0,-3-1-291,-2 1 1,-1 2-1,-2-3 1,0 2-50,0 3 1,-5 2-1,0 7 1,-1 5 307,0 4 0,-4 11 1,2 1 135,-4 4 0,-1 4 1,1 7-1,-1 5-13,0 2 0,0 6 1,0 2-1,1 1 106,-1 3 1,4 2 0,1 5-1,-1 3-91,2 0 1,1 8-1,6-1 1,2 4-178,2 5 0,3 2 0,7 3 1,2 3 30,1 1 0,7-2 0,1 2 0,3-2-34,0-6 0,0-5 0,-4-6 1,-1-1-380,-2 1 1,-7-11 0,-1-4 0,-7-4-984,-5-4 0,-1-2 0,-1-1 1335,-4 0 0,-7 0 0,-8-1 0</inkml:trace>
  <inkml:trace contextRef="#ctx0" brushRef="#br0">4011 2102 8002,'0'-12'40,"0"-1"0,0 0 631,0 0 1,0 5-275,0-1 1,0 5-146,0-5 0,0 5-210,0-5 1,-5 7 0,-4-1 67,-2 6 0,-2-1 1,-1 6-1,-4-1-22,-3 0 1,1 1 0,-1 5 0,-2-1-4,-1-4 0,-2 3 0,1-2 0,-1 1-84,0-1 0,5 2 0,1-3 0,1 2-41,4-1 1,1 1-1,1-4 1,0-1-63,0 1 1,5 4-1,0-1-62,3 2 1,0-2 0,5-1 103,0 2 0,0-3 0,2 0 87,2-1 1,5 3-1,6-4 1,4 1 84,1 0 0,-3-1 0,4-2 1,2 3-34,1 1 1,-2-3-1,-1 3 1,0 1-22,-1-1 0,3 1 0,-6 4 0,-1-2-34,-2-2 0,-3 1 0,-1 2 0,-2-1-22,-3-1 1,-1-5 0,-4 4 39,0 2 0,-5 0 1,-4 0-1,-2-3-63,-2-1 1,-4 0-1,-2-3 1,1 1-65,-1-1 1,-3-2-1,2-1 1,-2 0-291,1 0 1,0 0-1,-4 0 1,3 0-156,0 0 1,5-6 0,-3-1 0,2-1 48,2-1 0,2 2 1,2-3-1,2 2 481,2-2 0,5-2 0,-3-1 0,6 1 0</inkml:trace>
  <inkml:trace contextRef="#ctx0" brushRef="#br0">3742 1872 8002,'0'-13'0,"-1"0"-95,-4 0 1,4 5 0,-3-1 402,2-1 1,2 3 0,-1 0 161,-3 1 1,1 2-219,-6 4 0,6 1 0,-2 4-83,-1 3 0,3 4 0,-5 2 0,-1 1 1,2 3 0,-3 6 0,4 0 0,1 6-65,-1 3 0,2-3 1,4 4-1,0 1-138,0 2 1,0 3-1,0 2 1,1 0-87,3 0 0,3-2 1,6-3-1,0 0-122,0 1 1,-2-8-1,-1 3 1,-1-8-42,1-3 1,-3-5 0,0 3-186,-1-2 0,-1-6 150,0-8 0,-4-4 0,3-4 317,-2-5 0,-2-8 0,0-3 0</inkml:trace>
  <inkml:trace contextRef="#ctx0" brushRef="#br0">4344 2205 7784,'-12'0'-722,"-1"0"841,0 0 0,0 0 0,0 0 249,1 0 1,3 4 189,0 1 1,7 0 750,-3-1-1012,4-2 1,7 4-1,2-8 1,5-1-136,4-1 0,3-4 0,6 2 1,1 0-123,3 0 0,2-4 1,7 3-1,-1-1-360,1-1 0,-1 5 1,-1-3-1,-3 0-329,-4 0 0,-3 2 0,-3-2 0,-2 2-980,-5 2 1629,-9-4 0,4-6 0,-5-7 0</inkml:trace>
  <inkml:trace contextRef="#ctx0" brushRef="#br0">4549 2013 7937,'-12'0'0,"-1"0"0,0 0 0,0 0 546,0 0 1,1 0 0,-1 1 0,0 3-180,0 5 0,2-2 0,1 3 1,1 3-313,-1 3 1,0 5 0,0-3 0,2 2-144,-2 3 0,4 1 0,0 2 1,2 0-42,0-1 1,1 1 0,7 0 0,5-1-56,2 1 0,6-2 0,3-1 0,3-2 22,4 2 0,2-5 1,-2 1-1,1-2-251,2 0 1,0 0 0,-3-5 0,1-2-985,2-2 1397,0-5 0,2 8 0,0-3 0</inkml:trace>
  <inkml:trace contextRef="#ctx0" brushRef="#br0">5434 2013 8006,'-20'0'0,"1"-5"0,5 1 0,-2 1 111,-1 2 0,-6 1 0,2 0 1,-3 0 660,-2 0 1,1 6 0,-2 2 0,-2 4-586,-1 0 0,-1 1 1,2 0-1,0 1-331,0 3 1,3-2 0,4 2 0,2-3 50,1-1 1,4 0 0,6-1 0,5 1-40,2 0 1,2-4 0,0-1 0,2 2 77,2 1 1,3-2-1,6 0 1,1-1 65,3-1 0,2 3 0,4-4 0,-2 0-13,2-1 0,1 1 1,3-3-1,1 3-109,2 1 1,0 0 0,-3 3 0,0-3-41,-1-1 0,5 4 0,-8-2 0,-2 3 20,-1 2 1,-4 0 0,-6 0 0,-3 0 75,-1 0 1,-2-1 0,-5 1 0,-4 1 60,-3 4 1,-5 0 0,-4 5 0,-6-2 77,-5 2 0,-1-3 0,-4 1 0,1 1-8,-1-2 0,4 2 0,0-5 1,2-2-32,1-5 1,2 0-1,2-7 1,7-6 70,5-9 0,4-8 1,6-10-1,3-5-125,5-6 1,7-1 0,10-3-1,2 0 144,3 4 1,3-3-1,5 3 1,2 4-14,3 5 0,-3 5 0,4 3 0,-3 3-269,-2 4 0,-4 8 0,-9 5 0,-2 4-206,-2 4 1,-4 3 0,-7 6 0,-2 1-504,-5 3 1,2-1 854,-2 5 0,12 1 0,-2 3 0</inkml:trace>
  <inkml:trace contextRef="#ctx0" brushRef="#br0">5754 2641 12225,'0'13'77,"0"5"0,0 4 0,0 2-509,0 1 0,-4 2 1,0 2-1,1 2-323,1 2 0,2 1 1,0 3 754,0-3 0,-5 3 0,-3-4 0</inkml:trace>
  <inkml:trace contextRef="#ctx0" brushRef="#br0">6779 2026 11594,'-13'0'197,"1"1"0,-3 2 1,0 1-130,-2-1 0,-6 4 1,0 2-1,-4 2-128,-3 2 0,-5 0 1,2-1-1,-1 1-76,-1 0 0,7 0 0,-2 0 1,4-2 111,5-2 0,3 1 0,6-5 0,2 1 69,2 0-96,5-2 0,3-4 1,8 0-35,4 0 1,1 0-1,-1 1 1,1 2-82,0 2 0,0 4 0,1-1 1,2 0 76,1 1 1,0-2-1,-4 3 1,0-2 24,-1 2 1,1-3-1,0 1 18,0-3 0,0 5 87,-1-1 1,-4 2 28,-4 2 1,-3 0 0,-2 0-31,-3-1 1,-4-3 0,-4 0 0,-1 1-190,0 1 1,-4-3 0,0 1 0,1 1-59,2 1 0,1-2 1,0-2-1,0-1-243,1-3 0,-1 2 0,0 0-634,0-3 1084,6-6 0,-4-9 0,4-7 0</inkml:trace>
  <inkml:trace contextRef="#ctx0" brushRef="#br0">6459 2013 8037,'-13'0'-190,"0"-2"1,0-1-1,1-2 1023,-1-2 1,0 2-45,0-3 1,0 5-510,1-1 0,4 4 0,3 4-234,-1 4 1,5 8-1,-4 3 1,4 1-64,1 2 0,0 4 0,0 3 0,0 2-118,0 2 1,4-3 0,2 4-1,1 1 32,3 2 0,-3-2 1,0-1-1,0 0 0,0-1 0,-2 2 1,2-5-1,0-3-24,0-4 0,-4 0 0,3-6 0,-2-1-1085,0-2 674,0-1 1,2-6 537,3-3 0,2-3 0,2-1 0</inkml:trace>
  <inkml:trace contextRef="#ctx0" brushRef="#br0">6920 2256 7909,'-13'-4'0,"1"0"-88,-1 1 0,0-3 0,0 2 857,0 1 1,5 2 1176,-1 1-1583,6 0 0,-1 0 1,8 0-244,5 0 1,-2 0 0,2-2-1,1-1-117,1-1 0,6 0 1,0 4-1,-1 0-79,-2 0 0,3 0 1,0 0-1,-1 0-150,-2 0 1,-1 5 0,0 3-1,-2 0 7,-2 1 0,1 1 0,-6 5 0,-1 4 84,-2 1 1,-1 1-1,-1 5 1,-3-1 42,-5 1 1,-2 0 0,-2-1 0,-1 1 105,-4 0 0,4-5 0,-1-1 0,3-3 616,4-6 371,-1 2-831,2-11 0,8 3 0,11-5 1,5 0-221,3 0 0,3 0 1,7 0-1,4-1-287,3-3 1,3 2 0,1-3 0,3 0-1583,2 1 1919,-5-6 0,9-3 0,-5-7 0</inkml:trace>
  <inkml:trace contextRef="#ctx0" brushRef="#br0">7484 2410 7965,'-13'0'-442,"-4"0"1,0 0 669,2 0 0,0 4 1909,2 1-1573,6 5 0,3-9 0,8 3-458,5-2 0,7-8 0,2-3 0,1-2-113,-1-2 1,3 0-1,-2-1 1,-1-1-71,1-3 0,-2 0 1,-4 2-1,0-1-58,-1 2 1,-4 5 0,-4 1 0,-3-1 17,-1-1 0,-1 3 1,-5 4 10,-7 3 0,-1 1 1,-7 0-1,-2 1 105,-1 3 0,2 8 1,1 6-1,0 1 53,1-1 1,-3 5-1,6-3 1,3 2 49,4-1 0,0-1 0,5 3 0,3-3-39,0-2 0,2-1 0,2-4 0,2 0-152,4 0 0,8-1 0,3 0 1,-1-4-186,1-3 0,3 0 1,0 0-1,2-2-301,2-2 1,-5-1 0,0 0 0,4 0 574,3 0 0,-1-6 0,4-1 0</inkml:trace>
  <inkml:trace contextRef="#ctx0" brushRef="#br0">7997 2333 7965,'0'-7'-211,"-2"1"1,0 8-1,-4 3 272,-1 8 1,-3 2-1,-6 4 1,-1 1 128,1 0 0,2 0 0,1 3 0,0-2-79,1 2 0,0-4 1,4-2-1,2-3 300,0-1 0,5-5-59,-3 1 1,2-8 0,4-1-112,2-7 1,2-5-1,4-4 1,-2-3-192,2-1 1,3-1 0,3-5 0,1 2-118,-2 3 1,0-3-1,-3 2 1,3-2-86,2-2 1,-3 5-1,3 1 1,-1 2-78,1 2 0,-2 2 0,7 1 0,1 0-282,1 0 0,1 6 1,2 3-1,2 2 59,1 2 1,0 0 0,-5 2-1,0 2 452,-4 5 0,3 2 0,-4 2 0</inkml:trace>
  <inkml:trace contextRef="#ctx0" brushRef="#br0">8458 2308 7797,'-6'-13'-262,"-2"0"0,1 4 1,0 1-1,0-1 630,-1 2 0,4-3 1,-3 4-1,0 1-211,0-1 0,-2 2 0,-4 4 1,1 0-11,-1 0 0,-1 1 1,-2 3-1,-1 5-66,1 2 0,2 8 1,1 1-1,2 1-74,2 1 1,-1 2-1,6 3 1,1-1-14,2 2 0,2-7 1,3 4-1,5-7 41,2-6 1,8 0-1,2-5 1,3 1-23,2-4 1,1-7 0,2-4 0,0-3-39,0-4 1,-6-2-1,-3 2 1,-2-2-206,-2-1 0,-2-4 0,-1 4 0,-2 1-329,-2 2 0,-2-3 0,-4-1 559,1 3 0,0-5 0,-4 0 0</inkml:trace>
  <inkml:trace contextRef="#ctx0" brushRef="#br0">8689 2397 7965,'7'0'-476,"0"0"0,-4 2 760,1 2 0,0 5 0,-4 8 0,0 5-290,0 7 0,-4 4 1,-2 7-1,-1 2-196,-3 5 0,3 2 0,0-2 0,1-5-214,4-2 1,-1-1 415,-2-1 0,4-5 0,-5-2 0</inkml:trace>
  <inkml:trace contextRef="#ctx0" brushRef="#br0">9560 2359 7896,'9'-2'-68,"-1"0"1,2-3-53,2 2 0,-4-2 1,-1-1-1,0 0 626,1 1 1,-4-1 228,4 2 1,-3 1-141,3-6 0,-5 5 0,0-3-294,-6 1 1,0 2-1,-5 4 1,-2-2-116,-2-2 1,-2 3 0,-2-3 0,-2 2-195,-2 2 1,-1 0-1,-5 0 1,0 0-170,1 0 0,3 4 0,1 2 1,0 0 2,1-1 1,0 4 0,4-3 0,-1-1 166,1 1 0,2 3 0,3-4 0,1 2 30,1 3 1,6-2 0,-1 0 1,3 2 1,2 1-1,3 1-32,5-4 1,2 4 0,4-4 0,0 2-17,2-1 0,6 2 1,-2-2-1,2 1-44,-1-2 0,0 2 1,-3-4-1,1 1 28,3 3 1,-5-3 0,-1 0 0,-3 0-51,-1 1 1,0-6 76,0 3 1,-6-2 0,-4-1 60,-6 3 0,-4-1 0,-6-4 0,-1 1-236,-3 4 0,-3-4 1,-6 5-1,1-2-156,-1 0 1,0 1 0,1-5-1,-2 0-1106,-3 0 1449,3 0 0,-10 0 0,4 0 0</inkml:trace>
  <inkml:trace contextRef="#ctx0" brushRef="#br0">9394 2102 9003,'-6'-7'623,"5"2"1,-7 6 0,6 3-1,-3 5-450,2 2 0,2 8 1,1 4-1,0 4-95,0 3 1,6 5 0,1 1 0,1 4-257,1 2 1,-1 5 0,5-2 0,0-1-140,0 0 0,-5-6 1,0-5-1,-1-2 23,0-2 1,-4-3 0,1-5-1,-3-4-1435,-1-3 1729,0-7 0,-5-1 0,-2-6 0</inkml:trace>
  <inkml:trace contextRef="#ctx0" brushRef="#br0">9829 2384 7842,'-7'-5'669,"-3"2"357,6-6 0,0 5-68,4-4 0,0 3-827,0-3 0,1 1 1,5-3-1,5 3-97,5 1 1,5-3 0,-2 4 0,-1-1-110,1 0 0,2 2 1,-4 4-1,-1 0-45,-2 0 0,-1 0 0,0 0 1,-2 1 29,-2 4 1,1 2 0,-6 7 107,-1 3 0,-3-3 0,-4 5 0,-5-2-20,-2 0 0,-2 2 1,0-4-1,-1 2-35,-3-1 1,2 2-1,-2 0 1,3-3-54,1-1 0,-4 4 1,2-1-1,2-2 46,3 0 1,1-3-1,-2 1 52,2 0 1,4 0 93,5 0 1,5-5-1,4-1 1,4-1-3,4-3 0,1-2 0,6-1 0,1-1-190,2-3 1,5 1 0,0-6 0,0 1-597,4 1 0,1-9 0,2 3 0,-1-1 686,0 0 0,1-11 0,-1-2 0</inkml:trace>
  <inkml:trace contextRef="#ctx0" brushRef="#br0">10585 2372 7643,'-25'0'0,"-1"0"-316,1 0 1,3 4-1,1 2 1,0 1 655,1 3 0,-5 1 0,7 2 0,1 0-18,4 0 0,3-1 0,-3 1 344,0 0 0,6-4-64,3-1 0,4-5-293,4 1 1,3-4-1,6-3 1,1-2-163,3-2 1,3-6 0,6-4 0,0 0-82,-1-2 0,2 3 0,2-5 0,-1 0-244,-3 1 0,-1 1 0,-7 6 1,0-1-47,1-3 0,-9 7 1,1-3-45,-3 2 0,-11 5 0,-2 2 0,-10 2 37,-9 2 0,-2 2 0,-7 2 0,-1 6 222,3 6 0,-4-2 1,6 5-1,2-1 135,1 3 0,2-1 1,3 2-1,3-1 59,5-1 1,0 4-1,9-4 1,3 2-71,0-1 0,4-5 1,2 1-1,6-4-196,5-5 0,4 2 1,4-6-1,-1-1-178,6-1 1,-1-2-1,5 0 1,3-2-276,2-2 0,-6-3 0,7-6 0,-1-1 534,0-3 0,8-3 0,0-6 0</inkml:trace>
  <inkml:trace contextRef="#ctx0" brushRef="#br0">10957 2346 7624,'-11'1'1281,"1"4"0,1 3-970,-1 4 0,3 0 0,-1 1 1,-2 2-339,-2 2 1,-1-3 0,2 4 0,1-1 39,2 1 0,5-1 0,-2-5 3,4 1 0,1 0 214,0 0 0,1-6 28,4-3 0,2-4 0,4-4 0,-1-4 4,-1-4 1,-1-2 0,5-3 0,0-3-186,0 0 0,1-9 1,2 4-1,1-4-565,-2-2 1,0 2 0,-3-3 0,3-1-38,2 0 1,-3 5-1,4-2 1,0 3-30,-1 1 1,0 5 0,-4 2 0,-1 4-204,1 3 1,0 4 756,0-1 0,0-2 0,-1 4 0</inkml:trace>
  <inkml:trace contextRef="#ctx0" brushRef="#br0">11624 2218 7842,'7'-2'1242,"-3"-2"1,-3 1-178,-1-5-954,0 5 0,-1-3 1,-3 6-167,-5 0 0,-4 2 1,-2 2-1,-2 6 32,1 5 0,-3 1 0,2 6 0,2 2 44,0 4 1,3-1 0,0 5 0,4-2 93,3-1 1,4 6 0,1-5 0,3-2 76,5-1 0,2-7 1,13-3-1,3-4-22,2-4 0,6-4 0,-2-6 0,0-5-177,4-7 0,1-7 1,1-10-1,1-4-144,-1-3 0,-5-1 0,-3-2 0,-3-3-377,-1-4 0,-6 2 0,-5-1 0,-5 0-107,-5 1 1,-4 2-1,-1-1 1,-1 5 150,-4 11 1,-6 8 0,-8 11 0,-2 5 483,-6 3 0,1 2 0,-4 5 0,3 7 0,2 5 0,-1 8 0</inkml:trace>
  <inkml:trace contextRef="#ctx0" brushRef="#br0">11777 2102 7842,'0'13'971,"0"0"0,0-4 0,2-1-998,2 2 1,-3-3 26,4 2 0,2-1 0,0 5 0</inkml:trace>
  <inkml:trace contextRef="#ctx0" brushRef="#br0">1094 3599 7769,'-7'5'-873,"-5"-3"1,5 3 735,0 1 0,0-5 151,3 4-14,3-4 146,-5-1 1,7 0-15,4 0 1,-4-1 131,3-4-10,-2 4 0,-1-5 113,3 6 102,-2 0 164,3 0 480,-5 0-56,0 0-818,-5 0 1,-2 2 0,-6 2-180,0 4 1,-1-1-1,-1 2 1,-2 2-107,1 5 1,-2-2 0,-1 3 0,1-2-70,0 2 1,1-1-1,4 4 1,0-2-43,1-2 1,4-1 0,4 1-1,3 1 42,1-2 0,0-5 0,0-1 0,1-1 50,3-1 0,-1-1 0,7-6 0,3 0 201,2 0 1,4 0-1,-4 0 1,4-2-51,0-2 0,-3-3 1,1-7-1,-3-2 37,-1-1 0,-1 0 1,1 5-1,-2-1 123,-2 0 1,1 1-1,-4-1 260,1 0-249,-5 0-147,4 1 1,-7 6-1,-2 6-55,-1 7 1,-2 4 0,3 2 0,-1 0-45,1 0 1,2-1-1,1 1 1,1 1-68,3 3 1,-1-3-1,6 3 1,0-1-145,3 1 1,2-3 0,1 4 0,2-1-389,-1 0 1,-2 0 0,-1-4-1,-1-1-251,1 1 0,0 0 0,0 0 839,-1-1 0,1 1 0,0 0 0</inkml:trace>
  <inkml:trace contextRef="#ctx0" brushRef="#br0">1615 3827 7947,'0'-8'777,"0"-1"0,-1 2-381,-4-1 0,4 1 0,-5 4-181,1-1 1,2 0 0,-6 4-169,-1 0 1,-1 1 0,-2 2-99,1 1 1,-1 6-1,0-3 1,-1 3-170,-3 3 1,3-3 0,-3 6 0,3 0 3,1 1 1,1-1 0,0 3 0,2 1 135,2 0 1,5-3 0,-1 3 0,2-1 45,2 1 1,2-3 0,2 3 0,5-2 106,2-2 1,3-6 0,3-3 0,4-2 60,3-2 0,2-7 0,-1-4 1,2-5 60,3-4 1,-4-3 0,4-7 0,-3-1-23,-2-2 1,1-5 0,-2 1 0,-3-1-47,-4 1 0,-9-2 0,-3 5 0,-4-1-169,-1-3 1,0 2 0,-1-1 0,-2-1-81,-2-2 1,-3-1-1,2 1 1,1 3 404,-1 5 0,2 3 0,4 5 1,0 4 1229,0 3-1458,0 7 0,0 7 0,-2 8 0,0 5-20,-3 4 0,1-3 1,4 5-1,0-1-29,0 3 0,0-1 1,0 1-1,0 2-110,0 1 1,0 3-1,0 1 1,0 3 63,0 1 0,0-2 1,2 4-1,0 3 27,3 4 0,4 0 0,0 2 0,2-2-265,2-4 0,0-2 0,-1 2 1,0-4-270,-4-8 1,3-5 0,-2-9 0,2-1-256,2-1 1,-5-7 0,1 1 801,1-6 0,7-4 0,3-5 0</inkml:trace>
  <inkml:trace contextRef="#ctx0" brushRef="#br0">2352 3853 7947,'0'-13'793,"0"0"1,0 1-206,0-1 0,-1 2-346,-3 2 1,1-1 0,-6 6-1,0 1-4,-3 2 1,-2 1 0,-1 0-159,-2 0 0,0 1 0,3 4 0,-2 2 2,-1 0 1,-1 4 0,2-3 0,-1 4-128,2 0 1,1 1-1,1 0 1,0-2-106,0-2 1,5 2 0,1-3 0,0 4-77,0 0 1,4 5 0,-1 0 0,2 0 58,2 2 0,0-4 0,0 5 0,0 0 97,0 0 1,6-3 0,1 2 0,1 0 143,1-4 1,-1-1-1,6-2 1,2-4 136,1-4 1,1-2 0,-1-2 0,3-2 60,0-2 0,4-4 1,-3-9-1,3-4-208,1-3 1,5-6 0,-2-1 0,-2-2 5,-4-2 0,-6 2 0,1 0 0,-3-3-87,-1-1 1,-5 4 0,-1-1 0,-1-2-124,-3 0 0,-2-3 0,-1 1 0,0 0-116,0 0 1,0 0 0,-1 0 0,-2 0 272,-1-1 0,-1 8 0,5 6 0,-1 6 554,-3 5 1,1 3-187,-5 3 1,3 2 0,-2 7-195,2 4 0,-4 2 1,5 5-1,1 1-119,2 0 0,-4 1 0,1 3 0,1 4-108,2 3 1,1 2-1,0-1 1,0 0-10,0 1 0,1 3 1,2 3-1,3-1-157,1 0 0,-3 4 0,5-1 0,0 1-188,3-1 1,-4 2 0,1-5 0,-1 0-148,-1 0 1,3-2 0,-6-3 0,-1-1-77,-1 1 1,-2-2-1,0-2 613,0 0 0,0-1 0,0 4 0</inkml:trace>
  <inkml:trace contextRef="#ctx0" brushRef="#br0">2899 3916 7861,'0'-12'1017,"0"-1"1,0 5-344,0-1 1,-1 8-277,-4 1 0,4 5 0,-3 8-243,2 0 1,2-1 0,0 1 0,0 0-128,0 0 1,0 4 0,0 0 0,2-2-344,2-1 1,-1 3-1,5 0 1,1-1-223,-2-2 0,3-6 0,-5 1 0,1 1-552,0 1 1,4-4 1088,-2-3 0,3-2 0,2-2 0</inkml:trace>
  <inkml:trace contextRef="#ctx0" brushRef="#br0">3052 3459 7861,'-9'0'88,"1"1"0,-2 2 291,-2 1 0,1 2 0,1-2 0,2 5 119,-2 2 1,3-3 0,0 1 0,0-1-244,0-1 0,4 5-559,-1-4 0,2 3-593,2 2 0,6-6 897,2-3 0,9 3 0,3 1 0</inkml:trace>
  <inkml:trace contextRef="#ctx0" brushRef="#br0">4018 3599 8707,'0'-8'2837,"-2"3"-2352,-2 5 0,1 0 0,-5 0-285,-2 0 1,1 0-1,-2 0 1,-4 0-171,-4 0 1,2 4 0,-5 2-1,-4 1-150,-2 3 0,-3 1 1,1 2-1,-2-1-43,-1 1 0,2 0 1,7 0-1,2-1 182,0 1 1,7 0-1,-1-1 85,6 1 1,5-4-1,6-1-47,3 2 1,5-3-1,8 0 1,4 0-56,3 0 1,3 0 0,1 3-1,2-1-41,-2 1 0,0 1 1,-1 2-1,0-1 17,-3 1 0,-1 0 0,1-1 0,-3 1 29,-4 0 0,-3 0 0,-3-1 202,-2 1 0,-4 0 0,-6-1-160,-3 1 1,-5-1 0,-6-3 0,-4-2-262,0-1 1,-3 3-1,-3-5 1,-1 0-280,1 2 0,-6-5 1,-2 3-1,0-2-569,-1-2 1,0 0 0,-4 0 1059,0 0 0,-6-12 0,-1-2 0</inkml:trace>
  <inkml:trace contextRef="#ctx0" brushRef="#br0">3814 3433 7891,'-12'-4'580,"-1"0"-256,0 1 1,5 2 0,-1 1 0,-1 1 15,-1 3 1,3 5-1,1 8 1,-1 2-161,1 1 0,5 6 0,-4-2 0,2 5-48,-1 4 1,1-4 0,6 5-1,2 2-148,4 0 0,4 1 1,2-2-1,1-2-295,2-2 0,2 3 0,-4-4 0,2-2-87,-1-1 0,-2-6 0,-2-1 0,3 0-194,2-1 1,-3-7 0,3-1-1,-3-4 592,-2-4 0,7-2 0,1-1 0</inkml:trace>
  <inkml:trace contextRef="#ctx0" brushRef="#br0">4425 3726 15179,'18'0'-205,"-3"-5"0,7 0 1,2-1-740,4 1 1,0-5-1,5 1 1,-1-2-304,1-2 1,-4-4 0,4 0 1246,-2 2 0,4-5 0,-2 0 0</inkml:trace>
  <inkml:trace contextRef="#ctx0" brushRef="#br0">4679 3510 7973,'-17'0'0,"0"0"187,1 0 1,-2 1 0,1 3 0,0 5 513,-1 2 0,4 3 0,-3 2 0,1 2-351,-1 2 1,3 1 0,-1 4 0,3 2-258,4 3 1,4-2 0,-4 5 0,3-1-114,2 1 0,3-5 1,4 3-1,5-1-165,2-1 0,3 5 0,2-4 1,2-3-151,2-5 0,2 2 1,5-4-1,0 0-88,-3-3 1,3-4-1,3-5 1,-2-2-414,-1-1 1,2-3-1,2-1 836,2-8 0,1-13 0,4-12 0</inkml:trace>
  <inkml:trace contextRef="#ctx0" brushRef="#br0">5378 3599 7293,'-13'0'3518,"1"0"-3078,-1 0 1,4 0-1,2-2 1,0-1-3,0-1 1,3 0-1,-3 2-254,1-2 0,-2 1 1,2-4-124,-1 2 0,3-1 0,-5 3 0,-1-1-67,-1 1 0,-2 2 0,1 1 1,-1 0-218,0 0 1,-4 1 0,-1 3 0,0 5 47,-1 2 1,-2 2 0,4 0-1,2-1 17,0 1 1,4 4-1,1 0 1,3-2 74,2 0 0,0-3 1,5 1-1,0 1 83,0 3 1,6-3 0,2 2-1,5-5 92,4-2 1,3-5 0,5 3 0,1-2-20,-1-2 1,1-3 0,-1-4-1,0-4-50,1-4 1,-1 0-1,-1-1 1,-2 0 38,-6 0 1,-1-4 0,-4 1 18,-3 0 0,2 6-24,-5 2 1,-3 6-1,-6 2 62,-4 7 0,-4 6 1,1 4-1,1 6-111,2 5 0,1-1 1,-3 4-1,3 0-225,1 3 1,-2 2 0,3 1 0,2-1-546,2-3 0,1 1 1,0 5-1,0-3-2095,0-2 2857,6-3 0,1-5 0,5-1 0</inkml:trace>
  <inkml:trace contextRef="#ctx0" brushRef="#br0">5836 4209 7788,'4'-9'86,"0"1"-107,6 5 0,-9 3 0,4 10 0,-4 4-174,-1 3 0,-4 4 0,0-2 0,1 1-616,1 2 811,2 2 0,0 2 0,0-1 0</inkml:trace>
  <inkml:trace contextRef="#ctx0" brushRef="#br0">6891 3688 7897,'0'-13'126,"0"0"1,0 0 0,0 1 336,0-1 1,0 5 0,-2 0-1,0 1 180,-3 0 0,-3 3 1,2-3-500,-1 1 1,-1 2-1,-5 4-178,0 0 0,1 2 0,-1 2-107,0 4 1,5-2-1,1 0 244,1-1 0,-2-2 289,3 6 70,1-7-261,4 4 1,1-6-88,4 0 0,-2 0 0,4-1 0,0-2-63,0-1 1,-4-2-1,2 3 122,1-1 0,-5-2 1,5 3 22,0-1 0,-5-2 0,5 4 131,-1-3 1,-3 0-125,2 0-194,-3 4 0,-5-6 0,-2 4 0,-2-1-77,-6 1 1,0 2 0,-7 1-1,-2 0 13,-1 0 1,-2 4 0,0 2 0,-3 1-33,0 3 0,0-1 0,7 1 0,2-1-33,2 1 0,1 1 0,4 3 0,2 2-23,2 1 1,4 0-1,5-3 1,1 1 74,3 2 1,5 0 0,8-4 0,5 0 117,7-1 1,3-3 0,6-1 0,2 1-36,2-2 0,-2 4 1,2-4-1,-2 2-116,-2-1 0,-6 1 0,-2 3 0,-5 1-57,-4 0 1,-2-1-1,-6 3 1,-2 0-6,-3 2 0,-2 0 1,-6-4 83,0-1 1,-6 1-1,-2-1 1,-3-3 190,-2 0 0,-1-6 0,-3 1 0,-3-3-188,0-1 0,-5 0 1,1 0-1,-4 0-416,-1 0 0,-2-1 0,2-2 1,0-3-194,2-1 1,3-1 0,2-6-765,1-3 1449,5 3 0,-2-5 0,5 7 0</inkml:trace>
  <inkml:trace contextRef="#ctx0" brushRef="#br0">6764 3459 7879,'-13'-9'202,"0"1"1,1 3 0,-1-2 445,0 2 1,0 1-1,1 4-90,-1 0 0,5 1 0,1 3-294,1 5 0,2 8 1,4 4-1,0 3-164,0 1 0,0 6 0,0 3 0,0 4 3,0 5 0,0 3 1,1 8-1,3 3-245,5 1 1,2 1 0,2 2 0,-1-5-489,1-5 0,4-10 1,0-3-1,0-7-792,1-4 1,-3-4 1421,1-6 0,-1-6 0,-3-11 0</inkml:trace>
  <inkml:trace contextRef="#ctx0" brushRef="#br0">7196 3637 8187,'4'-13'1133,"0"0"0,5 5 1,-3 1-903,1 1 1,1 0-1,6 4 1,2-3-58,1 3 0,5 0 0,0 2 0,2 0-33,1 0 0,0 0 1,-1 2-1,-1 0-56,-2 3 0,-1 3 0,1-2 0,-4 1-105,-3 3 1,-5 1-1,-2 2 1,-2 1-58,-2 3 0,-8-2 1,-8 7-1,-7 0-51,-4 2 1,-1 3 0,-1 0 0,1 0-56,-1-3 0,5-6 1,1 2-1,2-2 154,3-2 1,0-2-1,3-1 223,-1-1 1,6-3-1,4-2-10,6-1 0,5-2 0,8-4 1,4 0-179,4 0 1,0 0-1,11 0 1,3 0-455,3 0 1,9-6 0,-1-2 0,5-5-278,-1-4 0,0 1 0,-3-5 0,1-1 725,0-2 0,0-7 0,0-2 0</inkml:trace>
  <inkml:trace contextRef="#ctx0" brushRef="#br0">7933 3726 7748,'-12'0'956,"5"-2"1955,2-2-2594,4 3 0,7-9 0,2 4 1,5 0-171,4 1 0,-2-5 1,6 1-1,1-2-150,-3-2 0,5 1 1,-4-1-1,1 2-82,1 2 1,-7-2-1,2 4 1,-3-2-523,-1 1 0,-6 4 435,-3-5 1,-5 2 0,-6-1 0,-7 3 171,-5 4 1,-2 1-1,-6 0 1,-1 1 167,-2 4 1,1 2 0,5 5 0,1 1 6,2 0 0,1 4 0,-3 1 0,4 1-83,0-1 0,7 5 0,5-4 1,1 2-73,3 1 1,2-1 0,1 3 0,2-2-181,7 0 0,1-3 0,10 3 1,1-5-238,3-3 1,-2-6-1,9-1 1,-1-1-118,0-3 0,5-2 0,-1-2 0,3-3 514,1-5 0,6-14 0,1-3 0</inkml:trace>
  <inkml:trace contextRef="#ctx0" brushRef="#br0">8493 3713 10214,'-5'13'660,"0"-1"-385,-2 1 1,4-4-1,-1-1 1,1 1-12,-1-2 0,2 4 0,-2-3-231,3 4 0,-4 0-264,1 1 220,0-6 1,5-1-1,4-6 1,3-2 90,3-2 0,2-4 0,1-8 0,3-2-199,4-2 0,-1-1 0,1-5 0,0 1-219,-1 0 1,3-5 0,-5 2 0,1 2-587,-1 4 1,-1 6-1,-4-2 924,-1-1 0,1 5 0,0-4 0</inkml:trace>
  <inkml:trace contextRef="#ctx0" brushRef="#br0">9217 3573 7400,'-1'-11'458,"-3"2"1,-3-1-1,-6 6 1,0 1-264,0 2 0,1 0 0,-1-2 0,0-2 29,1 3 0,-1 0 1,0 2-1,1 0 3,-1 0 0,0 2 0,0 0 0,1 4-51,-1 1 0,0 3 0,1 6 0,0 2-54,4 2 0,-2-2 0,6 6 0,1 3-141,1 0 0,-2 4 0,0-1 0,2-2-124,5-1 1,0-3 0,7-2 0,3-3 72,2-5 1,8 0 0,-2-10 0,4-1 70,5-2 0,1-8 0,5-5 0,-4-8-55,-1-4 1,3-2 0,-4 0 0,-3-3-362,-5 0 1,-4-5-1,-5 3 415,0-2 0,0-1 0,-1-4 0</inkml:trace>
  <inkml:trace contextRef="#ctx0" brushRef="#br0">9878 3827 7763,'-9'15'391,"-4"2"1,-6 5 337,-3 6 1,-9 5 0,-3 6 0,-1 2-613,1 2 1,-2-1-1,8-5 1,4-3-398,6-4 0,5-5 0,5-4-182,3-4 0,5-8 1,5-5-394,3-3 1,3-2 854,2-3 0,0-9 0,-1-7 0</inkml:trace>
  <inkml:trace contextRef="#ctx0" brushRef="#br0">10794 3637 7836,'20'-24'0,"-4"2"439,-1 6 0,-8 1 0,-3 3-324,-3-1 1,-12 6 0,-6 3-1,-6 2-151,-2 2 1,0 0 0,-1 0 0,1 0 350,-1 0 0,1 4 1,-1 1-1,1-1 91,0 2 0,3-5 1,1 5-1,-1-1-130,-2 4 0,-2-2 0,1 1 1,-1 2-39,1 2 0,0 6 0,-1 3 0,2 3-128,3 2 0,-2 3 0,6 2 0,2 2-148,1 2 0,7 6 0,2 2 1,4-1 0,1 2 0,10-6 0,5 0 0,7-7-76,4-4 1,8-9 0,2-5 0,5-9 46,5-7 0,5-5 0,4-10 1,4-8 59,4-6 1,-31 11 0,-1-1 0,2-1 0,-1-2 0,1-1-1,-1 0-17,0-1 1,0-1-1,-2 0 1,-2 1-1,14-24 1,-8 1-374,-6 4 0,-14-6 0,-5 5 0,-8 3-367,-5 3 0,-9 10 1,-8 6-1,-4 8 4,-5 7 0,-4 5 0,-7 11 759,-1 7 0,-12 11 0,2 8 0</inkml:trace>
  <inkml:trace contextRef="#ctx0" brushRef="#br0">1384 5000 6764,'0'-9'869,"0"1"464,0 5-653,0-3-561,0 6 0,-1 0 0,-4 1-85,-3 4 0,1-2 0,-2 4 0,-1 0 40,-1 0 0,-3-3 0,-2 5 0,-3 1 9,-1 1 0,-1 2 0,-5-2 0,1-1 31,-1-1 0,-1-1 0,-1 5 0,-2 0-14,1 0 1,2 0-1,3-1 1,1 1-31,2 0 0,7-4 0,-1-2-58,5-1 0,8 3 34,-3 0 0,7-2 0,5 0 0,6 0 18,1 1 0,2-4 0,1 4 0,3 1-20,0-2 1,2 4 0,-3-2 0,-1 2-22,1 2 0,2 0 1,-2-2-1,1 1-37,2 1 0,-3-3 1,-2 7-1,-3-3-39,-1-1 1,0 0-1,-2-1 1,-2 1 43,-5 0 1,2 0 0,-2 0 0,-1-1 68,-2 1 0,-8 0 0,-4 0 0,-6 0-56,-3 0 0,-2-1 0,-2 1 0,1 0-162,2 0 1,-3-2-1,-3-2 1,3-4-249,-1 1 0,3-4 0,0 2 0,5-3-101,3-1 1,1-5 0,2-4-1,2-4-1162,5-4 1669,3-3 0,6-5 0,2-1 0</inkml:trace>
  <inkml:trace contextRef="#ctx0" brushRef="#br0">1653 4769 8009,'0'-17'71,"0"0"0,0 0 1,0 4 1306,0 0-838,0 0 1,-1 6-186,-4 3 0,3 4-277,-7 4 0,2 5 0,-3 6 1,3 4-18,1 1 1,-4 3 0,3 6 0,-1 6-83,-1 2 1,6 3-1,-1 1 1,2 3-148,2 2 0,0-4 1,0 7-1,0 1-133,0-1 0,5 4 0,0-10 1,1-2 40,0-1 1,-2-1 0,-4-2 0,0-3-24,0-4 0,0-5 0,-1-2 0,-2-2-163,-1 2 1,-1-9 445,5-1 0,0-8 0,0 0 0</inkml:trace>
  <inkml:trace contextRef="#ctx0" brushRef="#br0">2063 5128 7976,'-13'0'-573,"5"0"1,-1 0 572,-1 0 0,3 0 0,-1 0 416,-2 0 0,3 0 352,-2 0 0,5 0 486,-5 0-650,6 0-284,-2 0-197,5 0 1,7 0 0,4 0 0,6 0-159,3 0 0,3 0 1,7 0-1,4 0-162,3 0 0,-3-4 0,-1-2 0,0 0-348,0 0 1,-5-2 0,2 4 0,-4-1 70,-5 0 1,2 2-1,-6-6 1,-2 1-512,0 1 985,-2-5 0,-6-1 0,-2-7 0</inkml:trace>
  <inkml:trace contextRef="#ctx0" brushRef="#br0">2461 4769 8272,'-13'-13'0,"0"2"82,0 2 0,5-1 0,-1 4 0,-1 1 47,-1-1 1,-2 2-1,-1 5 1,-2 2 145,-1 1 1,0 8 0,4-1 0,-1 6-310,-3 3 0,2-3 0,0 5 0,3 0 9,4 3 1,1-1 0,-2-1-1,5-2 110,2 2 0,2 1 0,0 3 1,0 2-38,0 0 1,0 7 0,0-2 0,0 2-13,0-2 0,0 3 0,2-3 1,1 2-20,1-2 1,5 2 0,-4-8 0,2-2-92,3-3 0,6-8 1,1 2-1,0-4-15,2-4 1,-1-4 0,5-5 0,-2 0-515,2 0 0,6-1 0,0-5 603,0-6 0,4-7 0,-1-7 0</inkml:trace>
  <inkml:trace contextRef="#ctx0" brushRef="#br0">3242 5153 7960,'-20'2'95,"3"2"1,3-2 0,0 3 0,-2 0 173,-1-1 0,0 4 1,4-2-1,0 1-26,0 3 1,2 2 0,1 0-152,2 1 1,5 0 0,-2 0 0,4 0 23,1 0 1,0-1-1,0 3 1,0 0-548,0 2 0,6 2 1,2-3-1,4 2 131,0 2 0,1-4 0,0 2 0,1-1-190,3 0 1,-2-1 0,2-6 489,-3-1 0,-1-7 0,5-2 0,2-7 0</inkml:trace>
  <inkml:trace contextRef="#ctx0" brushRef="#br0">3229 4846 8152,'-11'-17'499,"3"0"1,2 4 0,4 6 16,-2 1 0,1 2 1,-4 5-1,0 3-352,0 5 1,-2 4 0,-3 2 0,-1 3-582,0-3 0,2 1 0,1-2 1,2 0-312,3-2 0,0-2 0,5 3 728,0-1 0,6 7 0,1 1 0</inkml:trace>
  <inkml:trace contextRef="#ctx0" brushRef="#br0">4716 5051 8071,'0'-13'-579,"0"0"1270,0 0 0,0 1 221,0-1 0,-1 0-215,-4 0 0,4 0-391,-3 1 0,1 3 0,-1 2-167,-5 1 1,-2 2 0,-4 4 0,-2 0-27,-4 0 1,-8 0 0,-2 0-1,-3 1-264,-6 4 0,0 2 0,-7 7 0,0 2-3,2 1 0,1 0 1,6-3-1,3 2 63,1 1 0,11 0 0,2-4 1,6 0 1,7-1 1,2 1 0,8 0 98,2 0 1,4-2 0,9-1 0,5-3 98,2-1 1,3 3 0,2-4-1,2 2-87,2 3 0,-4-2 0,6 0 0,-1 1-9,-1-2 0,-1 4 0,-3-2 0,1 1-24,-2-2 1,-1 4 0,-3-4 0,-2 4-85,-5 0 1,-4-3 0,-3-1-1,-3 2 6,-1 2 1,-4 1-1,-6-1 1,-4 1 32,-4 0 1,-5 0 0,-1 0 0,-2 0-106,-3-1 0,-1 1 1,-2 0-1,0-2-41,1-2 0,-5 2 0,0-4 0,1 2-147,2 0 0,2-7 0,-1 3 0,2-5-154,3-5 1,-2-3-1,6-9 1,2-5 502,5-2 0,5-7 0,5-8 0,0-6 0</inkml:trace>
  <inkml:trace contextRef="#ctx0" brushRef="#br0">4447 4846 8071,'-9'-16'-81,"1"2"0,-2 3-116,-2-1 1,4 1 0,-1-1 0,1 2 779,1 2 0,-5-1-117,4-4 1,1 2 0,0 1 996,1 2-1275,2 5 1,4-2 0,0 10 25,0 3 0,0 9 1,1 5-1,2 2-158,1 2 0,5 5 0,-4 3 1,2 3-115,3 2 0,-2 3 0,0 1 0,1 0-53,-2 1 0,4-3 0,-4 5 1,2-1-96,-1 1 0,-3-5 0,2 2 0,-2-3-40,-2-2 0,-1-3 1,-2-4-1,0-4-246,0-7 1,0 0 0,0-3-1141,0-1 1632,-6-8 0,10-8 0,-2-7 0</inkml:trace>
  <inkml:trace contextRef="#ctx0" brushRef="#br0">5101 5102 8002,'-18'0'54,"1"-1"0,2-2 505,0-1 1,7-1 430,-1 5-561,1 0 1,2 0-89,6 0 1,7 0 0,9 0-146,1 0 1,6 0 0,-2 0 0,5 0-208,4 0 1,-2 0 0,5 0 0,-2 0-372,-2 0 0,2 0 1,-1 0-1,-2 0 43,-1 0 0,-1 0 0,-2-1 0,-2-2-40,-5-1 0,-2-2 0,1 3 1,1-2 378,-1-3 0,-2 0 0,-1-5 0</inkml:trace>
  <inkml:trace contextRef="#ctx0" brushRef="#br0">5447 4846 8002,'-33'-2'147,"3"-2"1,3 3 0,3-4 0,1 4 136,1 1 1,3 1 0,-4 4 0,1 3 17,0 4 0,3 5 0,2-2 0,3 0-52,1-1 0,0-4 0,2 7 0,2-3-209,5-1 1,-2 0 0,2 0 0,1 1-200,2 3 1,6-3 0,4 5 0,2-1-10,2 4 0,0 2 0,0 1 0,0 1-81,-1 0 0,1 1 1,0 1-1,0 4 38,0 0 1,-5-2 0,1 3 0,-1 0-18,-1 0 1,5-5 0,-5 2 0,1-4-183,1-5 0,-5 2 0,5-6 409,1-1 0,1-2 0,2-1 0</inkml:trace>
  <inkml:trace contextRef="#ctx0" brushRef="#br0">5934 5153 8002,'0'-17'217,"0"0"0,0 4 1,0 5 223,0-2 1,-6 3 0,-3 0-179,-2 1 0,-3 2 0,-3 4 1,-3 0-157,0 0 0,-6 5 0,2 3 0,-5 0-138,1 1 1,-3-2-1,-1 3 1,1-2-52,0 2 0,5 2 0,6 0 0,1 3-32,4 2 1,6-3 0,5 5 0,4-1 157,4 3 0,9-1 0,8 2 0,4-1 80,0-1 1,7-1-1,2-8 1,3-2 19,1-5 1,1-3-1,-1-2 1,1-3 132,-1-5 1,3-8-1,-1-4 1,-4-5-161,-3-4 1,-9 4 0,-7-1 0,-3 6-339,-1 2 0,-6 2 0,-4 5 1,-6-1-481,-6 0 1,-2 1-1,-2 2 1,0 3-260,1 2 0,0-1 0,2 3 960,2-1 0,-1-6 0,-4 3 0</inkml:trace>
  <inkml:trace contextRef="#ctx0" brushRef="#br0">6305 5384 8002,'2'-8'1705,"2"-1"-1350,-3 1 0,4 6 0,-10 8 0,-3 8-242,-4 7 0,1 5 0,1 3 0,1 2-96,-1 2 1,5 1 0,0 3-1,4-3-180,1-4 1,0 1 0,1-1-1,2-1-352,2-2 0,5-3 0,-3-3 1,1-3 514,1-4 0,-1 4 0,5 2 0</inkml:trace>
  <inkml:trace contextRef="#ctx0" brushRef="#br0">7612 4897 7963,'0'-8'119,"0"-1"0,0 5 681,0-5 1,0 5-221,0-5 1,-1 5-55,-3-4 0,1 3-328,-6-3 1,1 1 0,-5-2 0,0 5-123,0 2 1,0 2-1,-1 0 1,-1 0-151,-3 0 0,-4 0 0,0 2 0,-2 2-70,-2 5 0,1 2 0,-1 2 0,1 0 12,-1-1 0,6 1 0,3-1 0,3-2 95,1-2 0,4-4 42,1 5 0,6 0 1,2 2 43,7-2 0,5-4 0,2-3 0,2 0 17,1 3 0,6 0 1,-2-2-1,3 3-91,2 1 1,-1 0 0,1 3-1,-2-1-25,-2 1 1,0 1-1,-3 2 1,-1 0 3,1 0 0,-3-1 0,-6 1 1,-3 0 27,-2 0 0,0 0 0,-5-1 0,0 1 25,0 0 0,-2-1 0,-3-2 1,-7-2-11,-3 2 0,-8 0 0,1 0 0,-2-3-54,-1-1 1,-5 4 0,0-3 0,0 0-228,-2-3 0,5-2 0,-4-1 0,3 2-198,2 1 1,-2 1 0,8-7 0,0-2 22,3-5 1,7-2 0,2-3-1,3-3 459,2-5 0,13-2 0,4-2 0</inkml:trace>
  <inkml:trace contextRef="#ctx0" brushRef="#br0">7420 4743 7963,'-8'-13'63,"-1"1"1,2-1 0,-3 0-1,1 0 235,-1 0 0,3 2 1,0 1-1,0 1 301,0-1 0,3 5 0,-5-1-283,-1 0 1,3 5 0,-2-2 0,1 6-152,1 5 0,0 5 0,4 4 1,-1 5-196,1 2 1,1 7-1,2 4 1,0 2-276,0 1 0,2 5 1,2 1-1,5 0-184,2 0 0,2 3 0,0-3 0,-1 2 81,1 2 0,0-5 0,0-3 0,0-6-175,-1-2 0,1 2 0,-1-4 583,-4-2 0,4-7 0,-5-2 0</inkml:trace>
  <inkml:trace contextRef="#ctx0" brushRef="#br0">7843 4948 7997,'-11'-8'425,"1"1"193,1 1 0,6 0-310,-1 2 0,3 1 0,2-4 0,3 1-73,5 4 1,4-4-1,2 2 1,4-1-106,1 0 0,1 3 0,5-2 0,1 1-162,3-1 0,-3 2 0,4-2 1,-1 3-446,0 1 1,1-5 0,-2 1 0,-1 1-405,-4 2 1,1-1 0,-8 0 880,-2-3 0,5-10 0,0 0 0</inkml:trace>
  <inkml:trace contextRef="#ctx0" brushRef="#br0">8202 4654 8009,'-29'0'0,"2"0"354,3 0 1,1 0-1,-2 0 1,-1 0 224,0 0 0,5 5 0,0 5 0,-1 4-296,2 4 1,-2 3 0,3-3 0,1 2-230,-1 3 1,6 0-1,5 0 1,-1 0-81,2 4 1,1-6-1,6 5 1,0-2-120,0 0 0,6 6 0,3 0 0,2-2 3,2-1 1,0-1-1,-1-2 1,1 0 101,0 2 0,4-7 0,0 5 0,-1-3-25,-2-1 1,0-4 0,2 1 0,3-3-197,0-1 1,-1-2-1,2-2 1,-1-3-894,1-1 0,0-3 1154,2 2 0,8-3 0,-3-1 0</inkml:trace>
  <inkml:trace contextRef="#ctx0" brushRef="#br0">8663 4859 7970,'0'-20'-63,"-4"-3"0,0 6 0,-1 1 535,0 2 1,3 1 0,-3 2 0,0 1-22,1 1 0,-2 5 0,2-3-181,-5 1 0,-2 2 0,-2 4-183,0 0 1,-1 0-1,-1 1 1,-3 4-127,3 3 0,1 3 0,-1 2 1,0 2-78,-2 2 1,-5-2 0,5 5 0,3 0 55,4 0 1,-1 1 0,3 4 0,1-3-21,3 0 0,3-2 1,1 3-1,0-3 49,0-2 0,5 3 0,5-5 0,5-5 116,2-5 0,5-4 0,0-2 0,3-2 77,5-2 1,-3-9 0,3-7 0,-3-1 40,-1-1 1,0 1 0,-2-5 0,-3 2-21,-4 3 0,-4-2 0,-4 6 0,-4 1-16,1 2 1,-5 5-1,2 2-206,-6 2 0,-8 0 1,-6 8-1,1 4 95,2 6 1,3 7-1,1-1 1,3 1-28,1 2 0,-3 4 1,5 2-1,1 4-171,2 1 0,2 1 0,2 4 0,3 1-457,1-1 1,1 2 0,5 0-1,0 0-166,0-3 0,-2-7 1,-1 0-1,-1-5 765,1-3 0,1 2 0,2-4 0</inkml:trace>
  <inkml:trace contextRef="#ctx0" brushRef="#br0">9189 5307 8602,'7'-1'3843,"-3"-3"-3079,-3 2 1,-2-8-618,-3 6 1,1 5-1,-6 8 1,-1 4-206,-1 4 0,2 3 0,1 7 0,-1 1-582,2 2 1,0 6 0,4-2 0,-1 2 26,1-2 0,2 1 0,1-5 0,0-3-268,0-4 0,1-4 0,2-6 881,1-1 0,6-4 0,-3-3 0</inkml:trace>
  <inkml:trace contextRef="#ctx0" brushRef="#br0">10034 4936 7895,'0'-13'8,"0"0"1,0 0 0,0 0 201,0 0 0,0 1 0,0-1 0,0 0 156,0 0 0,5 5 0,0-1 0,1-1 663,0-1 0,4-2-309,-2 0 1,-1 6-566,2 3 1,-6 4 0,1 4 0,-4 6-117,-4 6 1,-3 5-1,-6 7 1,0 2-165,0-1 0,-4 4 0,0 1 0,0 1-142,-2 0 0,4 0 1,-5-3-1,1 0 140,4 4 1,0-3-1,3-1 1,0-2 157,4-5 1,2 0-1,6-5 1,1-1 98,4-7 1,3 0-1,8-8 1,4-1 92,4-2 0,0-1 0,10-1 0,2-3-124,1-5 1,7-6 0,3-3-1,3 1-65,1-1 1,1-1-1,-1-3 1,-1 2-267,-3 1 1,-5 2-1,-9 4 1,-7 0-286,-8 1 1,-4-1 0,-2 0-774,-4 0 0,-2 4-614,-6 1 1316,6 5 0,-3-7 588,5 6 0,-4 0 0,4 2 0,-3-2 0,0 2 0,-5-3 0</inkml:trace>
  <inkml:trace contextRef="#ctx0" brushRef="#br0">10368 4987 8026,'-9'-22'0,"1"3"431,-2 0 0,0 6 0,0 5 88,1-2 0,1 0 1,-4 0-1,2 3 357,2 1 1,3 2-533,-3 4 1,4 5 0,-4 4 0,3 4-226,2 4 0,1 3 0,2 5 0,0 2-148,0 3 0,2-1 0,2 6 0,3 4-84,0 2 1,5 2 0,-4-5 0,4 1-141,1-1 1,4 1 0,0-1 0,-3-1-181,-4-3 1,1-2 0,-4-7 0,2 0-342,0-4 0,-5-4-1610,4-8 2384,-5-4 0,3-10 0,-6-2 0</inkml:trace>
  <inkml:trace contextRef="#ctx0" brushRef="#br0">11162 4948 7918,'13'-21'0,"-2"0"77,-2-2 1,1 4-1,-6 2 331,-1 3 1,-3 1-1,-4 2 96,-5 2 1,-2 4 0,-3 5 0,-2 0-100,-1 0 1,-2 0 0,2 0-1,-3 1-123,0 3 1,-4-1 0,4 4-1,-1 0-244,-1 0 0,1 2 0,-5 4 0,2 1-123,3 3 0,1-3 0,4 5 0,-1-1 58,2 4 1,2 3 0,4 4-1,5 2-52,3 2 0,1 1 0,0 6 0,1 3 100,3 4 0,9-3 1,7-1-1,3-3-72,2-2 0,0-8 0,7-7 0,1-10 171,0-6 0,1-4 1,4-9-1,1-7 15,-1-7 1,2-11 0,2-8 0,0-6 72,0-5 0,-4-1 0,-2-1 0,-4 1 76,0 0 0,-7-2 0,-6-1 1,-5-2-563,-7 2 0,-5 3 0,-7 5 0,-3 7-289,-4 3 0,-5 13 1,-1 3-1,-2 9 188,-3 6 1,-5 4 0,-2 4 0,1 4 21,2 6 1,1 8 0,2 2 356,3 6 0,-9 3 0,3 7 0</inkml:trace>
  <inkml:trace contextRef="#ctx0" brushRef="#br0">987 6230 8272,'0'-7'-326,"0"0"-23,0 3 996,0 2 147,0-3 1,0 3 23,0-2 0,0-3 43,0-6 1,0 5-435,0-1 1,0 5-296,0-5 0,0 8 1,1 1-84,3 7 1,-2 9 0,2 2 0,-2 2-258,-2 3 1,4 7-1,2 2 1,-1 3-4,1-1 0,2 1 0,-2 8 1,0 3 95,0-1 0,-2-1 0,-4-5 0,0-1 69,0 1 0,0-2 0,0-4 0,0-6 86,0-4 0,0-8 0,0 2 0,-2-4 6,-2-4 206,3-4 0,-9-6 1,5-3-228,3-5 1,0-7 0,2-2 0,0-1-149,0 1 1,4-5 0,2 2 0,1-4 75,3 0 1,2 1 0,0 1 0,1 3-148,0 1 0,-4-2 1,-1 4-1,2 1 57,2 2 0,0 3 1,1 2-1,0 3 38,0 1 0,0 3 0,-1-2 1,1 3 48,0 1 0,0 0 0,0 1 0,0 2 85,-1 1 0,1 5 0,0-4 1,0 2 129,0 3 0,-1-2 0,1 0-32,0 2 1,0 1 0,0 2-106,0 0 1,-5 4 0,-1 0 0,-1 0-104,-3 2 1,-2-1 0,-1 5 0,-1-1 45,-4 0 1,-2 1 0,-5 0-1,-1-3 65,0-2 0,0 0 1,-1-6-1,-2 0 34,-1-4 1,-4-2 0,4-6 0,1 0-193,2 0 0,2-1 0,2-4 0,2-3-560,-2-4 0,4-6 0,2-4 1,2 0 681,2 0 0,6-8 0,1 3 0</inkml:trace>
  <inkml:trace contextRef="#ctx0" brushRef="#br0">1781 6743 10822,'2'-8'1182,"2"-1"-1070,5-1 0,6-1 0,4-2 0,1 0-34,2 0 0,1-5 0,0-2 0,-2-2-144,2 1 1,0 1 0,-2-3 0,-4 3-16,-2 2 0,-8 1 0,-3 4 0,-3 0-83,-1 0 0,-1 2 0,-3 1 0,-5 3-9,-2 1 0,-8 2 0,-1 4 0,-1 1 186,0 4 1,-1 3 0,-3 9 0,-1 5 32,0 2 0,5 1 1,1 2-1,2 3 33,2 5 0,3-4 0,5 0 0,3-1-30,4 0 1,1 0 0,0-6 0,0-1-53,0-2 1,10-6-1,4-1 1,3-6-16,2-2 0,5-2 0,0-4 1,6 0-358,3 0 1,0-1-1,2-3 1,-1-5-307,2-2 0,5-6 0,3-3 0,0-3 681,1-4 0,9-7 0,-2 1 0</inkml:trace>
  <inkml:trace contextRef="#ctx0" brushRef="#br0">2589 6423 7985,'0'7'3631,"-2"-2"-3322,-2-5 1,-3 2-257,-6 2 1,0-2 0,0 3-1,1 0-200,-1-1 1,0 6 0,0-2 0,0 5-66,1 4 0,-1-1 1,0 5-1,0 2 113,0 1 0,5 3 0,1 2 1,0 2 69,-1 2 1,6-5-1,-3 2 1,4-4 104,1-5 0,1-2 0,4-8 276,3-2 1,8-5 0,2-10 0,1-5-37,-1-5 0,1-5 0,-4 4 1,3 1 57,-3 2 1,-5-3 0,-1 0-213,1 1 0,-5 6 0,1 3-527,0 1 0,-5 3 1,3 8 210,-2 3 1,-2 5-1,0 3 1,-2 2 107,-2 2 1,1 6 0,-4 5-1,0 2 72,0 3 0,4 1 1,-3 1-1,2 2 117,0 3 0,0-3 1,4 1-1,0-6-66,0-5 1,1-4 0,2-5 0,3-4 61,1-2 0,1-8 0,6-3 1,2-2-147,1-2 1,2-3 0,-2-4-1,4-8-171,3-3 0,3-4 0,2-3 0,1-1-781,-2 1 1,-1-1 0,0 0 958,3 1 0,-3-7 0,5 0 0</inkml:trace>
  <inkml:trace contextRef="#ctx0" brushRef="#br0">4408 6397 8231,'0'-13'316,"0"0"0,0 5 1,-1 1-1,-3 1 226,-5 3 0,-2 2 0,-2 1 0,-3 0-425,-5 0 1,0 5 0,-11 4-1,1 4-149,-3 4 1,-3-3 0,-2 5-1,2-2-129,3 0 0,-1 0 0,5-4 0,1 0 74,2-1 0,3 1 0,3 0 0,3 0-12,4 0 0,6-2 0,1-1 37,1-1 1,3-2-1,9 3 1,5-3 70,5-2 0,5 4 0,-2-5 0,2 1-4,6 0 1,-1-3-1,4 3 1,-2 0 16,2-1 1,-3 0 0,3-2 0,-2 0-9,2 3 1,-3 3 0,2-2 0,-5 1-90,-3 3 0,-5-3 0,1 2 1,-4 1-36,-4 1 0,-4 2 0,-5 0 0,-1 1 109,-3 3 0,-5-1 0,-10 4 0,-5-2 80,-4-2 1,-4 2 0,3 0 0,-6-1-191,-2 1 0,-1-4 1,1 2-1,0-5-459,-2-2 1,5-6 0,-6 1 569,5-2 0,1-20 0,-5-3 0</inkml:trace>
  <inkml:trace contextRef="#ctx0" brushRef="#br0">4139 6269 8031,'2'-22'-86,"2"1"0,-1 5 1568,5-1-1159,-5 9 1,2 5 0,-8 10 0,-3 6 6,-1 1 1,0 6 0,-3 1 0,1 4-146,-1 0 0,3 5 0,0 0 0,0 0-144,0 1 1,4-2-1,-1 4 1,2-1-137,2 1 1,0 1 0,0 5 0,2-1-269,2 1 0,3 1 0,6 1 0,0 0-199,0-4 1,-5 0-1,1-7 1,1 0 105,1 1 0,2-9 1,0-1-1,-1-5 456,1-3 0,6-1 0,1 1 0</inkml:trace>
  <inkml:trace contextRef="#ctx0" brushRef="#br0">4819 6474 8235,'-13'0'2109,"4"0"-327,1 0-1083,-1 0 1,3 0-766,6 0 0,6-2 0,7-2 0,1-3-139,3 0 0,5-4 0,6 2 0,3-2-173,2-2 0,0 0 1,3 0-1,-2 0-621,1 1 0,-3-1 1,-1 0 998,0 0 0,-4-5 0,5-2 0</inkml:trace>
  <inkml:trace contextRef="#ctx0" brushRef="#br0">5113 6089 7971,'-12'0'748,"3"-1"1,0-2-248,-1-1 0,-1 1 0,-2 9 0,0 5-368,1 5 1,-5 8 0,-1 0 0,3 6-217,1 3 0,5 2 0,2 8 0,1 4-272,3 3 1,2 1-1,1 2 1,1 1-45,4 2 1,3 3 0,8-3-1,1-2-14,-1-1 0,-2-8 0,-1-3 0,-1-5 413,1-3 0,0-6 0,0 4 0</inkml:trace>
  <inkml:trace contextRef="#ctx0" brushRef="#br0">5562 6423 8193,'-4'-13'0,"-2"1"443,-1 4 0,-2 2 0,-5 6 1,-2 0-409,-1 0 0,-7 2 1,0 3-1,-5 7 38,1 3 1,1 8 0,1-3-1,2 1-162,3 1 0,4-5 0,7 4 1,2 2-66,3 1 1,0 1 0,7-3 0,4 0 91,6 0 1,7 1 0,8-3 0,1-6 98,2-4 1,7-7-1,0 2 1,5-7 71,-1-6 1,-1-7-1,-2-10 1,-1-1 35,-3 0 1,2-4 0,-7-1-1,-5 0-88,-6-1 0,-5 4 1,-4 5-1,-5 2-597,-3-2 0,-2 6 0,-3 3 1,-6 4 539,-6 0 0,-4-7 0,-6-3 0</inkml:trace>
  <inkml:trace contextRef="#ctx0" brushRef="#br0">6113 6666 7887,'8'-4'78,"1"0"1,-6 1 180,1 7 0,-8 10 0,-5 12 1,-4 8-400,-4 7 0,3-1 0,-3 5 0,3-3-318,1 1 0,4 0 1,2-5 457,2 1 0,-5-1 0,3 1 0</inkml:trace>
  <inkml:trace contextRef="#ctx0" brushRef="#br0">7023 6179 7977,'0'-13'123,"4"0"1,0 1 874,-1-1 0,-1 4-373,-2 1 0,-2 5-510,-2-1 1,-7 4 0,-8 2 0,1 4-123,-1 1 0,-4 0 0,2 3 0,-3-1-23,-2 1 0,0 1 0,1 2 1,-1-2-67,0-2 0,7 2 0,1-2 0,4 1 48,1-2 0,5 4 1,-1-5-1,1 2-35,1-1 1,1 1 0,6 3 69,0 1 1,6 2 0,2 0 0,4 2-1,0-1 0,3-2 0,2-1 0,4 0-6,3 0 0,3-2 0,2-1 0,2-1 6,2 1 0,-5-5 0,2 1 0,-3-2-144,-1 0 0,-5 1 0,-1-5-172,-1 0 1,-9 1 277,-10 3 0,-12 4 1,-10 4-1,-7 1-65,-5 0 1,-3 1 0,-2 2-1,1 1-43,0-1 1,-1-2-1,2-1 1,2-2-203,0-2 0,4-4 1,0-5 360,5 0 0,3-11 0,-2-3 0</inkml:trace>
  <inkml:trace contextRef="#ctx0" brushRef="#br0">6869 6038 7977,'0'-13'291,"0"0"344,0 1 1,-4 3 0,-1 1 0,1 6-374,4 2 1,-4 6 0,0 7 0,1 1-190,1 3 1,-2 4 0,0 8 0,1 2-107,2 2 1,1 1 0,0 5 0,0-1-39,0 0 0,5 1 0,4-1 0,2 1-96,2-1 0,0 1 0,0-1 1,-1-1-106,1-3 0,-1 1 1,-2-8-1,-2-3-359,2 0 1,-3-5 0,0-2-683,-1-3 1313,-2-7 0,2 4 0,1-3 0</inkml:trace>
  <inkml:trace contextRef="#ctx0" brushRef="#br0">7574 6256 7981,'-12'1'0,"1"2"-230,-2 2 0,8-1 0,-8-4 270,1 0 0,1 4 1085,-2 0 1,5 1 1411,-1-5-1218,6 0-1093,-2 0 1,6 0-140,3 0 1,3 0 0,8 0 0,0 0-199,2 0 0,6-2 1,-3-1-1,1-1-204,1 1 0,-5 2 0,3 1 0,-2 0 22,-2 0 1,-2 4 0,-1 2-1,-2 1 208,-2 3 1,-3 1 0,-6 4-1,0 2 117,0 4 1,-2 3-1,-3 2 1,-7-1 54,-4 1 0,-5 1 0,3 0 0,-1 0-40,1-2 1,-1-3 0,3 3 0,1-4 17,3-4 0,0-3 1,4-1-31,1 0 1,4-6 41,12-3 1,5-2 0,12-4 0,1-2-225,3-5 0,0-2 0,7-2 0,4-1-477,3-3 0,3-2 0,4-3 1,1 0-1781,-1-1 2404,0-1 0,6-7 0,2-2 0</inkml:trace>
  <inkml:trace contextRef="#ctx0" brushRef="#br0">8279 6371 7981,'-13'5'358,"0"-1"191,0 0 0,5-4 504,-1 0-726,6 0 0,-1 0-440,8 0 0,3-6 0,6-2 113,0-3 0,-2-2 1,-1 0-1,-1 0 54,1 0 0,0 0 0,0 1 0,-3-1-71,-1 0 1,2 0-1,-3 0 1,-3 1-141,0-1 0,-2 4 0,-2 2 1,-2 1 14,-4 3 1,-5 2 0,-4 2 0,-3 4 177,0 3 1,-4 5 0,2 3 0,-2 2 35,-2 2 1,2 2 0,1 3 0,3 1 9,2 0 1,1-5-1,5-1 1,4 0-8,4 0 1,2 0 0,2 1 0,2-4-125,2-3 1,3 2-1,7-2 1,3-2-149,5-1 1,3-5 0,4-2 0,2-3-333,2-1 0,1-4 1,5-3-1,-2-4 529,-3-8 0,8-9 0,-2-5 0</inkml:trace>
  <inkml:trace contextRef="#ctx0" brushRef="#br0">8702 6230 7977,'7'6'519,"-2"-5"0,-6 11 0,-3-4-347,-5 4 0,2-1 0,-1 1 0,-4-1 1,-4 3 1,2 2 0,-3-2 0,3 2-161,1 1 1,-4 1 0,1-2 0,4 1-76,2-1 0,2-6 1,-2-2 181,2 2 0,5-3 120,-1 2 0,4-8 1,6-2 28,6-10 0,3-4 0,4-6 0,1-2-287,0-1 1,-3-2 0,3 1 0,-1-1-549,-3 0 0,3 1 1,1 1-1,2 1-239,-1 1 1,-4 2 0,3-1 804,-1 4 0,3-3 0,-2 0 0</inkml:trace>
  <inkml:trace contextRef="#ctx0" brushRef="#br0">9060 6192 7935,'0'-13'417,"5"0"0,0 0-234,3 1 1,-6-1 0,4 1-304,0 4 1,-5-4 1099,3 4-870,-2 2 1,-8 1 0,-2 6 0,-5 3-132,-4 5 0,3 4 0,-5 2 1,2 2-11,0-1 0,0 3 0,2-2 0,1 0 18,1 1 1,-2 2 0,8 4 0,0-1 110,2-1 1,0-1 0,0 5 0,2-1 11,2 1 1,8-2 0,5-3 0,5-4-162,3-2 1,2-2 0,7-2 0,2-2-145,2-5 1,1-10-1,6-7 1,0-7-5,-2-4 1,2-3 0,-10-1-1,-3-2 55,-4 1 0,-6 2 0,-8 3 144,-5 3 0,-3-9 0,-1 3 0</inkml:trace>
  <inkml:trace contextRef="#ctx0" brushRef="#br0">9496 6641 7858,'0'-13'196,"0"0"586,0 0 1,0 0-604,0 0-160,0 6 136,0 2 0,0 6 0,0 3-63,0 5 0,0 2 0,0 4 0,0 0-222,0 2 1,0 5 0,0-4 0,0 1-334,0-1 1,0 4-1,0-5 1,0-2 462,0 0 0,-6-3 0,-1 1 0</inkml:trace>
  <inkml:trace contextRef="#ctx0" brushRef="#br0">10163 6461 8713,'-8'0'1868,"3"0"-1742,5-6 0,1 1 0,3-5 0,5 1 122,2-1 1,4-1 0,0-2-1,4-1 143,1-3 1,-3-2 0,3-4 0,0 2-129,0-2 1,-6-1 0,0 0 0,-5 1-346,-4 2 1,4 5-1,-5-1 1,-2 4-362,-5 4 1,-6 0 0,-8 4 0,-4 2 137,-3 2 0,2 8 0,1 4 1,-2 7 137,-1 2 0,0 1 0,2 5 1,5-1 198,3 1 0,-3-1 0,1 1 0,3 0 120,3-1 0,6 1 1,-3 0-1,1-1-109,3 1 0,2-2 0,2-1 1,4-3-192,3-2 1,5 4-1,3-5 1,2-3-206,2-4 1,3 0-1,7-4 1,4-1-1224,3 1 1576,2-2 0,5-15 0,1-3 0</inkml:trace>
  <inkml:trace contextRef="#ctx0" brushRef="#br0">11047 6256 11038,'-13'0'443,"0"1"0,-1 2-360,-3 2 1,1 5 0,-5-2 0,-2 3-182,-1 2 0,-3 4 1,-2 2-1,-2 2-255,-2 6 0,5-1 0,-2 5 0,3-1 29,1 0 0,5 0 1,1-4-1,1-2-1486,4-3 1810,6-2 0,-2-6 0,4-1 0</inkml:trace>
  <inkml:trace contextRef="#ctx0" brushRef="#br0">10855 6153 7895,'0'-17'1091,"0"0"-508,0 2 1,-2 2 0,-1 3-401,-1 1 0,-2 6 0,4 1 1,-4 4 48,-1 7 1,4 2-1,-3 2 1,2 0-153,0 0 1,-1 5 0,5 4 0,0 2-184,0 2 1,0-1 0,0 2-1,0 2-75,0 1 0,5 1 1,0-4-1,2 0-178,3-3 0,-2-2 0,0-1 0,2-2-687,1-1 0,2-8 0,0 1 1043,0-3 0,5-4 0,2-4 0</inkml:trace>
  <inkml:trace contextRef="#ctx0" brushRef="#br0">11226 6179 7880,'7'-1'2685,"-2"-4"-2260,-4 4 0,-5-3 1,-2 8-472,-1 4 0,3 4 0,-3 1 0,1 1 51,3 3 0,-3-1 1,2 5-1,1 2-356,2 1 1,1 0 0,0-1-1,0 0-461,0 4 1,1-6 0,2 4-1,3-6 812,1-3 0,1-2 0,5-1 0</inkml:trace>
  <inkml:trace contextRef="#ctx0" brushRef="#br0">11316 6141 7880,'7'-26'68,"-1"2"0,-1 1 389,4 2 0,-3 5-203,-2-1 0,-3 10-636,-1 7 1,0 5 381,0 8 0,6 0 0,1 0 0</inkml:trace>
  <inkml:trace contextRef="#ctx0" brushRef="#br0">11585 6230 8984,'-8'7'3380,"-1"-2"-3000,6-4 0,-1-1 0,8-1 1,5-2-226,2-1 1,8-6 0,3 1 0,5-4-240,3-4 1,6 3 0,-2-5 0,3 2-424,2 0 0,-7-1 1,0 2-1,-2-1 188,-1 1 0,-4 2 0,-7 1 0,-2 0-607,-3 1 0,2-1 0,-8 0 0,1 0 690,-4 0 0,-3 0 52,-1 1 1,0-1 0,-1 1 495,-3 4 0,1 1 211,-6 3 0,1 2 1,-5-2-197,0 2 0,0 2 1,-1 0-1,-2 2-488,-1 2 0,-4 3 0,2 6 1,1 0 21,-1 0 0,-4-1 0,4 3 0,-3 2 230,1 4 0,5-1 0,-2 2 0,1 2-59,-1 4 0,1 1 0,5 3 0,-1 0-10,0-4 0,2 4 0,1-2 0,2-1-281,3 3 0,1-7 1,4 2-1,0-4-102,0 0 1,2-3 0,5-1-1,8-4 220,3-3 1,4-4-1,3 2 1,1-3 194,-1-1 1,1 0 0,0-4 0,-1 3-12,1-2 1,-5-2 0,-1-1 0,0 0 55,0 0 0,-4 0 0,1 0 0,-3 0 36,-1 0 1,-4 0 0,-1 0 138,2 0 1,1 0-1,2 0 49,0 0 0,0 0 1,0 0-1,-1 0 757,1 0 1,-4 4 937,-1 1-1328,1-1-1366,-2-4 0,-1 1-2298,-6 4 2974,0-4 0,5-1 0,3-7 0</inkml:trace>
  <inkml:trace contextRef="#ctx0" brushRef="#br0">1512 7794 7178,'-13'5'576,"1"-1"1,3 2 0,0-4-249,0 3 0,1 0-161,0 0 0,-1-2 0,-3 4 0,-1-2-106,0-2 0,3 3 0,-1 0 0,-4 1-39,1 3 1,-6 1-1,-1 2 1,-3 1-8,-2 3 1,0-1 0,1 4-1,-1 0 9,0 0 0,6-5 1,2 2 246,-1-2-138,5-2 0,3-6 0,11-3 5,7-3 1,4 4 0,2-1 0,1 0-94,3 2 0,-2-3 0,3 4 0,-1 0 15,0 0 1,5 2 0,-4 3 0,1 1-124,-1 0 1,4-4-1,-5-1 1,0 2 46,1 2 1,-3 0-1,2 1 36,-3 0 0,-3-4 0,-1-2 0,-3 0 25,-1 0 1,-2-3 40,-4 5 0,-1-6 0,-3 1-5,-5-3 1,-2-1-1,-4 0 1,0 0-179,-2 0 0,-5 0 0,4 0 0,-1 0-153,1 0 1,-5 0 0,3 0 0,-1 0 38,-1 0 0,2-1 1,-1-2-1,4-1-571,3 1 0,5 1 1,2 1-671,1-3 1452,2 2 0,4 2 0,0 7 0</inkml:trace>
  <inkml:trace contextRef="#ctx0" brushRef="#br0">1897 7705 8169,'0'-13'-243,"0"4"1,-2 1 0,-1-2 258,-1-2 0,-2 4 1,4-1 396,-3-1 0,-5 5-48,2 0 0,1 0-113,-2 0 0,5 1-66,-5 4 1,5 6 0,-3 2-48,1 4 0,2 2 0,4 2 0,0 2-46,0 2 0,0 3 0,0 5 0,0 5-76,0 4 1,4-4 0,2 8 0,0 2-87,-1 1 0,5-1 0,-1 4 1,1 0-81,-2-2 0,2 0 0,-4-7 0,0 0 14,-1 1 1,0-6 0,-5-5 0,0-5-210,0-6 1,0-3 16,0-1 1,-6-6 0,-3-2 125,-2-4 1,2-11 0,2-4 200,2-5 0,-5-8 0,3-6 0</inkml:trace>
  <inkml:trace contextRef="#ctx0" brushRef="#br0">2345 7615 8057,'-13'-6'-122,"2"3"0,1-4 0,1 2 246,0 2 1,1 1 0,1 4-1,0 2 94,0 4 0,3 4 0,-3 1 1,1 1-37,3 3 0,-3 3 0,2 6 1,1-1 29,2 1 0,1 5 0,0 3 0,0 3-155,0 2 0,6 5 0,2 3 1,2 1-106,-1 0 1,6 0 0,-2-5 0,3-2-131,2-1 1,-3-7 0,2-3 0,-3-3 1,-1-2 0,-1-5 0,1-4 0,-1-5-970,-4-2 1146,4-6 0,-5 8 0,6-4 0</inkml:trace>
  <inkml:trace contextRef="#ctx0" brushRef="#br0">3832 7820 8010,'-7'-6'-445,"0"5"983,2-3 1,-2 2-252,-6 2 1,1 0-1,-1 0 1,0 0-158,0 0 0,0 0 1,-1 0-1,-2 0-20,-1 0 0,-6 4 1,2 1-1,-3-1-64,-2 2 0,1-1 1,-1 5-1,0-1-136,1 1 1,3 0 0,2 0 0,2-2 26,2 2 1,2 2 0,3 1-3,2-1 1,3 1 0,6 0 0,2 0 53,2 0 0,3-5 1,7 1-1,4 1 67,3 1 1,3 2 0,2 0 0,-1 0-33,1-1 1,4 1 0,0 0 0,-2 0-25,-1 0 0,-1-1 1,0 1-1,-2-1-1,-3-4 1,2 4-1,-7-4 1,-4 2 45,-2-1 0,-7 2 0,2-2 61,-4 2 1,-11 2 0,-4-2 0,-5-1-92,-4-1 0,-5-1 1,-2 5-1,0-1-60,-1-4 0,-2 2 1,-4-6-1,1-1-298,2-1 0,2-2 0,-4 0 0,3 0-398,2 0 0,1-6 1,6-4 740,2-6 0,4-4 0,5-5 0</inkml:trace>
  <inkml:trace contextRef="#ctx0" brushRef="#br0">3665 7692 8073,'-1'-13'67,"-4"0"0,3 0 0,-5 1 760,1-1 1,-4 6-645,1 2 1,-2 5 0,0 6 0,1 5-23,1 5 1,2 7-1,-3-2 1,3 3-8,1 2 1,-2 7-1,3 4 1,2 4-139,2 0 1,1 5-1,0 1 1,0 3-310,0 1 0,0-4 0,1 0 0,4 2-48,3 0 0,4-1 0,-1-4 0,-1-3 90,-1-4 1,-1-9 0,5 0-1,-2-7-342,-2-3 1,2-6 189,-2-8 1,2-4 402,2-4 0,6-9 0,0-7 0</inkml:trace>
  <inkml:trace contextRef="#ctx0" brushRef="#br0">4255 7948 8153,'-9'0'165,"1"0"1,-1 0 251,-4 0 1,6 2 723,3 2-828,2-3 1,8 5 0,4-6 0,6 0-85,5 0 1,9-4-1,6-2 1,5-1-99,6-3 1,0-3-1,1-3 1,2-1-463,-1 2 0,-7 2 1,0 3-1,-5 1-744,-3-1 1,-11-1-936,-2-2 2010,-11 0 0,-4 1 0,-6-1 0</inkml:trace>
  <inkml:trace contextRef="#ctx0" brushRef="#br0">4562 7589 8645,'-18'-5'55,"-4"-4"1,2 3 0,1 2 0,0 3 2,3 1 0,2 1 0,1 3 0,0 5 398,1 2 0,3 6 1,1 0-1,-1 1-326,2 0 1,-4-2 0,3 5 0,0 2-166,-1 1 1,6-3 0,-1 1 0,1 2 60,-1 5 0,3-2 0,-4 2 0,4 0 39,1 1 0,0-2 0,0 5 0,0 0 6,0 0 0,6-3 0,1 2 0,1 1-36,1 0 1,-1-5 0,5 1 0,0-5-52,0-3 1,4-3 0,1 0 0,2-4 38,3-7 0,1-4 1,2-3-1,0 0 29,-1 0 1,5-1-1,0-3 1,-1-5-153,-2-2 1,0-2-1,1 0 1,2 0-333,-1 0 1,-7 0-1,-2 1 1,0-1-82,0 0 0,0-1 0,1-2 0,-2-1-684,-1 1 1197,-3 2 0,15-4 0,-3-2 0</inkml:trace>
  <inkml:trace contextRef="#ctx0" brushRef="#br0">5408 7717 7992,'-4'-12'280,"0"-1"1,-2 0 376,2 0-517,2 0 172,-4 6 366,6 2 1,0 6-297,0 3 0,0-1 0,0 6-45,0 1 1,0 1-1,0 3 1,0 2-204,0 1 1,0 7-1,2 2 1,1 7-186,1 4 0,6 1 0,-3 1 0,2 0-79,-1 4 1,1 1-1,4 5 1,-1-4-117,1-1 1,-1-1 0,-2-6-1,-3-1 18,-2-2 1,4-7 0,-5-1 0,-1-8-462,-2-3 0,-1-7-209,0 1 0,-1-7 898,-3 3 0,-3 2 0,-6 0 0</inkml:trace>
  <inkml:trace contextRef="#ctx0" brushRef="#br0">6139 8512 7953,'-9'0'89,"2"-1"0,0-2 352,0-1 0,2-2 121,-3 2-69,5 2-364,-3-3 1,6 6 0,-1 3-84,-3 5 0,1 4 0,-6 2 0,1 4-128,1 1 0,-5 1 1,5 5-1,-2-2-261,1-3 1,1 4-1,-3-5 1,3 1-402,1 0 1,2-5 743,4 1 0,5-8 0,3-4 0</inkml:trace>
  <inkml:trace contextRef="#ctx0" brushRef="#br0">7189 7717 8080,'0'-12'483,"0"-1"0,0 0 271,0 0 0,0 0-373,0 1 1,-1 0-257,-3 4 0,-5 2 0,-6 7-112,-3 4 0,0 2 0,2 6 0,-2-1-180,-2 1 1,-2 0 0,-3 0 0,-1 0 131,1-1 1,-1 1-1,2 0 1,2-2 122,5-2 1,-1 2-1,1-3 12,1-1 1,7 0-170,5-3 1,3-1 0,2 4 0,3-1 26,5-3 0,4 2 1,4 0-1,4-1-11,3 2 0,4-5 0,0 3 0,2-1 11,-2 1 0,5-2 1,0 3-1,0 0-53,-3-1 0,-3 5 0,-2-4 0,1 2 42,-1 3 0,-5 0 1,-4 0-1,-6-1 120,-6 1 1,-2 1-1,-2 2 1,0 0 47,0 0 1,-10 1-1,-4 2 1,-5 1-70,-4-2 1,-1-2-1,-2-3 1,1-1-95,-1 1 0,-1 1 0,-1 0 0,-2-1-355,1-1 1,-2-6-1,1 1 1,0-3-229,-1-1 0,4 0 0,-3-1 631,3-3 0,1-9 0,0-7 0</inkml:trace>
  <inkml:trace contextRef="#ctx0" brushRef="#br0">7010 7487 7995,'0'-13'87,"0"4"1,0 1 1303,0-2-92,0-2-1238,0 0 1,0 6-1,0 7 1,0 9 16,0 6 1,-4 7 0,-1 0 0,3 5-138,0 6 1,2 5-1,2 2 1,0 3-168,3 2 0,0 1 0,0 3 0,2-2-55,0-1 0,4-4 0,-2 1 0,1-3 72,-2-4 1,2-8 0,-4-2-1,0-6-870,-1-2 1079,0-2 0,-5-10 0,0-1 0</inkml:trace>
  <inkml:trace contextRef="#ctx0" brushRef="#br0">7702 7705 7967,'-13'0'-216,"0"4"1,2 2-64,2 1 0,-2-3 760,3 5 0,-2-5 1560,1 4-859,-2-5-349,9 3-612,-4-6 1,14 0-1,3 0-175,5 0 0,6 0 1,0-2-1,3 0-364,5-3 1,9-5 0,8 2 0,3-4-157,1 0 0,0 3 0,-1 1 1,-3-2-297,-4-2 1,-1-1 0,-3 1 769,-6-1 0,-5-6 0,-2-1 0</inkml:trace>
  <inkml:trace contextRef="#ctx0" brushRef="#br0">7958 7384 8223,'-12'0'0,"0"-1"251,4-4 0,-4 4 1,4-3 17,-4 2 1,-1 2 0,1 0 45,-1 0 0,4 6 1,2 3-193,1 2 1,-2 6 0,4 0 0,1 0-83,1 2 1,2-4 0,0 7 0,0 1 1,0 1 0,5 3 0,0 3 0,1 3-38,0-1 1,4 4-1,-2-6 1,2 0-79,-1 1 1,2 0 0,-2 4 0,2-7-10,2-5 1,0 0 0,0-5-1,-1 1-212,1-1 0,4-2 0,0-6 0,-1-3 85,-2-1 0,3-2 0,0-4 0,0 0-90,2 0 1,-3-6 0,5-2 0,2-4-1053,1-1 1351,2 1 0,5-7 0,2-1 0</inkml:trace>
  <inkml:trace contextRef="#ctx0" brushRef="#br0">8945 7358 7928,'0'-12'76,"0"-1"1,0 0 414,0 0 1,4 0-384,1 1 0,-8 4 0,-9 4 0,-5 3-74,-3 1 0,3 1 0,-4 2 0,-2 3 134,-1 1 1,-2 0 0,1 3 0,-1-2-107,0 2 0,5 2 0,0 1 0,-1-1-26,2 1 1,2 2 0,5 0 0,2 2-29,2-1 0,-2 4 1,4 0-1,-2 0-81,1-3 0,5 1 0,-2 1 0,4-1-72,1 1 0,0 2 0,0-4 0,1-1 29,4-2 0,2-1 1,7-1-1,3-4 125,5-4 0,2-2 1,1-4-1,2-2 2,3-4 0,2-10 0,2-1 0,-4-3 232,-3 1 1,1-1 0,-1-3 0,-4 1 204,-3 2 0,-4-2 0,-6 4 0,-3 0 754,-2 3-1229,0 3 1,-11 7-1,-3 4 1,-2 6-150,-2 5 1,0 8 0,1 4 0,-1 1-8,0 2 0,0 8 0,2-4 0,1 3-12,1 2 1,5 3-1,-3-1 1,1 3-356,3 2 0,2-1 0,1 2 0,0 2 550,0 0 0,-6 1 0,-1-5 0</inkml:trace>
  <inkml:trace contextRef="#ctx0" brushRef="#br0">9330 7999 7914,'1'-12'-588,"2"-1"1196,1 0 1,2 2 0,-3 1 1018,1 1-1021,0 6-481,-4-2 1,-4 10 0,-2 4-1,-1 2-19,-3 2 1,3 4-1,-2 2 1,0 2-138,-3 6 0,1 0 1,1 7-1,3 0-101,1-1 0,-3 4 0,5-3 0,1 2-498,2-2 1,1-1 0,0-4-1,0 0-227,0 0 1,0-8 0,1-4 856,4-2 0,2-8 0,5-2 0</inkml:trace>
  <inkml:trace contextRef="#ctx0" brushRef="#br0">10252 7551 7687,'-8'0'-1244,"-1"0"1244,-1 0 0,3 0 0,-1 0 0,-2 0 0,2 0 0,1 1-180,2 3 1,-1-2 315,2 2 1,2-4 432,-2-4 1,3 1 212,1-5-235,0 5 1,0-4 611,0 2-542,5 4-423,-3-5 1,9 0 0,-2-1-8,2 0 1,3-4 0,3 4 0,5-3 94,2-3 1,7 3-1,3-7 1,3 4-106,2 4 1,-1-2-1,1 4 1,-2 0-150,-3 3 0,-3 2 0,-7 2 0,-1 2-17,-1 2 1,-12 3 0,0 6-1,-5 1-8,0 3 0,-1-1 1,-4 5-1,0 0-7,0-1 1,0 5 0,-2-5 0,0 1 29,-3 0 0,0-1 0,0 3 0,-3-3 6,-4-1 1,0-1-1,-1-1 1,-2 3-18,-2 0 0,2 4 0,-5-2 1,0 2-66,0 1 0,-1 0 1,-5-3-1,2 0-4,2 1 1,-3 1 0,2 1 0,-1 0 35,4-4 1,0 2 0,3-6 0,1 0-2,2 2 0,5-9 0,2 2 0,2 0 22,2-1 0,1-2 172,2-1 57,0-5 0,6 3 0,3-6 0,2 0 42,2 0 0,1 0 1,2 0-1,2 0-163,2 0 1,3 0 0,5 0-1,2 0-20,-1 0 1,3 0 0,3 0-1,2 0-21,1 0 1,2 0 0,3 0 0,2 0-29,1 0 1,-2-2-1,-6-1 1,1-2-31,-1-2 1,-5 4-1,-4-3 1,-5 2-68,-3 0 0,-5-2-49,1 2 0,-9 1-384,-3-6 281,-4 6 0,-2-2-574,-4 5 302,4 0 1,-6 0-826,3 0-1316,2 0 2620,-4 0 0,1 0 0,-2 0 0</inkml:trace>
  <inkml:trace contextRef="#ctx0" brushRef="#br0">205 6359 7133,'1'-8'740,"2"3"254,2-1-717,-1 5 0,-3-9 50,4 5 941,-4 1-114,5 4-322,-6 0-1055,0 0 0,4 2 342,0 2 1,0-1-1,-4 5-8,0 2 1,0-3-1,0 2 1,0 1-73,0 1 0,0-2 0,0 1 0,0 3-58,0 2 0,0 2 0,-1-2 0,-2 0-23,-1 2 0,-2 5 0,3-4 1,-2 1 32,-2-1 0,2 5 1,-2-3-1,2 0 21,2-3 0,-3-3 0,2-1 0,1 0 4,1 0 1,1-1-1,-2 1-67,-1 0 0,0 0-66,4 0 242,0-6-34,0-1 1,5-6 0,4 0 0,2 0 105,2 0 0,0 0 1,0 0-1,-1 0-182,1 0 1,0 0 0,1 0 0,2 0-40,1 0 1,0 0-1,-4 0 1,1 0-9,3 0 1,-7 0 0,3 0 0,-1 0-36,-1 0 1,2 0-1,0 0 101,-1 0 0,1-2 1,0-1-1,-2-2-9,-2-2 1,2 4-1,-4-3 1,2 2-13,0-1 0,-5 0-439,4 0-612,-5 4 279,3-5 1,-12 6-77,-2 0 1,-4 0 0,-1 0 834,1 0 0,-1 0 0,0 0 0</inkml:trace>
  <inkml:trace contextRef="#ctx0" brushRef="#br0">654 6384 7582,'-8'0'849,"1"0"-384,3 0 1,1 0-286,-5 0 1,5 2-1,-3 2-80,0 4 1,5 4 0,-3 1-134,2-1 1,-2-3 0,0 0-247,1 1 0,2 1 285,1 2 937,0 0-474,0-1-397,0-4 0,0-4 0,0-8 18,0-5 0,0 2-87,0-2 0,0 5-130,0-5 0,0 5 236,0-4-134,0 5 0,-2-3-85,-2 6 105,2 0-20,-3 0-37,5 0-296,0 0 1,5 6 0,3 1 0</inkml:trace>
  <inkml:trace contextRef="#ctx0" brushRef="#br0">692 6769 9848,'-7'0'-85,"1"0"0,6 1 1,-1 2 399,-3 1-328,2 1 3,-4-5 1,8-2 115,2-2-100,-2 2 1,3-5 93,-5 3 59,0 3-101,0-5 1,0 7 7,0 4 0,0-2 17,0 5 0,0-4 165,0 5 275,0-6-97,0 2-409,0-5 1,0-1 74,0-3 0,0 1-103,0-6 0,0 5-398,0-4 209,0 5-274,0-3-1538,0 6 2012,6 0 0,1 0 0,6 0 0</inkml:trace>
  <inkml:trace contextRef="#ctx0" brushRef="#br0">602 6820 7605,'0'-13'-293,"0"0"1,2 6 0,1 2 905,1-1-95,0 4 0,-4-5 13,0 3-412,6 3 1,-3-4-145,5 10 0,-5-2 4,1 5 1,-1-5 0,0 3-294,1-1 39,1-3 1,-5 5 255,0-3 0,0-1 23,0 6 1,-2-7 239,-2 3 1,1-4 153,-6-1 1,5 0-148,-4 0 1,5-1-26,-1-4 1,2 3-612,2-7 218,0 0 0,2 2 28,2 3 1,-1 3 98,5 1 0,-4 0 106,5 0-383,-6 0 0,4 0 317,-3 0 0,-2 0 0,3 0 0</inkml:trace>
  <inkml:trace contextRef="#ctx0" brushRef="#br0">1871 9589 7871,'-1'-7'632,"-4"3"1,2 2-476,-5 2 0,4 0-95,-5 0 0,1 0 0,-5 0-106,0 0 1,3 2 0,-1 2 0,-4 5 55,1 2 0,0 2 1,1 1-1,-1 2 2,-3 1 0,3 0 0,-2-3 0,4 2 7,4 1 1,1 0 0,-2-4 0,4-2 99,-1-2 1,4 2 0,0-2 12,4 2 1,1-4 0,6-3-1,1-2-41,1-2 1,6 0 0,0 0 0,0-2-104,2-2 1,-3-3-1,4-6 1,-1-1 95,1-3 0,-4 3 0,1-5 1,-1 2 83,1 0 1,-3-4 0,3 3 0,-3 3-87,-1 1 0,-4 1 0,-1 1 0,1 2-206,-2 2 1,3 4-7,-6-5 1,5 8 0,-5 1 182,-1 7 0,-2 4 0,-1 2 1,0 0-35,0 0 1,0-1-1,0 1 1,0 0-19,0 0 1,5 0-1,0 1 1,2 2-172,3 1 0,-2 0 0,0-4 0,2-1-63,1 1 1,2 0-1,2 0 1,0 0-358,2-1 1,0-3 0,-4 1 0,0 1-900,0 1 1487,0 3 0,-1-7 0,1 4 0</inkml:trace>
  <inkml:trace contextRef="#ctx0" brushRef="#br0">2537 9628 8838,'-12'0'460,"-1"0"0,4 0 1,1 0-540,-2 0 0,3 0 0,-2 0 0,-1 1 36,-1 3 0,-2-1 1,0 6-92,0 1 0,0 0 0,1 0 0,-1-2 87,0 2 0,0 1 1,2 2-1,1 2 63,1 2 0,6-3 0,-1 3 0,3-1 11,1 1 1,0-3 0,0 3 0,0-1-68,0 1 0,5-7 1,4 3-1,2-3 19,2-3 0,0 3 0,1-6 0,3-1 18,5-2 0,-2-6 0,1-5 0,2-6 165,1-5 0,-3-4 1,-1 0-1,0-2 53,0-3 0,-4-3 0,1-4 1,-4 1 45,-5 2 0,2 1 1,-5-4-1,-3 2-84,0-1 1,-2 0 0,0 8 0,0-2-189,0 2 0,-2 1 1,0 1-1,-3 0-322,2 1 1,2 5 0,1 3 0,0 2 1026,0 3-395,0 4 0,0 4-374,0 8 0,0 5 0,0 8 1,0 4 26,0 4 1,-1 0 0,-2 2 0,-2 2-127,3 1 1,0 5-1,2 0 1,-1 2 35,-4 1 1,4 0 0,-3 1 0,2-1-134,2 1 0,0-2 1,0-2-1,0-2-278,0-1 1,5-4-1,0-5-555,2-2 1104,2-5 0,9 2 0,2-5 0</inkml:trace>
  <inkml:trace contextRef="#ctx0" brushRef="#br0">3191 9563 8159,'-7'-5'124,"-3"2"1,4-4 77,-1 1 0,-1 2 0,-5 4 54,0 0 0,0 0 0,0 0 0,-1 1-169,-3 4 1,1-4 0,-4 5 0,0-1-145,1 4 0,1-2 1,-2 2-1,2 1-36,2 1 0,2 2 1,1 1-1,0 2 8,1 1 0,5 1 0,2-2 0,4 2 58,1 2 1,0 2 0,0 3-1,1 1 14,4 0 0,-3-5 1,7-1-1,1-3 137,1-6 0,4 1 0,0-8 0,2-1 85,-1-2 0,4-8 1,0-6-1,1-6 8,1-6 1,-1-2 0,3-3-1,-1-4-75,-2-3 0,-5-1 0,1-1 1,-3 2-221,-1 3 1,-4-3 0,-2 3-1,-2-3-283,-2-2 1,-1 2 0,-2 2 0,0 0 112,0 0 0,0 2 0,0 0 0,0 2 598,0 2 1,0 8 0,-2 4-1,-1 3 616,-1 1 0,0 7-741,4 6 0,0 10 0,0 9 1,0 1-123,0 2 0,0 4 0,0 3 0,0 2-265,0 2 0,1-3 1,2 4-1,3 0-467,1-1 1,-3 4 0,3-4 0,0-1 29,1-2 0,-1-3 0,3-1 1,0 0 598,4-1 0,-1 1 0,5-1 0</inkml:trace>
  <inkml:trace contextRef="#ctx0" brushRef="#br0">4767 9371 7872,'0'-13'130,"0"1"-126,0-1 1,-1 6 0,-3 2 149,-5 4 0,2 1 0,-2 0 1,-1 0 170,-1 0 0,-3 0 1,-2 1-1,-2 2-6,-2 1 1,-2 2 0,-5-3 0,-1 3-87,-2 1 0,-1-3 0,2 3 0,-2 0-151,-2 0 1,5 1 0,-2 2 0,3-2-152,1 2 1,6 0 0,3 0-1,3-3-200,1-1 1,4 2-1,2-2 118,2 1 1,3 0-1,9 3 1,7-3 110,5-1 1,2 3-1,5-5 1,1 0 61,3 2 0,-2-5 0,7 5 0,-1-2-10,-2 1 1,1 3-1,-4-2 1,1 1-21,-2 3 0,-1-3 0,-3 2 1,-2-1 61,-5-1 1,-3 5 0,-3-4 0,-2 4-3,-5 0 0,-2 5 0,-4 2 1,-3 0-62,-8-1 1,-6 5 0,-8-2 0,-1 3-163,-2 2 0,-6 0 0,2-1 1,-3 0-97,-1-4 1,1-3 0,1-5 0,2 0-252,-2 0 1,5-6 0,2-3 517,7-2 0,-8-19 0,3-5 0</inkml:trace>
  <inkml:trace contextRef="#ctx0" brushRef="#br0">4447 9179 8426,'-13'-9'658,"0"1"1,5 5-277,-1-1 1,6 9-1,-1 8-100,3 7 1,1 4-1,0 3 1,1 3-247,3 4 0,3 8 0,6 2 0,0 2-457,0 2 1,-5 2 0,1 1 0,1-1-83,1-3 0,1 1 0,-2-5 0,-2-3-91,2-4 1,-3-2 0,0-7 593,-1-3 0,10-7 0,-2 2 0</inkml:trace>
  <inkml:trace contextRef="#ctx0" brushRef="#br0">5075 9435 8390,'-13'0'924,"6"6"1,3-5 0,8 4-651,4-4 0,5-1 0,4 0 0,5 0-233,2 0 0,7-6 0,3-2 1,3-5-534,2-4 0,-1 3 1,1-5-1,-1 2-1874,1 0 2366,-7 0 0,11-7 0,-3-3 0</inkml:trace>
  <inkml:trace contextRef="#ctx0" brushRef="#br0">5549 9051 8255,'-26'-6'305,"6"5"1,2-4 0,-1 4 287,-2 1 1,1 0 0,0 3 0,0 4-296,0 6 1,-1 4-1,-5-2 1,1 4-176,-1 1 1,2 0 0,1 3 0,3-2-183,2 2 1,1 1 0,4 2-1,0-1 14,0 1 0,6 0 0,3-1 0,2 1 48,2-1 1,0 1 0,0 0 0,2-1 92,2 1 1,3 4 0,5 0 0,-3 0 57,0 1 1,0-4-1,3 3 1,1-3-159,0-1 0,-2-2 1,-1-1-1,-1-3-5,1-2 0,1-1 0,2-4-43,0 0 1,0-2 0,0-1 0,-1-3 53,1-1 0,0-2 1,1-4-1,2 0 42,1 0 0,0 0 0,-3 0 1,2 0 170,1 0 0,2 0 0,-4-1 1,4-2-47,1-1 0,-3-6 1,4 1-1,0-2-184,-1-2 1,3-4 0,-6 0 0,-1 1-855,-2 2 0,-1 1 0,-2 0 869,-2 1 0,2-7 0,-4-1 0</inkml:trace>
  <inkml:trace contextRef="#ctx0" brushRef="#br0">6382 9871 8338,'0'-24'0,"0"3"504,0 3 1,0 4-259,0 1 0,-1 6 0,-2 4-364,-2 6 0,-3 9 0,2 5 0,-1-2 187,-3 0 0,3-1 1,0 2-1,0 2 114,0 2 1,0-3-1,-3 3 1,1-1-209,-1-4 1,4 1 0,1 0 0,0 1-260,1-2 1,-2 0 0,4-3 0,-3 1-530,2 0 0,3 0 813,5 0 0,2-6 0,6-1 0</inkml:trace>
  <inkml:trace contextRef="#ctx0" brushRef="#br0">5946 9333 8040,'-1'-12'0,"-2"2"364,-1 2 0,0-1 730,4-4-833,0 1-268,0 4 1,0 4 225,0 8 1,0-1 0,0 6 0,0 1-62,0 1 1,0 2 0,0 0 0,0 0 109,0 0 1,0 4 0,0 1 0,0 1-74,0-1 0,0 5 0,0-3 0,0 1-209,0 1 0,1-1 0,2 5 1,2-1-91,3 1 0,-4 0 1,3-2-1,0-3 2,0-4 1,-3 2 0,4-2 246,-3-1 0,1-8 291,-2-4 1,-2-4 0,2-4-211,-3-4 0,-1-8 0,-1-3 1,-2-1-153,-1-2 1,-2-3 0,2 0 0,-3-2-295,0-3 1,-3 1-1,5-3 1,1-1-66,-2 0 0,5 3 0,-3-3 0,2 2 196,2 2 1,0 4 0,0 2 0,0 3 525,0 2 1,0 5-1,2 6 546,2 1-948,-3 2 1,5 9-1,-6 4 1,0 2-172,0 2 0,-1 0 0,-2 1 0,-1 2 49,1 1 0,0 4 1,0-4-1,-1 1 111,1 0 1,2-2 0,1 4 0,0 0 29,0 0 0,1-5 1,2 4-1,1-2-38,-1 0 1,3 1 0,-1-2 0,1 1 2,0-1 0,2-2 1,-2-3-1,0-1 27,-1-1 0,0-5 0,-4 3 201,3-1 0,-2-3-130,2-7 0,-3-3 0,-1-8 1,-1-2-212,-3-4 0,2-1 1,-3-2-1,0-4-211,1-4 1,0-2-1,2-3 1,-1 3 328,-1 4 0,0 3 0,4 3 0,0 1 891,0 2-944,0 5 0,0 9 0,0 13 0,0 9 75,0 11 1,0 4-1,0 7 1,0-2-321,0 1 0,0 4 1,0-7-1,0-1-303,0-2 0,0-3 0,0-1 0,0 0-89,0-1 1,0-3-1,0-1 1,0 0 665,0-1 0,-6 5 0,-1-5 0</inkml:trace>
  <inkml:trace contextRef="#ctx0" brushRef="#br0">7459 9256 7885,'4'-13'-101,"0"0"0,5 0 1,-4 1 852,2-1 0,-2 1-799,3 4 200,-5-4 546,3 11 486,-6-5-381,0 6 0,-2 0-597,-2 0 1,1 0 0,-5 0 0,-4 0-140,-3 0 0,-1 2 1,-7 2-1,-2 4-240,-4 4 0,-11 5 0,2 1 0,-4 2-71,-2 3 0,4 0 0,-2 0 0,3-3 170,5-2 1,7-1-1,7-4 201,2 0 1,8-6 44,10-3 1,10-2-1,8-2 1,2 0-59,3 0 1,5 0 0,2 0 0,0 0-241,1 0 1,-3 4 0,1 0 0,-2 1-115,-1 0 1,0-2 0,-2 4-1,-3 0 78,-4 1 1,-2-4-1,-3 3 1,1 0 141,0 0 1,-6 2-1,-3 4 1,-2-1 63,-2 1 0,-2 0 0,-2 0 0,-4 1-92,-4 3 1,-5-3 0,-1 5 0,-2-1-200,-3 4 0,-1-2 0,-3 0 0,-2 0-157,-1 0 0,-5-5 0,2 2 0,-1-2-411,0-3 814,-1-4 0,-3-3 0,0-5 0</inkml:trace>
  <inkml:trace contextRef="#ctx0" brushRef="#br0">7356 9025 7993,'-7'-26'259,"3"1"0,-2 5 0,0 4 166,-1 6 0,0 6 0,-3 8 0,1 6-452,0 6 1,-1 8 0,0 6-1,2 0 103,3 1 0,-4 1 1,4 5-1,-1-2-33,0 1 0,-2 4 0,3-6 0,2 3-97,2 1 1,1 5 0,0 1 0,1 0-204,4 1 0,-2-3 0,5-3 0,1-1-172,-2 1 0,4-7 1,-4-2-1,2-4 7,-1-5 0,-3-2 0,2-6 422,-2-1 0,5 1 0,-2 0 0</inkml:trace>
  <inkml:trace contextRef="#ctx0" brushRef="#br0">7753 9384 9159,'-7'-1'2702,"3"-4"-2630,2 4 1,4-5-1,4 5 1,6-4-67,8-3 0,6 1 0,5-3 0,8-3-115,6-3 1,5-5-1,1 2 1,1 1-448,-1-1 1,-7-2 0,-5 4 0,-8 3-7,-4 4 0,-11 0 1,-5 4 561,-4-1 0,-3-2 0,-4-3 0</inkml:trace>
  <inkml:trace contextRef="#ctx0" brushRef="#br0">8138 9076 8014,'-20'-11'0,"1"1"626,1 1 0,2 7 1,-4-3-1,0 4-101,0 1 1,0 3-1,-2 4 1,2 7-387,1 5 1,-4 2-1,3 5 1,0 1-260,3 3 0,0 1 1,2 5-1,2-2-107,1 1 0,0 1 1,7 0-1,3-4 8,0 0 1,2 2 0,0-4-1,2-2 247,2-1 1,-1-1-1,5 1 1,2 1 138,2 2 1,0-4-1,1-3 1,1 2-53,3 4 0,-1-1 1,4-5-1,0-3-229,0-1 0,1-2 0,6-6 0,2-2-301,1-5 1,1-3 0,-1-2-1,4-3-789,3-5 0,2-8 1204,-1-4 0,6-15 0,2-4 0</inkml:trace>
  <inkml:trace contextRef="#ctx0" brushRef="#br0">8625 9205 7950,'-7'-6'243,"-1"0"0,6-4 901,-3 2-12,-5 5-796,9-9 0,-3 5 1,8-6-134,5 1 0,8 3 0,5-1 0,7-3 4,5-2 0,3-4 0,3 2 0,3-3-53,4 0 1,1-4 0,-1 4 0,-4-1-227,-3-1 0,-9 11 1,-5-2-471,-8 2 1,-9 6 153,-5 5 1,-8 6 0,-6 7 0,-5 1 213,-2 3 1,-1 2 0,1 5 0,-3 0 261,0 3 0,-4 6 0,4-2 1,-2 2 132,1 3 0,4 2 0,-4 3 0,-2 4 8,-1 0 1,2 2 0,2 6 0,2 2-354,2 5 1,2-3 0,2-3 0,4-5-221,4-6 0,2-5 0,2-4 1,0-5-421,0-7 0,0-7 0,2-8 62,2-2 0,-3-2 1,4-8 701,-4-8 0,-1-6 0,0-6 0,0-1 0</inkml:trace>
  <inkml:trace contextRef="#ctx0" brushRef="#br0">8714 9448 7950,'-12'-6'0,"-1"-2"487,0-4 0,4 4 1,1 1 240,-2 1 1,4 3-571,2 8 0,3 2 1,2 4 98,3-2 0,3-4 1,8-5-1,3 0-161,8 0 1,5-5 0,9-4 0,1-2-269,2-2 0,5-4 1,-2 0-1,-1 1-602,-2 2 0,-4 2 0,-5 4 0,-4 2-1771,-3 0 2545,-7 5 0,10-5 0,-3 6 0</inkml:trace>
  <inkml:trace contextRef="#ctx0" brushRef="#br0">9265 9589 7950,'13'0'715,"-4"0"0,-1 0 66,2 0 1,-4 6-1,-2 4 1,-1 5-594,1 7 1,-2 8 0,1 5 0,-6 7-393,-6 5 1,-2 8-1,-2 2 1,0-1-321,0-5 0,2-8 0,3-1 1,2-3-1810,0-5 2333,5-8 0,-5-8 0,6-5 0</inkml:trace>
  <inkml:trace contextRef="#ctx0" brushRef="#br0">10714 9192 8323,'-7'-13'939,"-1"4"-750,4 1 1,1 5 0,-5-1-87,-2 2 0,-6 2 0,-2 2 0,-2 1 105,-3 1 0,-1 1 1,-3-2-1,-3 3-115,-4 1 1,-3-3 0,-2 4 0,1-1-113,-1 0 1,1-3-1,1 5 1,3-1 117,4-1 0,4 5 1,6-4-1,6 4-29,4 0 0,7 1 0,-1 0 0,4 1-15,4 3 0,3-1-1,7 4 1,3-1 38,5-4 1,6 4-1,4-2 1,0-2-280,4 0 1,0-2 0,-1-1 0,-1 1-161,2 0 1,0 0 0,-2-2 0,-4-1-79,-3-1 0,-7-2 0,-5 3 366,-5-2 0,-4-3 0,-8 2 0,-3 0 341,-8 0 1,-6-3 0,-6 5 0,-2-1-17,-3 0 1,1 3 0,-6-3 0,-4 4-227,-2 1 0,-3-2 1,3-1-1,-4-3-882,0-1 0,4-2 841,-2-4 0,3 0 0,2 0 0</inkml:trace>
  <inkml:trace contextRef="#ctx0" brushRef="#br0">10329 8948 7950,'12'-43'495,"-4"1"1,2 0 0,-6 8 0,1 7 845,0 9 1,-3 3-1198,2 15 1,-3 5 0,-2 12 0,-2 4-37,-1 3 1,-5 3 0,4 2 0,-1 2-144,0 2 1,-2 3 0,3 5-1,3 4-84,0 5 0,2-6 0,0 8 0,0-1-185,0 3 1,0 5 0,3 3 0,4-1-252,6-1 1,8-6-1,1 1 1,2-6-86,2-2 0,-5-11 1,-1-2-1,-3-7-417,-6-5 1057,2-10 0,-6-6 0,6-6 0</inkml:trace>
  <inkml:trace contextRef="#ctx0" brushRef="#br0">11047 9448 8773,'-13'-4'0,"0"-2"600,0-1 0,1 3 0,-1-3 1,1-1 1141,4 1-1350,2 5 0,8-4 0,2 6-181,4 0 1,9 0 0,6-2 0,6 0-171,5-3 1,9-5-1,5 2 1,6-4-290,6 0 0,5-3 1,1 0-1,-5-2-865,-2 1 0,-10 2 0,-6 1 0,-4 0-1968,-5 0 3081,-9-5 0,0-2 0,-6-6 0</inkml:trace>
  <inkml:trace contextRef="#ctx0" brushRef="#br0">11572 8948 7938,'-17'-8'0,"0"-2"0,1 0 581,2-2 1,6 7-1,-1 0 1,-2 4 135,-5 1 1,2 1 0,-5 4 0,2 5-588,0 5 1,-6 1 0,2 5 0,-2 2-96,2 1 1,-3 6-1,4 1 1,0 1-203,3-1 1,2 5 0,3-2-1,0 3 24,4 1 0,2 1 0,6-2 0,0-1 227,0-2 0,10-2 0,3 4 0,2-2 153,4 2 1,-3-5 0,5-1 0,0-3-93,-1-1 0,3-1 0,-4 0 0,0-4-205,4-4 1,1-3-1,4-1 1,0-1-478,2-4 0,6-4 0,-1-9 0,5-8-2592,3-7 3129,5-4 0,-8-13 0,4-3 0</inkml:trace>
  <inkml:trace contextRef="#ctx0" brushRef="#br0">12431 9025 9684,'4'-26'0,"2"1"612,1-1 1,0 5-1,3 1 1,-3 1 2118,-1 4-2837,-2 0 0,-10 8 0,-2 3 0,-3 4-44,-2 4 0,0 3 1,0 8-1,0 2 351,0 4 1,2 3 0,1 2-1,3 1-64,1 3 1,-2 3 0,3 7 0,3 1 72,0 2 1,1 5-1,-2-1 1,-1 3-725,1 1 1,1-4 0,2-1 0,0-2-425,0-3 1,0-2 0,0-7 0,0-6-2050,0-7 2987,0-5 0,-5-1 0,-2-1 0</inkml:trace>
  <inkml:trace contextRef="#ctx0" brushRef="#br0">13546 8140 7889,'-4'-24'69,"-2"1"1,0 4 384,0 0 1,1 3 0,2 6 398,-1 2 0,-6 5 0,1-1-897,-2 2 0,-2 12 0,-1 4 0,-3 5-37,-5 4 0,-3 2 0,-5 4 1,-4 4 123,-3 4 1,-2-2 0,1 8 0,-1-3-74,1-2 1,1 5 0,1 0 0,2-2-10,-2-1 0,5-1 1,1-2-1,2-2-69,-2-1 0,7-7 1,-1 0-1,4-7 16,4-5 0,2 0 167,1-6 0,6-5 0,3-4 0,2-8 222,2-8 1,2-3-1,2-5 1,5 0-63,2-3 1,-3-3-1,1 0 1,1-3-491,1 1 1,2-4 0,-1 6 0,-2 2-99,-2 1 0,-4 7 0,3 2 0,1 4-983,-1 1 1,-3 6 1335,5 3 0,-7 3 0,4 1 0</inkml:trace>
  <inkml:trace contextRef="#ctx0" brushRef="#br0">12738 8615 7889,'-12'0'244,"-1"0"0,1 1 0,2 2 532,2 1 1,5 2 0,-1-2-248,2 5 0,4-2 0,3 0 0,7 0-720,4 0 1,11-2-1,0 2 1,4 0-429,5 0 1,2-4 0,3 3-1,2-2-1510,-2 0 2129,5 0 0,-1 2 0,7 1 0</inkml:trace>
  <inkml:trace contextRef="#ctx0" brushRef="#br0">13969 7999 10759,'-6'-7'1029,"-3"3"0,-2 4-868,-2 4 0,-1 8 0,-3 6 1,-4 2-691,-4 3 0,0 1 1,-1 0-1,2-1 174,3-1 0,-2-5 1,6 3-1,2-2 86,5-2 0,5-2 1,5-1 400,0 0 0,7-5 0,6-1 0,7-1 230,4-3 0,3 3 0,1-2 0,4-1-139,0-2 0,3-1 0,5 0 0,2 0-175,5 0 0,-1 0 0,-1 0 1,-1-1-439,-2-4 0,-7 0 1,-2-5-1,-3 1-688,-6-1 0,-5-1 0,-9-2 1078,-2 0 0,1-5 0,4-2 0</inkml:trace>
  <inkml:trace contextRef="#ctx0" brushRef="#br0">14187 8153 7867,'-22'7'-137,"2"-2"1,0-4 933,0-1 0,0 0 0,-1 2 0,4 2-213,3 4 1,1-1-1,2 2 1,2 2-484,5 5 1,2 0-1,2 5 1,0 2-165,0 1 1,6 3 0,3 2 0,2 1-419,2-2 1,4 5-1,1 0 1,2 1-503,3 0 0,1-6 1,1 1-1,-3-5 983,0-2 0,-1-7 0,5 4 0,-1-6 0</inkml:trace>
  <inkml:trace contextRef="#ctx0" brushRef="#br0">14584 8384 7867,'20'-26'853,"-2"2"0,-5 3 1,0 5 305,0 6 1,-5 0-1096,1 6 0,-6 5 0,1 8 0,-3 4-421,-1 4 0,-4-1 1,-2 5-1,1 2 55,-1 1 1,2-3 0,4 1 0,0-1-261,0-1 1,0 3 0,0-6 0,0 0-1174,0 1 1735,0-3 0,11 3 0,3-5 0</inkml:trace>
  <inkml:trace contextRef="#ctx0" brushRef="#br0">14789 7871 10299,'-13'-5'2871,"0"-4"0,0-1-2763,1 2 1,5 5-1,2 10-1303,4 6 1,1 4 1194,0 0 0,0 3 0,0 5 0</inkml:trace>
  <inkml:trace contextRef="#ctx0" brushRef="#br0">9086 8833 7735,'-7'1'-504,"3"3"0,1-2 0,0 4 792,-1-1 0,-1-2 0,4 4 914,-3-1-797,2-2 0,-2-5-95,8-3 0,-2 1 0,3-6 1,1-1 139,3-1 1,-2-2 0,1 0-1,2 0-125,2 0 1,1-4-1,1-1 1,3-2-250,4-3 1,6-5 0,0-1 0,-2 4-216,-1 2 1,-4 1-1,0-2 1,-3 3-493,-6 4 0,0 2 0,-6 3-558,-2-1 1,-2 4-1004,-1 1 1750,0 5 0,-1-3 442,-4 6 0,-2-6 0,-6-1 0</inkml:trace>
  <inkml:trace contextRef="#ctx0" brushRef="#br0">8919 8781 7981,'0'-12'261,"0"-1"305,0 0 0,2 0 0,2 0-364,5 1 1,2 3-1,2 2 1,0 0-320,0 0 1,-1 0-1,1-3 1,0 2-47,0 3 0,0-1 0,-1 3 0,1-3-344,0-1 1,0 5 0,0-3-135,0 4 0,-1-3 1,1-1 640,0 2 0,0-4 0,0 0 0</inkml:trace>
  <inkml:trace contextRef="#ctx0" brushRef="#br0">9086 8640 7981,'-13'8'218,"2"3"1,1-2 0,3 3 216,1 5 0,2 3 1,4 6-1,3 1-220,5 3 0,8-2 1,14 8-1,4 1-215,3 0 0,13 4 0,2-8 0</inkml:trace>
  <inkml:trace contextRef="#ctx0" brushRef="#br0">1974 10666 7893,'-6'-7'378,"4"1"1,-3 5 0,3-2 543,-2-1 534,3-1 83,-5 5-1234,6 0 0,0 2 0,0 2-99,0 5 0,0 2 1,-1 3-1,-2 3-86,-2 5 0,1 8 0,4 4 0,-1 6-73,-4 7 0,4 1 1,-3 13-1,1 3 2,-1 3 0,2 2 1,-2-7-1,2-2-71,2-4 1,2-1-1,1-5 1,1-8-37,-1-10 1,3-10 0,-1-5-83,2-3-31,-4-7 0,3-7-206,-6-8 1,0 0-1,0 0-275,0-2 0,-1 3 1,-2-2-1,-2-2-412,3-5 0,-4-2 1064,2-4 0,-6-8 0,2 3 0</inkml:trace>
  <inkml:trace contextRef="#ctx0" brushRef="#br0">2461 11140 7850,'0'-13'614,"0"5"1,0-1 285,0-1 0,0 3-518,0-1 1,0 3 288,0-3-350,0 5 1,0 7 0,0 9-301,0 1 1,4 5-1,0-1 1,0 1-117,2-1 0,-3 4 0,4-5 0,0 0 165,0 2 0,-2-5 0,2 3 0,0-4 118,0-5 0,-3 4 1,5-5 83,1 0 0,1-1 0,2-6-193,0 0 0,-2-6 1,-1-3-1,-3-2 4,-1-2 0,2 0 1,-2-1-1,0-2-131,0-1 1,2 0-1,-4 3 1,1-2 53,0-1 0,-3 4 0,3 5-60,1-2 1,-3 0 0,5 0-53,2 1 0,-2 7 0,0-3 49,2 4 1,0 7 0,0 3 0,-3 6 47,-1 2 1,4 6-1,-3-1 1,1 5-53,1 3 1,-5 6-1,5-3 1,1 1 36,1 0 1,-2-5-1,-1 1 1,2-5 125,2-3 0,2-4 0,2-7 1,1-2 254,-2-5 1,4-8 0,-1-6-1,2-6-35,3-5 0,-3-9 1,0-4-1,0-3 3,0-2 1,-5-3-1,3-2 1,-4-1-209,-1 1 1,-1 3-1,0 5 1,-2 4-193,-2 0 1,-5 4 0,1 6-730,-2 5-224,4 3 0,-5 8-114,3 6 0,-2 2-430,-2 6 0,0-3 1572,0 3 0,5 1 0,2 3 0</inkml:trace>
  <inkml:trace contextRef="#ctx0" brushRef="#br0">5011 10781 7938,'0'-12'583,"0"3"83,0 0 1,-2 7-611,-2-3 1,1 4 158,-5 1 1,-1 0-1,-4 1 1,-1 2 81,-3 1 1,1 6 0,-5-2 0,-2 0 130,-1 1 0,-6 1 0,-1 5 0,-2 2-186,-3-1 1,-2 4 0,-2 0 0,0 1-128,3 1 1,2-2 0,-2 2 0,2 0-77,6 1 1,3-1 0,5 0 0,5-5-416,6-3 0,4-5 146,6-1 1,6-5 0,4 1 0,6-2 252,5-2 1,5 0 0,2 0 0,3 0 45,2 0 1,-3-2 0,4-1 0,0-1-38,-1 1 1,0 2 0,-5 2-1,2 4-8,-1 3 0,-4 3 0,-3 2 0,-5 0-66,-3 0 0,-1 1 0,-2 2 1,-2 1-12,-5-1 0,-3 2 0,-1-1 0,0 0-16,0 2 0,-1-5 0,-3 3 0,-6-3 38,-6-1 1,0 0-1,-3 0 1,-1 0-66,0-1 1,-2 1 0,-3-1-1,-2-2-263,-3-2 0,3-1 0,-3 3 0,3-3-183,1-1 1,-1-2-1,-1-4 1,-2-1-180,1-3 0,8-9 0,4-8 0,2-4 721,3 0 0,-1-7 0,0 0 0</inkml:trace>
  <inkml:trace contextRef="#ctx0" brushRef="#br0">4690 10602 7936,'-11'-19'395,"1"-1"0,3-1 1069,1 0 1,2 5 109,4-1-1561,0 8 0,0 11 0,1 11 0,2 7 141,2 4 1,3 9-1,-2 4 1,-1 5-130,1 4 0,-2 7 0,-2 6 0,1 4-111,1 1 1,0 0 0,-4 2-1,0 1 27,0 1 0,2-5 0,1-8 0,1-2-153,-1-2 0,-2-7 1,-1-5-1,0-9-146,0-7 0,0-5 0,1-6-632,4-4 0,-2-2 990,5-6 0,1 5 0,3 3 0</inkml:trace>
  <inkml:trace contextRef="#ctx0" brushRef="#br0">5613 11089 7876,'-13'1'4,"0"4"0,1-4 0,-1 3 324,0-2 1,4 2 597,1 0 137,5 1-641,-3-5 0,8 0 0,2 0-15,5 0 1,8 0 0,6-2 0,5-2-107,6-5 1,5-2 0,2-3 0,3-2-206,2-1 0,-1 0 0,4 4 0,-4 0-344,-1 0 1,-1 1 0,-6 0-1,-3 2-997,-4 2 0,-9 5 3,-3-1 0,-11 2 1,-7 2-291,-7 0 1532,-5 0 0,-6-6 0,-2-1 0</inkml:trace>
  <inkml:trace contextRef="#ctx0" brushRef="#br0">5998 10717 7876,'0'-18'404,"-6"3"1,-1-2 0,-2 3 622,1 1 0,3 6 0,-3 4-744,-2 6 1,-1 4-1,-2 8 1,0 3-142,0 8 1,-4 1-1,-2 6 1,1-1-180,-1 1 0,1 1 0,2 5 0,-1-1-48,2 1 1,2-1-1,3-1 1,3-1 93,1-2 0,2 3 1,4 3-1,0-5 45,0-2 0,5-3 0,4-3 0,4 2 54,4 1 1,1-1-1,5-3 1,-2-2-269,2-2 1,4 1 0,2-6 0,-2-2-209,1 0 1,1-4 0,-2-3-1,1-3-193,2-4 0,4-1 0,-2-1 0,0-4-641,4-3 1202,1-3 0,7-8 0,2-1 0</inkml:trace>
  <inkml:trace contextRef="#ctx0" brushRef="#br0">6818 10935 7907,'-6'-13'915,"3"1"0,-4-1 569,1 0 0,-2 4-1182,4 1 0,5 4 1,8-4-1,2 3-224,2 2 1,0 1-1,-1 2 1,1 0-66,0 0 1,0 6 0,0 1 0,-2 2-89,-2-1 1,1 2-1,-5 6 1,1 2-33,0 2 1,-2-2 0,-4 3 0,-2 3-98,-2 5 0,-3-1 1,-6 5-1,0 0-45,1-1 0,-3-2 1,-2 3-1,-3 0 157,0 0 0,-2-5 1,5 1-1,1-7 85,2-5 0,1-2 1,1-3 137,4 1 1,4-6-50,8-2 1,3-4-1,6-2 1,1-2-446,3-1 1,3-2 0,4 3-1,-1-3-291,-2-1 1,2 3 0,6-3 0,1 1 653,-2 3 0,5-10 0,0-1 0</inkml:trace>
  <inkml:trace contextRef="#ctx0" brushRef="#br0">7433 11294 9023,'7'0'2475,"-1"2"1,-6 2-2204,0 4 1,0 9-1,0 5 1,0 2-127,0 2 1,-5 1-1,0 3 1,-1 4-112,0 3 1,1 1 0,2 1 0,-1 1-464,1 2 1,1-7 0,2-1 0,0-6-685,0-2 0,0 0 0,0-2 0,0-3 1112,0-4 0,0 3 0,0 0 0</inkml:trace>
  <inkml:trace contextRef="#ctx0" brushRef="#br0">8612 10884 7385,'-7'-13'1629,"3"0"1,-2 5-1260,2-1 0,-2 6 0,2-1-158,-5 3 1,2 1-1,-2 0 1,-1 0-115,-1 0 1,-2 1 0,0 3-1,-1 5-47,-3 2 1,1 3 0,-5 4-1,-2 3-229,-1 3 1,-2 3 0,1 2-1,-1 1-30,1-2 1,5 3-1,3-1 1,2-1 192,2-2 1,5 0 0,1 1-1,1 1 166,3-5 1,8 0 0,3-7 0,5-1-30,4-2 0,3-2 0,6-4 0,1-3-77,2-4 0,1-7 0,7-4 1,3-5-85,0-7 0,0-8 0,-2-4 1,1-4-24,-1-5 0,-1 3 0,-2-3 0,-7 4 226,-5 0 0,-6 1 1,-7 1-1,-3 2 108,-1 5 0,-3 9 0,-6 3 1,-3 1 4,-1-1 0,-2 6-26,-3 3-682,-1 6-912,0-2 1,7 9-249,6 0 1591,0 0 0,17 2 0,-2 1 0</inkml:trace>
  <inkml:trace contextRef="#ctx0" brushRef="#br0">9688 10615 8166,'-8'-5'0,"-1"0"284,-1-2 1,0 2 0,0-2-1,2 1 167,-2 4 0,-1 0 0,-2 2 0,-2 2-374,-2 2 1,2 7-1,-7 8 1,0 2-9,-3 6 1,0 0 0,-1 8 0,2 0-129,3 2 1,-4 3 0,5 1-1,0 2 94,3-2 0,5 4 0,3-3 0,5-2 176,2-4 1,8 4 0,4-6-1,4-3-193,3-2 0,8-4 0,-1 1 0,4 0-304,1-1 1,-1-3 0,1-2-1,1-1-116,-2 1 1,3-4 0,-1 1-1,-3-3-851,-4-1 0,0-4 1253,-6-1 0,11-5 0,-1 3 0</inkml:trace>
  <inkml:trace contextRef="#ctx0" brushRef="#br0">10419 10884 8105,'-6'-7'113,"3"-3"0,-4 4 139,2-1 1,-5 4 0,1-1-196,-2 2 1,-2 2-1,0 2 1,0 2 153,0 5 0,-1-2 0,-3 1 0,-3 2-77,0 2 0,0-4 0,3 1 1,-3-1-75,0-1 0,-4 5 0,4-4 1,-1 4-103,-1 1 0,5-1 0,-3 1 0,2 0-76,2 0 0,2 0 0,1 0 0,2-1 71,2 1 1,4 0 0,5 0 66,0 0 0,7-2 1,5-2-1,8-5 52,5-3 0,0-1 0,2 0 0,2 0 34,1 0 1,5 0-1,-2 0 1,0 0-60,-3 0 0,1 2 0,-1 1 0,-3 2-42,-4 2 1,0-2-1,-6 2 1,-2 0 29,0 0 0,-8 2 0,-3 3 7,-3 1 0,-6 0 1,-4 0-1,-4 0-25,-4-1 1,-3 6 0,-5-1 0,-2-2-52,-3 0 0,-2 2 0,-3 1 1,2 1-192,2-1 0,-4-1 0,4-4 1,0-1-1449,-1-4 1673,3-2 0,-3-1 0,0 3 0</inkml:trace>
  <inkml:trace contextRef="#ctx0" brushRef="#br0">10124 10820 8089,'0'-22'0,"0"1"416,0-2 0,0 3 0,0 0 0,0 2 922,0 2 0,0 2-1025,0 1 1,-1 6 0,-2 4-451,-1 6 0,-1 8 0,4 9 1,-2 3-19,-1 4 1,-1 9-1,5 2 1,0 8 26,0 4 0,0 1 0,2 2 0,2 1 43,5 1 1,-2 5 0,1-4-1,1-2-126,-2-1 1,4-4 0,-3 0 0,0-5-225,1-4 0,-2-4 0,1-12 0,-3-3 435,-4-4 0,5-3 0,1-1 0</inkml:trace>
  <inkml:trace contextRef="#ctx0" brushRef="#br0">10765 11063 8015,'-9'-4'0,"2"-2"283,2-1 1,-4 3 0,3-3-72,-1 1 1,3 2-461,-5 4 423,7 0 122,-4 0 1,7 4-1,4 0 95,3-1 0,5-1 0,4-2 1,6 0-219,5 0 1,5-6 0,7-4 0,4-4-322,7-3 1,0-6-1,5 2 1,-5-2-343,-4 1 0,-3-2 0,-7 4 0,-4 0-624,-7 3 1,-8 7 1112,-9 2 0,-9-1 0,-7-4 0</inkml:trace>
  <inkml:trace contextRef="#ctx0" brushRef="#br0">11149 10615 8177,'0'-13'-378,"-4"0"1048,0 0 1,-2 6 0,3 1-389,-1 1 0,-6 5 1,3 0-130,0 7 1,-5 4 0,4 3 0,-5 4 14,-4 3 1,3-1 0,-3 3 0,1 2-85,-1 4 0,3 6 1,-3-2-1,2 1-200,2 1 0,2 3 0,1 6 1,3 2-2,1 2 0,2-4 0,4-1 0,0-3 112,0-2 0,1-1 0,2-2 1,3-5 101,1-3 1,6-7-1,4-3 1,0-3 268,2-1 0,-5-5 0,4-1 0,1-1-79,2-3 0,3-2 0,1-1 0,-3 0-471,0 0 1,3-5 0,5-4-1,-1-2-456,-2-2 0,-2 0 0,1 0 0,0 0-1789,-1 1 2429,-5-1 0,10 0 0,-3 0 0</inkml:trace>
  <inkml:trace contextRef="#ctx0" brushRef="#br0">11700 11051 8053,'0'-20'182,"0"3"1,0 2 787,0 2 1,0 1 0,0-1 1241,0 0-2306,0 6 1,0 3-1,-1 8 1,-3 4-46,-5 4 0,-2 5 0,-2 1 0,0 2 93,0 3 1,1 1 0,-1 2 0,1 0-169,4-1 0,-2 4 1,6-2-1,1-3 274,1 0 1,2 2-1,0 2 1,0 1-225,0-5 0,2 2 1,2-5-1,4 2-347,4-2 0,-1 2 0,-1-6 0,-1-3-157,1-4 0,1 2 0,2-5 668,0 0 0,0-7 0,-1-7 0</inkml:trace>
  <inkml:trace contextRef="#ctx0" brushRef="#br0">12123 10589 8352,'0'-9'3649,"0"1"-1896,0 5-1646,0-3 0,6 6 0,3 0 0,3 0-18,5 0 0,-2 5 0,3 0 0,1 2 18,2 3 0,-1 6 0,1 3 0,2 2 60,1 6 0,-2 0 0,-1 7 0,0 3 94,-1 5 0,-1 2 0,-6 4 0,-2-1-88,-2 2 1,1 5 0,-6 0 0,-1-3-25,-2-2 0,-7-7 1,-4 4-1,-4-2-52,-3-3 0,-4-1 0,2-1 0,1-1-161,-1 1 0,-4 3 0,2 0 0,-2-4-77,2-2 0,-2-6 0,5 4 0,-1 0-98,1-1 1,1-6 0,4-7-1,0-2-699,0-2 0,0-2 0,0-1-424,1 0 1,-1-2 1361,0-2 0,0 2 0,0-4 0</inkml:trace>
  <inkml:trace contextRef="#ctx0" brushRef="#br0">12380 12025 12278,'-5'-13'1556,"1"0"1,-2 6 0,2 6-2591,-4 8 1,2 3 0,0 13-1,2 2 1034,0 4 0,-12 6 0,2-2 0</inkml:trace>
  <inkml:trace contextRef="#ctx0" brushRef="#br0">2025 12422 5757,'-7'0'0,"0"0"0,2 0 0,4-1 0,-3-3 0,2 2 0,2-5 149,0 3 1,0 1 361,0-6 0,0 5-101,0-4-126,0 5 1,-1-7 414,-4 5 238,4-5-105,-5 3-403,6 0 0,0 3 0,0 8-287,0 5 0,2 2 1,1 3-1,1 3-185,-1 5 1,-2 2 0,1 3 0,0 2-101,3 1 0,-1 5 1,-4-1-1,1 3 177,4 2 1,-4-1-1,3 1 1,-2-1 35,-2 1 1,0-2-1,1-2 1,2-2-14,1-2 1,1-5 0,-5-6 0,0-2-84,0-2 0,1-3-17,3-4 231,-2-4 1,3-6 0,-5-3-1,0-5-172,0-2 0,0-7 0,0 0 1,0-2-44,0-3 0,0 3 0,2-1 0,1-2-120,1-1 1,2-2 0,-3 2-1,1 3 109,-1 4 1,-2-2 0,1 2 0,0 1-101,3 2 1,-1 6 0,-3 0 45,4 3 0,-3 0 0,7 7 130,1 2 1,1 3-1,2 6-72,0 0 0,0 0 0,0-2 1,-2-1-42,-2-1 0,2-2 1,-3 3-1,2-2 41,-1 2 0,2-3 0,-2 2 13,2 1 0,-2 0 0,-2 0 0,0-3 30,0-1 0,-4 4 1,3-3-1,-2 1-8,0 1 1,1-1 0,-5 5 0,-2 0 4,-2 0 1,1 0 0,-6-1-1,0 1-24,-3 0 0,-1 0 0,-1 0 0,-2-2-105,-1-2 1,-1 1 0,2-5-1,-1 1-231,1 0 0,2-1 0,1-2 0,1 2-1351,-1-3 1705,0 0 0,0-8 0,0-1 0</inkml:trace>
  <inkml:trace contextRef="#ctx0" brushRef="#br0">2755 12794 7942,'-8'-1'35,"-1"-4"1295,6 4-1077,-8-5 0,5 8 0,-4 0 1,3 4-132,1 1 1,-2 2-1,2 4 1,1 1-67,-1 3 1,-4-3 0,3 3-1,-2-1-172,1 1 0,5-3 1,-3 2-1,2-5-105,0-2 1,-1-5 232,5 5 0,0-8 1,0-1-1,0-7-31,0-4 1,6-8 0,3-4-1,2-4 51,2-3 0,4 0 0,0 5 0,-1-1 59,-2 1 0,-1 5 0,-1 3 1,1 2-36,0 2 1,0 6 0,0 3-1,0 4-73,-1 4 1,-3 3 0,-1 8 0,1 2-154,-2 4 0,3 3 0,-6 3 1,1 2-122,0 1 1,-3 0 0,2-5 0,-3 0-608,-1-4 1,5 2 897,-1-6 0,6 11 0,-3-1 0</inkml:trace>
  <inkml:trace contextRef="#ctx0" brushRef="#br0">3229 12832 7942,'0'-12'1388,"0"-1"-1149,0 0 0,0 4 180,0 1 0,2 5 11,2-1 1,-1 2-315,6 2 1,-1 0-1,3-1 1,-1-2-127,-1-1 1,-2-6 0,3 0-1,-3-4-5,-1-3 1,2-1-1,-3 6 1,-2-1-51,-2 0 0,-1 0 0,0 0 0,0 1 33,0-1 1,0 4 0,-1 2 0,-4 1 14,-3 4 0,-4 0 1,0 2-1,-1 2 43,0 2 1,0 3-1,0 7 1,0 2 3,1 1 1,-1 6 0,1-2-1,2 3 35,2 2 1,5-5 0,-1 1-1,2-1 178,2-1 0,0 3 1,2-6-1,4-1-22,6-2 1,5-1-1,6-1 1,-1 0-253,0-4 1,7-2-1,1-6 1,-2 0-166,-1 0 1,3 0-1,0 0 1,-1 0-1176,-2 0 0,-2 0 1371,1 0 0,-1-6 0,1-1 0</inkml:trace>
  <inkml:trace contextRef="#ctx0" brushRef="#br0">5024 12538 7974,'0'-19'231,"0"5"0,0-3 0,0 3 1992,0 1-1749,0 0 0,-2 6 1,-2 2-412,-5 4 0,-3 7 1,-6 2-1,-3 5-116,-3 4 1,-3-3 0,-2 5 0,-2-1-4,-2 4 0,-1-2 0,-3 0 1,2-2-88,0-2 0,7 0 1,-2-1-1,3 1 74,1-5 0,6 2 63,3-4 1,10-4-39,7 0 1,7-4 0,10-1-1,6-1 31,6-4 1,-1 3 0,5-6-1,-2 1-71,-2 0 1,2 3 0,-1-3-1,-2 1-23,-1 3 1,-1 2 0,0 1 0,-2 0-4,-3 0 1,-2 0 0,-8 1 0,-1 4 18,-1 3 0,-7 3 0,3 4 1,-5 0 96,-5 2 1,-3 5-1,-8-4 1,-2 2-48,-2 3 1,-2 0 0,-3 0-1,-2-2-151,-3 2 1,1 0 0,-3-1 0,-1-2-100,0-1 1,3-2 0,-3-4 290,2 0 0,-4-1 0,2 1 0</inkml:trace>
  <inkml:trace contextRef="#ctx0" brushRef="#br0">4831 12320 7974,'0'-26'579,"0"0"1,0 6 181,0 3 0,0 12 0,0 9-732,0 12 1,-4 8 0,-2 6-1,-1 4-39,-3 3 0,3 6 0,-1 1 0,-1 0 10,2 0 0,-3 5 0,6-4 0,1 2-254,1 0 1,2-1 0,0 1 0,2-6-151,2-5 0,3-1 0,6-3 0,1-2-344,3-3 1,2-5 0,5-9 747,2 0 0,-3-6 0,8-1 0</inkml:trace>
  <inkml:trace contextRef="#ctx0" brushRef="#br0">5357 12730 7974,'-2'-9'247,"-2"2"419,-4 2 1,2-1 0,0 3 896,0-1-1372,5-1 1,-3 5 0,9 0-147,8 0 1,6-1 0,8-3 0,3-6-237,4-6 0,4 0 0,2-3 0,0 0-534,-3 3 0,-3-2 0,0 1 0,-4 1 725,-3 2 0,-1-5 0,0-1 0</inkml:trace>
  <inkml:trace contextRef="#ctx0" brushRef="#br0">5639 12397 7974,'-13'-6'0,"0"-3"433,0-2 1,0 2-1,1 2 421,-1 2 1,4 0 0,1 5-668,-2 0 0,3 7 0,0 5 0,-1 5-187,1 3 1,3 6-1,-3 5 1,1 2-163,3 2 1,-2 2 0,0 3 0,3 3-266,0 4 0,2-3 0,0-1 0,0-3-60,0-2 0,6 1 1,2-2-1,4-3 100,1-4 0,5-9 0,3-5 0,5-5-8,4-2 0,1-6 395,3 1 0,9-14 0,-3-4 0</inkml:trace>
  <inkml:trace contextRef="#ctx0" brushRef="#br0">6126 12563 8176,'-13'0'655,"4"0"0,1 0-871,-2 0 0,-2 0 11,0 0 0,-1 2 758,0 2 1,4-3 624,1 4 1,4-4-535,-5-1 1,6-6 0,0-1-466,6 0 0,0-4 0,7 2 0,3-2-186,3-2 1,6-1-1,1-2 1,4-1-35,3 1 0,0 2 0,-4 3 1,-1 2-378,1 5 0,-5-2 0,-1 2 0,-1 1 198,-4 2 1,-6 6-1,-5 5 1,-2 6 200,-2 5 0,-3 4 1,-6 2-1,-6 2-145,-4 6 1,-9 3 0,2 3 0,-1 2-50,0-2 0,1-1 0,1-3 0,-1-1 204,0-2 1,6-10 0,5 1 668,5-5 1,7-3-161,11-5 1,4-4 0,12-4 0,4-3-205,4-1 1,1 0 0,2-1 0,1-2-710,4-1 1,0-2 0,5 3 0,-2-1-2077,-6 1 2489,1-4 0,-5 0 0,5-6 0</inkml:trace>
  <inkml:trace contextRef="#ctx0" brushRef="#br0">6728 12884 8304,'9'0'941,"-1"0"0,-4 7 0,4 6 1,-3 7-1623,-2 4 0,0 7 0,0 2 0,1 1 681,-1 0 0,-2 6 0,-1 6 0</inkml:trace>
  <inkml:trace contextRef="#ctx0" brushRef="#br0">8138 12512 7929,'0'-9'-425,"0"1"0,0-2 837,0-1 0,4-2 0,0 0 1,-1 0 440,-1 0 1,-2 5 629,0-1-1192,0 6 1,-6-2 0,-4 6-165,-6 3 0,1 3 0,-8 6 0,-3 0-94,-2 0 1,-4 1-1,2 2 1,-4 2-228,-3 2 1,-4 0 0,1 2 0,3-5-49,0-3 1,6 3 0,1 0 0,4-3 509,5-4 0,4 2-95,8-4 1,6 2 0,12-1 0,8-5-67,6-3 0,4-1 0,3 2 1,2 1-66,1 1 1,4 2 0,-3-2 0,2 3-291,-2 0 1,2 5 0,-8-4 0,-2 4-24,-3 0 1,-3 3 0,1 0 0,-5 4 142,-6 1 1,-5-5-1,-5 3 1,0-4 81,0-1 1,-1-1-1,-3 1 1,-6 0 150,-6 0 0,0-5 0,-5 0 0,0-1 54,1 0 0,-5-3 1,4 3-1,-3-1-465,-2-3 0,-4 0 0,0-1 0,2 3-2062,1-2 2368,1-2 0,-5-12 0,-2-4 0</inkml:trace>
  <inkml:trace contextRef="#ctx0" brushRef="#br0">7894 12307 8688,'-1'-22'0,"-3"3"657,-5 0 1,-2 2-1,-2 6-261,0 2 1,4 5 0,1 8 0,-2 6-439,-1 6 0,2 4 0,0 5 0,1 1-67,1 0 0,-3 3 0,6 3 0,1 1 212,1 2 1,2 2-1,0 2 1,0 1-93,0 2 1,2 0-1,2 3 1,5-1-205,2-2 1,2-4-1,1-2 1,2-4-399,1 0 0,1-2 0,-2-6 0,1-3-86,-1-4 0,-1 0 0,1-4 677,1-6 0,6-4 0,-3-3 0</inkml:trace>
  <inkml:trace contextRef="#ctx0" brushRef="#br0">8394 12512 9126,'-7'0'2524,"1"0"-2260,6 0 0,2 0 0,2 0-159,4 0 0,4 0 1,1 0-1,-1 0-32,1 0 1,0 0-1,0 1 1,0 2-160,0 2 0,-2 4 0,-1 0 0,-3 2-172,-1 2 0,-2 6 0,-4 2 0,-1 3-84,-4 2 0,-2 4 1,-6 1-1,1 1 256,-1-1 0,0-3 0,2-5 0,1-3 404,1-1 0,2-2 0,-2-4 700,5-1 1,3-3-1,2-2-529,3-1 0,5-2 0,7-4 1,2 0-577,2 0 0,1-4 0,5-2 0,0-1-344,-1-3 0,1-1 0,1-2 0,1 1-3267,2 4 3698,0-4 0,-4 0 0,0-8 0</inkml:trace>
  <inkml:trace contextRef="#ctx0" brushRef="#br0">9009 12717 7829,'7'-13'-501,"0"6"57,-2 3 979,-4-3 538,5 5-614,-12-3 0,5 3-101,-4-2 0,4 1 0,1-5-58,0-2 1,0 2 0,1 0-90,4-2 0,-4 3 0,5-2 209,0-1 0,-5 3-57,3-1 1,2 3-357,-2-3 1,0 4-240,-4-5 0,-5 6 213,-4-1 1,2 2 488,-1 2-128,5 0-308,-3 0 1,16-1-1,3-3-92,1-5 0,2-2 0,1-2 0,4 0-26,3 0 1,1-1 0,-3-2 0,0-1 78,0 2 0,-2-4 0,0 2 1,-1 1 102,-3 2 1,-7 3 0,-1 1-9,-3 1 1,-2 6 0,-7-1-214,-5 3 0,-3 1 0,-6 1 1,-2 2 4,1 1 1,-4 6 0,4-1 0,-1 2 91,-2 2 0,3 0 0,2-2 0,1-1 20,-1-1 0,2 1 0,-5 5 0,1 2 101,3-1 1,4 0 0,2-1 0,1 4-52,-1 1 0,4 0 0,2 3 0,3-2-114,1 2 0,0 1 0,0 2 1,0-2 0,0-3 0,0 2 0,0-6 1,0 0 91,0 2 1,4-9 0,2 2-1,1-2 217,3-2 1,-3 2-1,3-6 1,3-1-71,2-2 0,8-1 0,-2-1 0,4-4-632,0-3 1,5-4 0,0-2 0,0-1-279,1-3 0,-2-3 1,4 3-1,-2-1-7,-3 1 1,-1 0-1,-2 4 1,-3-1 746,0-3 0,-1-4 0,5 2 0</inkml:trace>
  <inkml:trace contextRef="#ctx0" brushRef="#br0">9560 12525 7860,'9'-13'-251,"-1"0"0,-3 0 0,2 1 1,0-1 1224,0 0 1,-4 0-1,3 2 2070,-1 2-2794,-3 3 1,2 8 0,-8 2-1,-5 6-243,-2 6 0,-2 1 0,0 7 0,0 3-113,0 0 1,1 2 0,-1-1-1,0 2-160,0-1 1,5-4-1,1-2 1,-1-3-159,1-2 0,4 0 0,-1-6 1135,3 1 1,1-7-321,0-6 0,5-12 1,4-9-1,2-3-167,2-2 1,4-1 0,0-1 0,0-2-327,2 1 0,-3 2 0,4 3 0,-1 1-433,1 2 0,0 1 1,2-1-1,-5 5-153,-3 6 1,-1 0-1,0 4 1,-1 1-94,1-1 1,0 2-1,0 4 781,0 0 0,5 5 0,2 2 0</inkml:trace>
  <inkml:trace contextRef="#ctx0" brushRef="#br0">10009 12422 7854,'13'-4'99,"-1"0"0,1-6 0,0 3 1,0-2 188,0 1 0,-1-1 1,1-4-1,0 2 360,0 2 1,-2-2-357,-2 2-492,-3 4 0,-12 3 1,-3 8-1,-2 1 152,-2 3 0,-5 6 0,-2 1 0,-2 0 264,1 1 1,4-2 0,-3 5-1,1 1 175,4-2 1,1 2 0,1-3 0,0 1-139,0 3 1,5-3 0,0 1-1,3 2-163,2 1 1,1-3-1,2-1 1,2-1-89,2-4 0,0 0 0,8-4 0,2-2-18,0-5 1,6-3-1,0-1 1,2-2-66,-1-7 0,4-5 0,5-12 0,-1-1-95,-2-3 0,-1-1 0,-2-5 1,-3 2-167,-4-2 1,-4 5 0,-3 1-1,-3 3-322,-1 1 0,-2 2 1,-5 3 663,-4 4 0,-7 3 0,-8 1 0</inkml:trace>
  <inkml:trace contextRef="#ctx0" brushRef="#br0">10944 12743 7365,'0'-9'550,"0"1"24,0 5-366,0-3 1,-4 16 0,0 3-38,1 1 0,-4 6 1,0 1-1,-2 4-156,1 0 0,-1 1 0,-4 0 1,0-1-104,1 1 1,0-1-1,2 0 1,3-4 339,1-4 0,1-7-197,0-1 0,4-8 0,-3-1 1,4-8 5,4-8 0,3 0 0,5-5 0,-2-2 83,-2-1 0,1 2 1,2 1-1,-1 0-85,-2 1 1,-5-3 0,3 6 0,-2 1 240,1 2 0,-1 1-60,-4 0-396,0 6-171,0 2 0,0 15 126,0 2 0,0 4 0,-2-3 0,0 0 94,-3-1 0,-5 1 0,3 2 0,-1 0 55,-1 2 0,2 0 0,-3-4 0,3 0 90,1 0 1,-2 0 0,2-2 0,0-1 31,1-1 0,-1-5 541,2 4-501,2-5 1,2-7-323,9-9 1,-2-3-1507,1 4 1718,-5 5 0,9-11 0,-5 4 0</inkml:trace>
  <inkml:trace contextRef="#ctx0" brushRef="#br0">11931 12461 8565,'0'-13'1622,"0"0"1,0 5-1307,0-1 1,-1 6 0,-4-1-319,-3 2 0,-4 2 0,0 2 0,-3 2-98,-2 5 0,-3 2 0,-4 3 0,1 3-191,2 5 0,1-2 1,-3 0-1,3-2 151,2-2 1,1 0 0,4-1 278,0 2 0,6-4-6,3-4 0,4-7 1,5 3-1,7-2-33,4 1 1,6-3 0,-2 4 0,2-3-111,-1 3 0,-4-2 0,3 5 0,-2 2-9,-2 1 0,-2 2 0,-2 0 1,-2 0-73,-2 0 1,-5 0-1,1-1 1,-2 1 68,-2 0 0,-6 0 1,-2 0-1,-5-1-52,-4 1 1,1 0 0,-4 0 0,0 0-44,0 0 1,-1-5 0,-3 1 0,1 1-571,2 1 0,5-2 687,-1-1 0,-3 1 0,0 3 0</inkml:trace>
  <inkml:trace contextRef="#ctx0" brushRef="#br0">12610 12320 8305,'-1'-13'566,"-3"0"1,2 5 0,-4-1 606,1-1 0,-2 4-1210,-6 2 0,0 4 0,0 6 0,0 5-471,1 5 1,-6 7-1,1-1 1,0 5 176,-1 3 0,4 6 0,-5-2 0,2 3 255,0 2 0,-4-1 0,2 2 0,1 1 108,-1 2 0,2 0 1,4-6-1,0-3 507,0-4 0,2-4-130,3-5 1,3-8 0,10-10-174,3-6 1,11-6 0,5-8 0,7-4-106,6-4 1,4-6 0,11-3 0,0-5-51,4-3 0,-27 20 0,0 0 0,4-3 0,0 1 0,0 1 1,-1 1 26,0-1 0,0 1 0,28-15 0,-14 7 1,-9 6-603,-10 7 1,-9 3-651,-9 14 0,-13 4 0,-11 13 0,-3 5-859,-5 2 2003,-1 2 0,-7-1 0,-2 1 0</inkml:trace>
  <inkml:trace contextRef="#ctx0" brushRef="#br0">12597 12679 7868,'-7'0'3756,"3"-6"-3463,8-3 0,5 4 0,7-1 0,2 2-256,2-1 1,-3 1 0,3 6 0,-1 2-389,-4 4 1,-1 5 0,1 3 0,-1 2-187,-1 2 0,2 0 1,-7 3-1,0-2-230,1 2 1,-7 1 0,4 2 766,0 0 0,1-1 0,6 1 0</inkml:trace>
  <inkml:trace contextRef="#ctx0" brushRef="#br0">13136 12679 7930,'8'-17'0,"-1"-1"0,1 3 0,-1 1 0,-3 2 2246,4 4 0,-5 3-2257,2 10 1,-4 6 0,-2 8 0,-4 0-601,-3 4 1,1 6-1,0 1 1,-1 0-165,1 1 0,4-4 0,-2 4 775,-1 1 0,5-5 0,-5 4 0</inkml:trace>
  <inkml:trace contextRef="#ctx0" brushRef="#br0">13354 12320 8454,'-5'-26'0,"1"0"2137,1 1 0,-3 9-596,2 3 0,0 10-1671,4 3 1,0 12-1,0 9 1,0 3-926,0 2 1,-4 4 1054,-1 0 0,1 5 0,4-2 0</inkml:trace>
  <inkml:trace contextRef="#ctx0" brushRef="#br0">13597 12525 8552,'7'-6'4813,"-3"-2"-4521,4 2 0,-3 6 0,4 10 0,-5 7-671,-2 9 0,-8 5 0,-3 9 0,-2 3-36,-2 4 1,-4 2 0,0 1 0,1-1-11,2-2 1,1-5 0,0 4 0,1-5 410,-1-8 1,1-3 0,2-14 916,2-5 1,4-5 0,-4-12-202,3-7 0,0-5 1,7-11-1,2-4-549,5-5 0,4-5 1,4-1-1,4-6-553,3-4 1,3-6-1,2 5 1,2-1-9,2-1 0,1 4 1,4-2-1,-1 4 263,-2 4 0,-4 4 0,-7 10 1,-1 8 126,-2 6 0,-5 9 0,1 3 25,-3 1 1,-1 2-1,0 5-203,0 4 0,-5-4 1,1 5 130,1-1 0,1 3 1,2 3-1,-2-1 350,-2-2 0,1 2 1,-6 6-1,0 3-2,2 1 1,-4-3-1,2 4 1,-4 0-141,-4-1 1,-4 5 0,-4-5 0,-3 1-175,-2 0 1,2-5 0,-8 2 0,-3-2-203,-2-3 1,2 3 0,5-9-1,-2 1-228,-1 1 1,2-5-1,2 3 1,1-1-153,-1-3 1,4-3 0,-3-3 0,4-3-1380,2-1 1992,-8-1 0,12-5 0,-9 0 0</inkml:trace>
  <inkml:trace contextRef="#ctx0" brushRef="#br0">2845 13871 6588,'-7'-6'118,"0"5"1,4-5 63,-1 0 0,-2 5 42,2-3 1,1 2-28,-6 2 1,6-1 0,-2-2 56,-1-1 1,3-1 0,-5 5-125,-2 0 1,3 0-1,-2 0 1,-1 2-141,-1 2 1,-2-1 0,-1 7 0,-2 3-82,-1 2 0,-6 8 0,3-1 0,0 2-48,3 1 1,-1 1 0,1 0 0,1-2 41,2-3 1,2 2 0,4-6 0,3-1 101,4-2 1,2-3 131,4-2 1,3-3 0,9-8-1,5-3-16,2-8 0,-3 0 1,1-6-1,0 2-104,3 0 0,-1 0 1,-3 4-1,-4 1 13,-3-1 1,-2 0 0,-2 1 158,-2 4 0,-5 1-182,2 3 0,-4 4 1,-1 0-1,0 7-137,0 4 0,0 2 0,0 1 0,0 2 52,0 1 1,0-4 0,0-5 0,0 2-112,0 2 1,6 0 0,2 1 0,4-1-183,0-4 1,0 4 0,-2-2 370,-2 5 0,1-1 0,4 5 0</inkml:trace>
  <inkml:trace contextRef="#ctx0" brushRef="#br0">3332 14012 8037,'-13'-6'-184,"5"5"1,-1-4 437,-1 4 0,3-3 0,-2 0-340,-1 1 1,3 1 0,-1 4 42,-2 2 0,-2-1 0,0 4 0,-1 0 74,0 0 0,-1 2 0,-2 4 26,-1-1 0,-1 1 0,2 1 0,-1 2 12,1 1 0,-2 5 1,1-4-1,1 2-81,2 3 1,1 1 0,1 2 0,4-1-43,4 1 0,2-5 0,4-1 1,2-1 20,4-4 0,5 0 0,4-4 0,5-2 116,2-5 1,3-4 0,1-6 0,4-7 37,0-7 1,-2-5-1,3-5 1,0-6 3,0-5 0,-5 0 1,2-5-1,-4 0-135,-5 1 1,-2 2 0,-8-2 0,-3 0 3,-3 4 1,-4 1-1,-1 3 1,0 2-14,0 0 0,-6 7 0,-2-1 1,-3 7 170,-2 5 0,4 2 0,1 4 261,-2 2 0,4 5-256,2 8 1,2-1-1,2 6 1,0 2-167,0 5 1,0-2 0,2 5 0,1-1-117,1 3 1,4 4 0,-3 0 0,-1 1-418,2 0 0,-5 3 0,5 3 1,-2 1 10,0 2 1,2-2 0,-3 3 530,1 3 0,6 0 0,-3 5 0</inkml:trace>
  <inkml:trace contextRef="#ctx0" brushRef="#br0">3934 13935 8034,'7'-13'145,"1"0"1,-6 1 883,3-1 1,0 4-1179,0 1 1,-4 6-1,3 2 1,-4 7-29,-4 5 1,-3 5-1,-7 0 1,-2 0 156,-1 1 0,-6-3 0,2 2 0,-3-2 47,-2 3 0,0-4 1,1 4-1,-1-1 26,0 1 1,5 3 0,1-3 0,2 1-112,2-1 0,-1 5 0,4-3 1,6 0-123,4-3 1,3 2-1,2-2 1,3-2 159,8 0 0,6-8 0,6-3 0,1-2 71,-1-2 0,5-2 1,2-4-1,0-6 177,4-8 0,0-6 0,-1-4 0,-1-4-17,2-3 0,-5-3 0,-2-1 0,-5-2-93,-3 2 1,-6 1-1,-1 1 1,-6 1-66,-2-1 1,-2 1 0,-5-1-1,-3 2-194,-5 3 0,-2-3 1,-2 4-1,0-1-374,0 0 1,2 1-1,1-1 1,3 6 575,1 5 0,0 4 419,2 7 0,3 6 0,-4 6 1,4 7-127,1 4 0,4 12 1,2 4-1,0 6-152,-1 7 1,5 0 0,-3 7 0,2 1-581,0 2 0,-5 1 0,3 1 0,0-1-289,0 0 0,-3-1 0,4-2 0,-1-2-355,0-2 1,-3-5 1021,5-5 0,-1 0 0,5 4 0</inkml:trace>
  <inkml:trace contextRef="#ctx0" brushRef="#br0">4511 14050 8034,'0'-8'1790,"0"-1"-1684,0 6 1,0-1 0,-1 8 69,-4 5 1,4 2-1,-3 4 1,2 0-308,2 2 0,0 6 0,0-3 0,0 1-399,0 1 1,0-7-1,0 3 530,0-4 0,6 4 0,1 2 0</inkml:trace>
  <inkml:trace contextRef="#ctx0" brushRef="#br0">4665 13679 7983,'-13'-8'1055,"2"-3"0,1-5 416,1 1 1,1 6-1389,-5 5 1,6 5 0,2 8 0,4 8-1008,1 6 0,0 2 0,0 1 924,0 0 0,6 5 0,1 2 0</inkml:trace>
  <inkml:trace contextRef="#ctx0" brushRef="#br0">6010 13820 7907,'8'-13'142,"-4"0"537,-3 0 0,-1 0 1075,0 0-1460,0 6 1,-5 2-1,-4 5-123,-2 0 1,-7 0-1,0 1 1,-2 2-185,-3 1 0,-2 6 0,-5-1 1,-4 2-110,-3 2 0,0 0 1,1 0-1,0-1 69,-4 1 1,8 0-1,-2 0 1,5 0-260,3 0 1,6-1-1,3 1 1,5 0 161,3 0 1,5 0 0,8-2-1,7-1 355,9-1 0,3-2 1,11 1-1,3-4-101,5-2 0,0 2 1,7 0-1,-1-1-73,-4-1 0,2-2 0,-5 0 1,-2 1-1,-4 3 0,-6-2 1,-1 2-1,-5-1-12,-6 1 0,-4-1 91,-5 6 1,-5-1-1,-10 5 1,-7 0 18,-5 0 0,-3-1 0,-7 1 0,-2 1-132,-2 4 1,2-4 0,-5 3 0,-1-3-310,2-1 0,-1 0 0,-1 0 0,0-2-303,-2-2 0,4 1 1,-6-6-1,3-1-1399,4-2 2014,6-7 0,-9-12 0,4-9 0</inkml:trace>
  <inkml:trace contextRef="#ctx0" brushRef="#br0">5703 13525 7907,'0'-13'1264,"0"0"1,0 7 0,0 8-813,0 9 0,-2 11 0,0 12 0,-3 8-360,2 7 1,2 4 0,1 2 0,1 5-153,4 3 0,2 1 1,7 0-1,2-1-100,1-4 0,0-2 0,-3-5 0,2-3-153,1-2 1,-4-4 0,-5-7 0,1-3-732,-2-2 1,3 3 1043,-6-4 0,6 6 0,-3-4 0</inkml:trace>
  <inkml:trace contextRef="#ctx0" brushRef="#br0">6305 13897 8346,'0'-8'848,"6"1"1,2 4-1,4-1-652,1 1 0,5-2 1,3-1-1,5-1-113,4-3 1,-3 3-1,3-2 1,-2 1-346,2 0 0,-3-2 1,2 6-1,-6 1 46,-6 2 1,-3 0 215,-1-4 0,0 4 0,-1-5 0</inkml:trace>
  <inkml:trace contextRef="#ctx0" brushRef="#br0">6497 13640 7783,'-21'-6'541,"1"-1"1,2-1 146,2-1 0,6 6 0,1 0 0,1 6-454,1 6 1,1 4 0,6 5-1,0 6-365,0 5 0,0 7 0,0-4 0,0 2-211,0 1 0,6-3 1,2 4-1,2-3 105,-1-2 1,4-1 0,-2-6 0,5-1 110,-1-2 0,0-5 1,-1 1-1,1-3-5,3-1 1,3-1-1,-3-2 1,1-3-80,-1-2 1,5 0 0,-1-5 0,2 0-365,1 0 574,1-6 0,5-7 0,2-7 0</inkml:trace>
  <inkml:trace contextRef="#ctx0" brushRef="#br0">7100 13794 7719,'0'-14'273,"0"-3"1,4 2-1,0-2 1040,-1 3 0,-1 1-872,-2 0 0,-2 6 0,-2 3-387,-5 3 0,-2 1 0,-3 1 0,-2 3-69,-1 5 1,-2-2 0,4 0 0,-4 0-172,-1 0 0,0 2 1,-1 4-1,4-1-191,3 1 1,1-4 0,0-1 246,0 2 0,6 2 257,3 1 1,4-1 0,4 1-14,5 0 1,2-6-1,2-1 1,1-2-123,3 0 0,2 6 0,3-2 0,0 0-154,1 1 0,-3-1 0,-1 5 0,0 0 23,-3 0 1,-2 1 0,-1 2 0,-2 1 76,-2-2 1,1 4-1,-6-2 1,-1-1 165,-2-2 1,-7 3 0,-2 0 0,-3-1 20,-2-2 1,-2-6 0,0 1 0,-2 0-76,1-2 1,-2 3 0,-1-6 0,1-1-8,-1-2 0,2-1 0,4 0 1,2-3-133,2-5 0,3-6 0,6-12 0,0-1 45,0-3 1,10-1 0,5-5-1,3 3 216,5 2 0,-3 1 0,3 4 1,2 2-381,4 3 0,1 2 0,-5 6 0,2 2-238,3 2 0,-3 4 1,3 6-1,-4 3 446,-5 5 0,3 8 0,-4 3 0</inkml:trace>
  <inkml:trace contextRef="#ctx0" brushRef="#br0">7369 13999 14271,'0'13'381,"0"4"0,0 1 1,0 4-859,0 5 0,0 4 0,0 8 0,0-1-334,0 1 1,4-1-1,2-1 1,1-3-679,3-4 0,1-3 1489,2-1 0,6 0 0,1-1 0</inkml:trace>
  <inkml:trace contextRef="#ctx0" brushRef="#br0">8125 13807 7887,'13'0'782,"0"0"1,-5 0 0,-1 1-449,-1 3 1,-2-1-1,-4 6-199,0 1 0,-7 1 0,-4 2 0,-6 0-204,-3 0 0,-3 0 1,-6-1-1,-2 1-133,-2 0 1,3 0 0,-2 0 0,0-1 134,4 1 0,2-6 1,5-1-1,4-2 117,3 1 0,6 0 69,4 0 0,10-4 0,7 3 0,7-2-34,4-2 0,3 4 0,1 0 0,4-1-160,0-1 1,1-2-1,1 1 1,-2 2-105,-1 1 0,-8 2 0,2-2 1,-2 3 35,-3 0 0,-1 5 0,-8-4 0,-2 4 64,-5 0 0,-3 1 0,-4 1 0,-4 2 97,-6 1 1,-8 5 0,-2-4 0,-4 1-13,-3-1 1,0 4 0,5-5 0,-2-2-190,-3 0 1,3-3 0,-3 0 0,3-2-521,1-2 0,1-6 703,-1-2 0,0-12 0,1-8 0</inkml:trace>
  <inkml:trace contextRef="#ctx0" brushRef="#br0">7933 13755 7755,'13'-32'363,"-5"0"0,1 8 1,-1 3 461,-1 4 1,-1 5 0,-6 8-353,0 8 0,0 12 0,0 7 0,0 5-447,0 6 0,0 3 0,0 3 0,0 2-286,0 0 0,0 5 0,1-4 0,2-2 23,2-1 1,4 3-1,0 0 1,2-2-311,2-1 1,1-7 0,2-3 0,3-3 32,1-2 0,-5 0 0,4-4 0,-1-5 514,4-6 0,2-5 0,1-5 0</inkml:trace>
  <inkml:trace contextRef="#ctx0" brushRef="#br0">8522 14063 7936,'-7'-6'1875,"1"4"-1324,6-7 0,0 5 0,2-3-560,2 1 0,3 0 1,6 2-1,1-5-91,3-2 0,3 3 0,6-1 1,1-1-86,3-1 1,-3-6 0,3-1 0,-3 3-432,-1 1 0,-1 5 0,-1 0 1,-2-1-227,-5-1 1,-4-2 841,-5 0 0,-4 2 0,-8 1 0,-6 3 14,-5 1 1,-1-4-1,-6 2 1,0-4 226,-2-1 1,2 5 0,2-1 0,0-1 317,0-1 0,5 4 0,-2 3 0,2 2 415,3 2 1,-1 0 0,0 2-729,0 2 1,6 3 0,1 7 0,2 3-172,0 5 1,-1 3 0,5 4-1,0 2 61,0 2 0,0 1 0,0 5 0,0-1-370,0 1 1,0-5-1,2 0 1,1 0 56,1-1 1,6 1 0,-1-7-1,2-4 243,2-3 1,1-3 0,2-4 0,2 0-111,2-1 1,1-5 0,5-2 0,1-4-365,3-1 1,3 0-1,4-1 1,0-4-1060,1-3 0,-2-5 1467,7-4 0,2-9 0,1-6 0</inkml:trace>
  <inkml:trace contextRef="#ctx0" brushRef="#br0">9471 13884 7935,'1'-22'283,"3"1"0,-2 5 0,2-1 1,-3 3 947,-1 1 0,0 5-1030,0-1 0,-1 6 0,-3-1 0,-5 4-137,-2 4 0,-4-1 1,-2 6-1,-3 1-31,1 1 0,-10 2 0,3 0 1,-1-1-105,0 1 1,3 0 0,1 0 0,3 0-83,2 0 1,1-1 0,4 1 0,2 0 57,2 0 0,3-5 0,8 1 73,2 1 0,3-4 1,6-1-1,1 0 99,3-1 0,3 0 0,6-3 0,-1 2 71,1 2 1,0-1-1,-2-4 1,-1 0-166,-2 0 1,-1 4 0,3 0-1,-3 1-167,-2 0 0,-1-2 0,-4 6 1,0 1 109,0 1 0,-2-2 0,-2-1 0,-4 4 138,1 3 1,-4 0 0,0 2-1,-4-2 111,-7 2 1,-2-1 0,-2 4 0,0-1-319,0-4 0,0 4 0,1-2 0,-3 0-76,-2 1 0,3-3 0,-3 2 1,1-3-142,-1-1 1,3-2 0,-5-1-1,2-3 256,0-1 1,2-3-1,5-7 1,2-6 249,3-6 0,0-11 0,7-10 1,2-6 101,5-2 0,8-4 0,6-5 1,4-2 250,3 2 1,7 3 0,1 3-1,8 1 44,3-2 1,-3 11 0,-3 5 0,-5 10-805,-4 10 0,-2 6 0,-8 9 0,-4 2 270,-7 4 1,-2 10 0,-7 3-10,-1 3 0,-1 2 0,-2-1 0</inkml:trace>
  <inkml:trace contextRef="#ctx0" brushRef="#br0">9958 14076 7760,'1'-13'0,"3"0"910,5 1 1,-2 3-1,1 0-557,2-1 0,2 5 0,-1 2 1,-1 6-584,-1 5 0,-6 5 0,1 4 1,-3 5 91,-1 2 1,0 6-1,0 1 1,-1 0 237,-3 1 1,1 2-1,-4-3 1,1 1-232,3-1 0,-3-1 0,2-5 1,1 1-731,2 0 0,1-1 0,0 0-660,0-4 1521,0-3 0,0-10 0,0-3 0</inkml:trace>
  <inkml:trace contextRef="#ctx0" brushRef="#br0">10637 13422 10679,'0'-13'2362,"0"8"1,0 6-1930,0 10 1,0 9 0,0 10 0,0 6-586,0 5 1,-5 5 0,1 5 0,1 2-233,2 2 0,-1 4 0,0 5 0,-3-1-34,3-4 1,0-3-1,1-8 1,-2-2-364,-1-2 0,-1-3 1,4-6-1,-2-7 781,-1-5 0,-6 1 0,3-4 0</inkml:trace>
  <inkml:trace contextRef="#ctx0" brushRef="#br0">692 15114 7835,'-6'-7'12,"3"-4"1,-5 4 2086,-2 0-1998,4-5 0,-1 12 1,4 0-456,-1 7 0,0 5 0,2-1 328,-2-2 0,1 2 1,-4-2 281,1 2 0,-2-2 0,2-2 0,0 0 26,1 0 1,-5-3 0,1 3-19,-2-1 1,-2 4 0,0-3-133,0 0 1,5 0 0,-1-4-216,-1 1 0,5 6-13,0-1 1,4-2 0,1 2 0,0 1 20,0 1 0,0-2 0,1-1 1,4 2 88,3 1 1,2 2 0,0 0 0,-1-1 97,1-4 1,1 3 0,2-2 0,-2 2 10,-2 2 1,2-1 0,-4-2 0,0-2-31,-2 2 1,0 1 0,0 2-49,-2 0 0,-2 0 0,-1 0 0,0 0-66,0-1 0,-1 1 0,-4-1 0,-3-2 47,-4-2 0,0 1 0,-3 4 0,0-1-494,-2 1 1,-6-1 0,1-2-1,-2-3-115,-1-2 0,0 4 1,4-5-1,4-1-51,3-2 0,-2-2 1,3-3 633,6-5 0,4-8 0,3-3 0</inkml:trace>
  <inkml:trace contextRef="#ctx0" brushRef="#br0">871 15012 7835,'0'-9'-308,"0"1"641,0-2 0,0 3-26,0-2 0,0 5-341,0-5 1,-1 6 0,-2 1-47,-1 4 0,0 6 0,4 4 0,-2 1 142,-2 0 1,3 6 0,-5 2-1,2 3 20,-1 2 0,-3-1 0,2 2 0,0 3-34,1 5 0,-5 0 1,3 1-1,-2-2-36,0 2 0,5-1 1,-3-1-1,0-4-8,0-3 1,4-7 0,-1-3 150,2-2 1,2-10 160,0-5 0,10-5 1,3-8 28,1 0 1,6-1 0,2-2 0,2-2-295,1-2 1,-3 4-1,-1-1 1,1 3-196,-3 1 0,6 0 1,-5 2-1,0 1-837,-3 1 1,-3 6-379,-1-1 0,-8 4 1359,-5 4 0,-5-1 0,-10 6 0,-2 1 0,-4 1 0,2-3 0,1 1 0,1 1-127,0 1 0,0-2 1,4-1-1,0 1 370,0-2 0,0 5 1,1-4 512,-1 3 0,6-2 0,2 0-151,4 1 1,1-3 0,1 1-293,4 2 0,2 3 1,6 3-1,-1 1-305,1-2 0,4 1 1,2 0-1,-1 2-418,1 2 0,2-4 0,-4 1 0,0-3-183,2-1 1,-5 0 0,3 0 0,-3-2 592,-1-2 0,0 2 0,0-4 0</inkml:trace>
  <inkml:trace contextRef="#ctx0" brushRef="#br0">1320 15627 7835,'-9'-1'313,"1"-2"0,-1-3 1738,2-1 1,0 4-1957,3-1 1,2 8-1,-2 6 1,3 4-427,1 4 1,0 4-1,0-2 1,0 2-335,0-1 1,0-1 0,0 3 0,0-3-25,0-2 0,0 1 0,0-4 689,0 2 0,5 1 0,3-6 0</inkml:trace>
  <inkml:trace contextRef="#ctx0" brushRef="#br0">1346 15281 7835,'-13'-13'441,"-4"0"0,0 2 0,2 1 778,5 1 1,-1 9 0,4 3-1282,0 9 0,1 9 0,6 2 0,0 4-915,0 3 1,4 1 0,2-4 0,1 0-693,3-2 1669,-4-3 0,11 4 0,-3 0 0</inkml:trace>
  <inkml:trace contextRef="#ctx0" brushRef="#br0">1679 15550 7824,'-13'0'1786,"0"-4"1,0 1-1050,1 5 1,0 9 0,2 12-1,3 5-1059,1 6 1,2 5-1,3 2 1,-2 3 103,-1 2 0,-1-1 0,5 2 0,0-4-189,0-3 1,0-3 0,2-3 0,1-5 28,1-6 0,0-9 710,-4-6 0,4-10 0,1-4 0,-1-8 126,2-8 1,-5-6 0,5-4 0,-2 0-205,0-4 1,2-1-1,-3-3 1,3-3-461,1-4 1,-3-2 0,3-3-1,0 1-601,0 0 1,2-2 0,2 0-1,-1 2 719,-1 5 0,-6 5 0,2 4 1,0 3 385,-1 4 1,4 13 0,-2 6-112,1 3 0,-3 4 0,5 4 0,1 0 25,1 0 1,2 6 0,0 2-1,0 4-154,0 1 1,-5-1-1,-1 1 1,0 0-197,0 0 1,-2 0 0,2-1 0,-1 1 58,-4 0 1,0 0 0,-2 0-1,0 0 14,0-1 1,-2 5 0,-2 1 0,-4-3-44,-4-1 1,2 4 0,0-1 0,-1-2-167,1 0 0,-1-3 0,-4 1 0,1-1-1326,3-4 1600,1 4 0,-9-11 0,-1 5 0</inkml:trace>
  <inkml:trace contextRef="#ctx0" brushRef="#br0">2396 15012 7797,'-1'-13'2591,"-2"0"1024,-1 0-4228,0 6 0,4 12 0,1 9 0,2 3-1174,1 1 0,0 5 1787,-4-1 0,0 2 0,0 1 0</inkml:trace>
  <inkml:trace contextRef="#ctx0" brushRef="#br0">2525 15486 7766,'0'-8'0,"0"-1"2990,0-1 1,0 3 0,1 0-1931,3 1 0,-1 9 1,6 8-1061,1 5 0,7 13 0,3-2 0</inkml:trace>
  <inkml:trace contextRef="#ctx0" brushRef="#br0">3665 15358 7991,'0'-7'-269,"6"1"1,-5 12 0,5 1 0</inkml:trace>
  <inkml:trace contextRef="#ctx0" brushRef="#br0">3704 15409 7735,'-6'-7'-880,"3"1"1,-4 5 879,1-3 0,-4-3 0,3-6 0</inkml:trace>
  <inkml:trace contextRef="#ctx0" brushRef="#br0">3755 15345 9760,'0'-7'874,"0"0"-695,0 3 0,-2 2-81,-2-2 0,-3 2 1,-6 2-65,0 0 1,-1 6 0,-1 3 0,-4 2-102,-1 2 0,-1 5 1,-5 4-1,0 2-115,1 2 0,-1 5 1,1 2-1,0 1 39,4 0 0,-2-5 0,8 1 0,3-5 33,6-3 0,5-8 173,1-6 1,7-6-1,6-4 1,6-8 176,0-5 0,7-8 0,-2 2 1,3-4-163,-2 0 0,-1 3 0,-6 1 0,1 0-40,-1 1 0,-2 1 0,-6 6 0,-3 0 164,-1 1 0,-2-1 58,-4 0 0,-1 7-169,-4 6 1,4 2 0,-3 6 0,2 2 78,2 2 1,0 0 0,0 1 0,2 0-161,2 0 1,3 4-1,6 0 1,0-1-279,-1-2 0,1 0 1,0 2-1,0 1-189,0-1 0,0-2 0,-2-1 0,-1 1-215,-2 3 0,-5-3 0,2 3 0,-4-2 672,-1-2 0,0 5 0,0 2 0</inkml:trace>
  <inkml:trace contextRef="#ctx0" brushRef="#br0">4191 15499 8148,'0'-20'139,"0"1"0,0 7 371,0-1 1,0 4-560,0 1-56,0 5 0,-2-1 296,-2 8 1,1-1 0,-5 4-105,-2-1 0,2-1 0,0-2 0,-2 3-20,-1 1 1,2-3 0,0 5 0,-1 1-87,-1 1 0,-2 2 0,2 1 0,1 2-161,1 1 0,5 6 0,-3-3 0,0 1-81,0 0 0,4-1 1,-1 3-1,2-3 176,2-1 1,0-2-1,0-4 1,2-2 182,2-3 0,3-2 0,6-6 1,0 0 278,-1 0 1,7-7 0,2-7 0,4-9-182,0-5 1,2-10 0,2 1 0,1-5-152,-2-4 1,-5 5 0,-3-3 0,-2 0 26,-2-3 0,-3 2 1,-5 3-1,-3 3-12,-4 5 0,-7-3 0,-2 4 0,-4 2-20,0 5 0,-1 6 1,0 7-1,2 1-256,2-1 284,-2 6 0,9 2 0,-2 10 0,3 3 62,1 4 0,0 5 0,0 1 1,1 2-68,3 3 0,-1 1 0,4 2 0,-1-1-229,-3 1 1,2 5 0,1 2-1,0 0-222,-1-3 0,1 1 0,-3 1 0,1 0-121,-1 4 1,-1-5 0,-2 1-1,0-2 9,0-1 1,0 3 0,0-5 0,0 0 499,0-3 0,5-1 0,2 3 0</inkml:trace>
  <inkml:trace contextRef="#ctx0" brushRef="#br0">4883 15371 7967,'0'-13'659,"0"0"1,1 0 892,3 0-1948,-2 6 1,3 3 0,-6 8 210,-3 5 0,-2 2 1,-4 2-1,2 0 152,-2 0 0,-2 0 0,-2-2 0,-2-1-24,-1-2 0,-1 1 0,2 4 0,-1 0 99,1-1 1,2-3 0,1 0-1,0 1 168,1 1 1,-1 6 0,0 0 0,2 0-205,2 2 0,-1-4 0,6 5 0,1 0-52,2 0 0,1-3 0,0 3 0,1-1 49,3-4 0,3 0 1,8-4-1,0-2 243,2-5 1,5-3 0,-4-2 0,2-5-69,3-7 0,1-5 0,3-9 0,3-3-88,4-4 0,-2-5 1,-1-2-1,-1-3-94,0-2 0,-5-1 0,-5-3 0,-3 3-66,-5 5 0,-5-3 0,-7 3 1,0 2-105,0 4 1,-2 1 0,0 6 0,-4 4 33,-1 2 1,0 7-1,-3 0 258,1 6 1,6 6 140,-1 8 0,3 8 0,1 6 0,0 1-68,0-1 0,0 9 1,0-1-1,0 3-259,0 2 1,0-3-1,0 8 1,0 1-247,0 0 0,-2 9 0,-1-8 0,-1 2-229,1 0 0,-2 7 0,-1 0 543,-1-3 0,-2 3 0,-4-1 0</inkml:trace>
  <inkml:trace contextRef="#ctx0" brushRef="#br0">5395 15435 11977,'0'21'-1215,"2"2"0,1 3 750,1 2 1,4 6 0,-2-2-1,1 0-258,3 4 0,0-5 723,-1-1 0,8 3 0,-3 0 0</inkml:trace>
  <inkml:trace contextRef="#ctx0" brushRef="#br0">5485 15037 7918,'-19'-11'853,"5"3"0,-1-10 1,3 6 1841,4 3 0,6 6-3028,2 12 1,3 6-1,8 14 1,4 2-760,-1 2 1092,0-5 0,5 10 0,1-6 0</inkml:trace>
  <inkml:trace contextRef="#ctx0" brushRef="#br0">6933 15178 9005,'-6'-12'1472,"-1"5"1,-6 2-1411,1 4 0,-1 1 0,0 1 0,-1 4-367,-3 3 0,1 8 0,-7 2 0,-2 1 117,-4-1 1,-2 5 0,2-3-1,-1 1 25,2 1 0,-3-7 0,2 3 0,5-4 150,5-1 0,5-2 0,3-1 444,2-2 0,5-5 1,8 2-148,5-4 1,8-1 0,4 0 0,3 0-113,2 0 1,1 0 0,3 0 0,3 0-216,0 0 1,-1 4 0,-3 1 0,1-1-214,-2 2 0,-2-4 0,-5 6 0,-4-3-333,-3-2 0,-6 4 495,-4 2 1,-4-2 0,-6 1 0,-7 1 162,-7-2 1,-4 9 0,-3-3 0,-1 1-59,-2 0 0,-4 3 0,2 2 0,0-1-567,-4 1 1,5-2 0,1-4 555,3-1 0,-10 7 0,-3 1 0</inkml:trace>
  <inkml:trace contextRef="#ctx0" brushRef="#br0">6600 14935 8240,'-10'-20'0,"-3"3"883,-1 3 1,4 2-1,1 4-431,-1 3 0,5 10 0,0 5 0,4 7-404,1 8 0,0 7 1,0 6-1,0 2-63,0 3 0,6 2 1,2 7-1,4-1-129,0 0 0,3 0 0,2 1 0,3-2-176,0-3 0,4 0 0,-3-7 1,3-3-124,2 0 0,-6-8 1,-3-1-1,-3-7-533,-1-3 1,-4-5-102,-1-4 1077,-5-6 0,8-3 0,-3-7 0</inkml:trace>
  <inkml:trace contextRef="#ctx0" brushRef="#br0">7125 15332 7893,'-8'-4'1693,"1"-2"825,1-1-2501,2 4 1,5-7 0,3 6-1,6 1-167,6 2 0,4-1 0,7 0 0,3-4 3,4-1 0,3-2 0,2-5 0,-1-2-221,0-1 1,-3 0 0,-3 4 0,0 0-817,-4 1 1184,-1-1 0,-7 0 0,-1 0 0</inkml:trace>
  <inkml:trace contextRef="#ctx0" brushRef="#br0">7356 15102 8055,'-13'0'317,"0"0"0,1 0 0,-1 0 0,-1 0 559,-4 0 0,8 0 0,-2 0 0,0 0-649,1 0 0,2 5 0,2 5 0,1 7-327,4 9 1,0 1 0,2 7-1,0 3-232,0 5 0,2-3 0,2 4 0,6-4-199,6-5 1,-2 1 0,4-6 0,-1-3 241,0-4 1,5-6 0,-4 1 0,2-3 67,3-1 0,-3-6 0,1-1 0,2-2-172,1 1 0,3-1 393,3-4 0,3-12 0,5-2 0</inkml:trace>
  <inkml:trace contextRef="#ctx0" brushRef="#br0">8035 15191 7893,'0'-13'392,"0"1"1,-1-1 0,-2 0-1,-1 0 2727,1 0-3582,1 6 0,1 3 143,-3 8 1,1 3-1,-6 6 1,-1 1 228,-1 4 1,-2-4 0,-1 3 0,-2-3-11,-1-1 0,-1 4 0,2 0 0,-1 0 260,1 2 0,2-4 0,1 5 0,2-1-105,2-3 1,-1-1-1,6 1 1,1 1-129,2-1 1,2-2-1,3-3 1,5-2-10,2-5 0,4-3 0,2-2 0,4-3-88,3-5 0,2-8 0,0-4 0,-1-3 171,1-2 1,-2 0-1,-1 2 1,-3 3 719,-2 4 0,-5-2 0,-4 2 552,1 1 0,-5 11-956,-1 9 0,-2 13 0,-2 16 0,-1 2-252,-4 5 1,4 9 0,-3 1-1,2 2-746,2-2 0,0 1 0,0-5 0,0 1-512,0 0 0,0-11 1,0-2 1193,0-6 0,0-2 0,0 0 0</inkml:trace>
  <inkml:trace contextRef="#ctx0" brushRef="#br0">8356 15602 7882,'12'-30'409,"3"-2"0,0 1 1421,2 0 0,0 6 0,-4 10-1270,0 5 0,-4 4 1,-2 7-1,0 5-967,0 7 0,-4 5 1,1 10-1,-2 0-284,-2 2 0,0 6 0,0-4 0,0 1-138,0-3 0,-5 1 0,1-1 0,1-1 829,2-2 0,-5 4 0,-1 2 0</inkml:trace>
  <inkml:trace contextRef="#ctx0" brushRef="#br0">9688 15191 7964,'8'-5'204,"-3"-3"1,-5-4 0,0-1 550,0 0 1,0 4 0,0 1 605,0-2-1294,0 4 0,-1 1-241,-3 5 1,1 5 0,-6 4 0,-2 2 21,-5 2 1,-4 1 0,-5 2 0,-1 1-133,0-1 0,-1 4 0,-1 0 1,-2 0 156,1-3 0,7-2 1,2 1-1,0 1 227,0-1 1,8-6 142,0-2 1,9-1-8,3 2 0,10-3 1,8-6-1,4 0-57,5 0 0,-2 0 0,5 1 1,-1 2-198,0 1 0,-1 0 0,1-2 1,-3 1-68,-5 1 0,2 4 1,-6-2-1,-1 1 61,-2 3 1,-7-3 0,-2 2-1,-4 2-18,-1 5 1,-1-2 0,-4 5 0,-5-2-127,-5 0 1,-1 0-1,-5-3 1,-2 2-89,-1 1 0,-2 0 0,0-4 1,2 0-189,3 0 0,-2-2 0,6-2 444,1-5 0,-4-8 0,0-4 0</inkml:trace>
  <inkml:trace contextRef="#ctx0" brushRef="#br0">9547 14973 7925,'0'-25'595,"0"5"0,0 3 0,0 2 488,0 3 0,-1 4 0,-3 6-806,-5 4 0,2 11 0,-1 10 0,-1 6-230,2 5 0,0 4 0,4 5 0,-1 4-201,1 3 1,1 0 0,2-2 0,0-1-563,0 2 0,2-5 0,1 0 1,2-1-212,2-1 0,2-5 0,4-7 927,0-3 0,5-1 0,2 0 0</inkml:trace>
  <inkml:trace contextRef="#ctx0" brushRef="#br0">9970 15319 7925,'0'-12'225,"0"-1"507,0 0 1,0 4-1,0 1 7,0-2 0,2 4-829,2 2 1,3 1 0,7 0 0,2-1-192,1 1 0,6-4 0,0-1 0,4-4 97,3-1 1,4 0-1,-4 1 1,-2-1-628,-1 0 0,-1 0 811,0 0 0,-1-5 0,1-2 0</inkml:trace>
  <inkml:trace contextRef="#ctx0" brushRef="#br0">10227 14986 7919,'-13'0'430,"0"0"0,0 0 1,0 0-1,1 0 210,-1 0 1,1 2 0,2 3-1,2 8-522,-2 7 1,3 4-1,0 2 1,1 1-134,3 3 0,-3 7 0,2 6 0,1-2-191,2-1 1,7-2-1,2 1 1,3-2-140,2-3 0,2-4 1,0-9-1,4-4 238,1-2 0,-3-4 0,3-2 1,0-5 57,0-3 0,1-1 0,5 0 1,-1 0-295,1 0 343,-1-5 0,1-8 0,0-7 0</inkml:trace>
  <inkml:trace contextRef="#ctx0" brushRef="#br0">10829 15102 7913,'-6'-13'255,"5"0"1,-3 0-1,2 0 2110,2 0 0,0 5-2332,0-1 0,2 7 0,0-1 0,3 6-665,-2 5 0,-2 3 0,-2 4 1,-4 0 234,-3 2 1,-5 2 0,-4-3 0,-5 1 72,-2-2 1,0 0-1,1-3 1,2 1 642,-2 0 1,5-1 0,1-3 0,2 0 182,2 1 1,5-3-1,1 2-270,1 1 0,2 1 0,5 2 1,4 0-250,3-1 1,5-4 0,4-3-1,4 0-249,4-1 1,2-1 0,1-9 0,2-5 42,-2-5 1,0-7 0,-3 3 0,-1-1 556,-2-1 1,-4 3 0,-6-3-1,-4 5 900,-4 3 0,2 1-774,-2 0 1,-1 9 0,-6 8 0,-2 13-176,-2 10 1,2 6-1,-2 7 1,0 3-505,0 4 0,0-2 1,-3 2-1,3 2-635,1 1 0,0-6 1,4-6-1,-4-5-257,-1-2 0,2-8 0,-2 1 1,0-4-492,0-4 1602,4-2 0,-2-7 0,5-1 0</inkml:trace>
  <inkml:trace contextRef="#ctx0" brushRef="#br0">11137 15525 7854,'18'-20'105,"-4"1"1,3 6-1,-2 0 670,-3 1 1,1 0 0,-1 2-421,-4 2 0,-1 5 0,-4 0-361,1 6 1,1 4 0,-5 6 0,0 1 207,0 3 1,0 3-1,0 6 1,-2-1-77,-2 1 0,1 1 0,-4 2 0,1 1-392,3-2 0,2-1 0,1-1 1,-1-1-339,-4 1 1,4-2-1,-3-2 1,2-5-820,2-3 0,-1-7 1423,-3-3 0,-4-2 0,-4-2 0</inkml:trace>
  <inkml:trace contextRef="#ctx0" brushRef="#br0">11688 14884 7953,'5'-13'370,"-3"4"0,3 1 1,0-2 796,-1-2 0,6 4 0,-2-1 0,4-1-121,1-1 0,-5-1 0,1 3-416,1 0 1,1 2-850,2-2 1,-6 5 363,-3 8 1,-2 11 0,-2 10-1,-2 9 489,-2 8 0,-2 9 0,-4 10 0,2 8-516,3-32 1,0 2 0,0 6 0,0 0-1,0 6 1,0 1 0,1 2 0,-1 1-699,0 2 1,0 0 0,2-2 0,-1 0-1,1-1 1,-1-1 0,1-1 0,-1 0-382,0 0 1,1-2 0,1-6-1,1-2 961,-1-3 0,0-1 0,-4 29 0,2-7 0,0-3 0</inkml:trace>
  <inkml:trace contextRef="#ctx0" brushRef="#br0">4062 16794 7464,'13'0'-356,"0"0"0,0 0 0,0 0 0</inkml:trace>
  <inkml:trace contextRef="#ctx0" brushRef="#br0">4088 16640 7799,'-13'0'236,"5"0"170,-1 0 0,6 1 136,-1 4 322,-3-4 349,6 5-724,-5-6 1,7 1-394,4 3 0,-3 4 0,5 4-269,-1 1 1,3-4-1,-5-1 1,0 1 32,2-2 0,-3 4 665,5-2 1,-3-3 1088,3-2-787,-5-3-956,3-1 1,-6-1-852,0-3-188,0 2 0,0-5 328,0 3 1,-2 2 839,-2-2 0,3-3 0,-5 0 0</inkml:trace>
  <inkml:trace contextRef="#ctx0" brushRef="#br0">4114 17204 7799,'-7'-6'191,"-5"1"0,5-5 0,0 1 1121,3-1 1,-2 3-1192,2-2 1,1 5-1,7-3-188,5 1 0,2 2 0,2 4 45,0 0 1,-5 1-1,1 2 1,-1 3 203,-1 1 1,3 2-1,-5 4 1,-1 1 3,2 3 1,-3-1 0,4 5-1,-2 2 36,-2 1 0,0-3 0,0 2 1,1 3-111,-1 2 1,-2 2-1,-1-4 1,0-2-125,0-3 0,0 4 1,0-6-1,0 1-124,0-3 0,0-2 1,0-2 196,0-1 0,-5 0-45,-4-4 1,-2-2 0,-2-6 0,0 0 123,0 0 1,1-1 0,-1-2-1,0-3-135,0-1 1,-4 3 0,0-3 0,1-1-151,2 1 1,0 4 0,-2-2 0,-1 0-391,1 1 0,-2 0 0,1 2-863,1-2 0,2 3-211,1-3 1609,6 2 0,1 13 0,6 4 0</inkml:trace>
  <inkml:trace contextRef="#ctx0" brushRef="#br0">5229 16781 12629,'-7'6'387,"2"2"0,2 5-265,-1 4 0,3-1 0,-5 5 0,2 3-53,-1 5 0,-4 4 1,0 5-1,-1 2-163,1 3 1,-2-2 0,3 6 0,-4 1-54,-1 2 0,1-4 0,-1-5 0,1-4 93,4-3 1,-2-5 0,6-1 389,1-5 1,1-9 0,4-7 140,2-1 1,9-2-1,10-5 1,5-3 85,6-5 0,5-2 0,3-3 0,7-2-151,5-1 0,0 0 1,6 4-1,0 0-320,-2 0 0,-2 2 0,-10 2 0,-4 4-102,-7-1 1,0 5-20,-10-4 1,-9 4 45,-16 1 1,-2 0 0,-6 0 0,-3 0-25,-5 0 0,2 0 0,-3 0 0,2 0-549,2 0 1,1 0-1,-1 0 1,0 0-263,0 0 1,0 4 0,1 3-1,-1 3-1205,0 4 2023,6 8 0,-5 3 0,5 8 0</inkml:trace>
  <inkml:trace contextRef="#ctx0" brushRef="#br0">12969 15371 7336,'6'-7'144,"-5"1"1,5 5 118,-6-4-242,0 4-54,0-5 0,1 6 44,4 0 0,2 0 1,6 2-1,1 0 62,3 3 1,9-1 0,11-5 0,7-2 69,7-2 1,13-9-1,2 0 1,-31 6 0,1-1 40,3 0 0,0-1 1,-1-1-1,0 0 1,1 0-1,1 0 0,-2 0 1,-2-1-27,-1 2 1,0-1 0,1 1 0,-1 0 0,24-6 0,0 1-98,1 3 1,-3 1 0,-3 7 0,-11 1-95,-10 1 0,-12 2 0,-4 0 1,-3 0-725,-1 0 0,-4 0-387,-1 0 1018,1 0 0,-2-1 0,-4-3 121,-6-5 1,-4 2-1,-6-2 1,-1-1 18,-3-1 1,1-2-1,-4 0 1,-1 2-78,-3 3 0,1-2 1,-8 5-1,-1 2-128,-2 2 1,1 1-1,-2 0 1,-4 1-393,-2 4 1,-6 2 582,4 6 0,-11 5 0,1 2 0</inkml:trace>
  <inkml:trace contextRef="#ctx0" brushRef="#br0">13200 15140 8338,'-33'-6'141,"3"-2"0,3 1 0,3 0 0,1 1 448,2 3 0,5-3 425,-1 2-1088,8 0 1,9 4-1,10 0 1,6 0-171,5 0 0,9-6 1,5-4-1,3-4 93,5-3 1,2-5-1,5 4 1,-4-1-46,-8 1 1,-1 1-1,-7 4 1,-2 1-131,0 4 1,-9 1-1,-1 4-621,-4-1 947,-7 5 0,-1 12 0,-6 7 0</inkml:trace>
  <inkml:trace contextRef="#ctx0" brushRef="#br0">13136 15217 8480,'-5'-27'-69,"0"0"1,-1 0 420,0 3 993,2 6-1342,4 6 1,-4 12 0,0 8 0,1 4 31,1 0 0,2 3 0,0 0 1,0 2 124,0-1 0,0 3 0,2-2 0,1-2-133,1 0 1,0-3-1,-2 1 1,0 0 39,3 0 0,0 0 47,0-1 1,-3-3 45,7 0 0,-5-7 1,5 3-41,1-4 1,-5-2-42,0-4 1,0-2-184,0-6 1,-1 5-216,-4-1 0,1 7 512,4-3 0,-2 4-73,5 1 1,-4 0-1,5 0-55,1 0 0,-3 0 1,2 0-24,0 0 1,1 1 0,0 2 0,-1 3-158,1 1 1,-3-3-1,2 5 74,1 1 1,1 1 220,2 2 0,-5-6 168,1-3-286,-6-2 0,2-4-172,-5-2 1,0 1-339,0-5 0,-1 1-491,-3-2 1,1-1 141,-6 6 0,5-1-998,-5 5 1795,7 0 0,-4 0 0,6 0 0</inkml:trace>
  <inkml:trace contextRef="#ctx0" brushRef="#br0">14507 9320 8222,'-13'0'-700,"0"0"1,1 0 438,-1 0 1,0 4 0,0 0 201,0-1 1,5 3 356,-1-2 285,6 1-209,-2-5 0,6 0-56,3 0 0,-1 0-288,6 0 1,-5 0 68,5 0 0,-1 0 1,5 0-1,0 0-61,0 0 0,5 0 1,3 0-1,4 0-20,0 0 0,7 0 1,2 0-1,4 0 53,5 0 0,7-5 1,7 1-1,1 0 28,3-2 1,2 0 0,1-4 0,-1 2-77,-4-2 0,-7 4 0,-11 2 0,-5 1-61,-6-1 0,-5 2 0,-3-2 0,-5 3 11,-3 1 1,0-2 0,2-1 0,1-1-209,-1 1 0,-2 0 0,-1 1-39,-1-3 1,0-5 90,-4 2 1,-1 2-1,-4 0-105,2 1 1,-3 3 57,-6-2 0,-3 3 1,-6 2-1,-1 3 230,-3 5 0,-3 2 0,-6 2 0</inkml:trace>
  <inkml:trace contextRef="#ctx0" brushRef="#br0">12559 7628 7927,'-11'-2'-434,"2"-2"0,-1 1 0,4-4 705,-1 1-176,4 2 1,-2 4 1,10 0-1,4 0 1,4 0 121,4 0 0,4-1 1,8-2-1,2-3-11,2-1 1,7-2-1,7-3 1,4-1-83,4 0 0,4 0 0,5 0 0,1 0-168,4 1 0,-11-1 0,-2 1 0,-12 4-309,-9 4 0,-5 1 1,-8 0-108,-5-1 1,-10-1 0,-9 4 11,-9-3 0,-7 2 447,-8-2 0,-5 3 0,-2 1 0</inkml:trace>
  <inkml:trace contextRef="#ctx0" brushRef="#br0">12418 7666 8222,'-24'-25'0,"2"-1"-160,5 0 0,9 1 1,4-1-1,4 0 563,4 1 0,9-2 0,9-2 1,7-2-317,5-2 0,-1 6 1,-2 1-1,-2 8-223,-5 4 0,-6 6 1,2 4-1,-1 3-425,-3 1 0,-4 7 1,-3 4 560,-5 5 0,3 12 0,0-1 0</inkml:trace>
  <inkml:trace contextRef="#ctx0" brushRef="#br0">12367 7692 8475,'-13'0'0,"0"0"685,0 0 0,6 3 0,4 8-408,6 15 0,11 12 0,12 18 0,8 6-118,-14-26 0,2 0 0,5 2 0,3 2-159,3 4 0,2 2 0,7 1 0,1 1 0,3 1 0,-1-1 0</inkml:trace>
  <inkml:trace contextRef="#ctx0" brushRef="#br0">884 10948 9725,'-17'-4'-29,"0"-1"1,0 1-1,4 3 1,0-2-157,1-1 1,3-1-616,0 5 859,7 0 1,-3 0 0,10 0-1,3 0 120,4 0 1,6 0 0,3-3-1,4-4-67,0-5 1,7-10-1,3 1 1,6-5-45,6-4 0,3-2 1,3-7-1,3 1-3,3-1 0,-2-4 0,-3 1 0,-5 2-114,-6 4 1,-9 1 0,-6 5 0,-5 3 21,-6 4 1,-7 4 0,-3 6-390,-1 1 235,-2 5 1,-5 1 0,-4 6-57,-3 0 0,-4 0 0,0 0 1,-1 0 94,0 0 1,-4 0 0,-2 0 0,-1 0 127,-2 0 0,-2 6 0,-2 2 0,0 3 13,1 2 1,3 0 0,1 1 0,-2 3-251,-1 5 0,3 2 0,1 3 215,1 3 0,-4 3 0,3 5 1</inkml:trace>
  <inkml:trace contextRef="#ctx0" brushRef="#br0">1423 10679 8477,'-22'-19'0,"2"5"647,2 4 1,2 9-1,7 3 1,5 16-893,3 14 1,1 14 0,0 14-1,0 10 245,-1-32 0,2 2 0,4 4 0,1 2 0,1 2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4844 10410 22367,'0'7'-8133,"2"-2"8351,2-5 0,3-1 720,6-3 0,-6 1-220,-3-6-954,3 6 0,-5-4-863,2 3 1568,-3 3-1086,-1-5 1,2 6 1182,2 0 1,3-4 0,6-1 0,1 3-258,3 0 1,3 2 0,6 0 0,0 0-251,-1 0 0,2 0 1,2 0-1,1 0 45,-2 0 1,3 2 0,-1 0 0,-1 3 141,-2-3 0,-3 1 0,-1 0 0,-2 1 196,2-1 1,0-1 0,1-2 0,-1 1-189,0 3 0,4-2 1,-6 2-1,2-2 240,-2-2 0,6 0 1,-4 0-1,0 0-316,1 0 1,-4 0 0,0 0-1,0 0-137,0 0 1,-3 0 0,3 0 0,0 0-44,0 0 0,0 0 0,2 0 0,0 0-71,0 0 0,3 0 1,0 0-1,1-2-1,0-2 1,1 2-1,1-2 1,2 3 98,-2 1 1,0 0 0,-3 0-1,1 0 26,-1 0 1,0 0-1,-3 0 1,-2 0 7,-1 0 1,-2 0 0,-4 0 0,0 0 3,-1 0 1,1 0-1,0 0 1,0 0-24,0 0 1,-1 0-1,3 0 1,0 0-67,2 0 0,5 4 0,-4 0 1,1-1 1,-1-1 0,4-2 0,-4 0 0,2 0 44,3 0 0,1 0 0,2 0 0,-1 0-10,1 0 1,-2 0 0,-1 0 0,-3 0-16,-2 0 1,0 0 0,-6 0 0,1 0 14,0 0 1,4 0 0,0 0 0,0 0 24,2 0 1,-4 0-1,7 0 1,-1 0 4,-1 0 0,9 0 0,-4 0 1,2-2-13,0-2 1,-1 2-1,1-2 1,1 3-64,2 1 1,5 0 0,-4 0 0,0 0-50,1 0 0,2-2 0,-4-1 0,0-1 23,1 1 0,-4 2 1,4-1-1,-1 0 31,0-3 0,0 0 0,-3 2 0,1-1 23,2 1 1,5 0-1,-4 0 1,2-1 2,2 1 1,1 1 0,1 2 0,-2-1 15,1-3 1,4 2-1,-7-2 1,1 3 26,0 1 1,-1-5-1,1 1 1,-4 0-61,-3-2 1,-1 5-1,-1-5 1,1 2-47,-1-1 0,0 0 0,-3 2 0,-2-1 1,-1 1 0,2 0 0,-2 0 0,-1-1-46,1 1 0,4 0 0,-2 0 0,3-1 26,2 1 1,4 2 0,0 1-1,-1-2 54,3-2 1,1 3 0,5-4 0,-1 4 16,-3 1 1,5 0 0,-2 0 0,4 0 174,0 0 1,-5 0 0,-3 0 0,-2 0-63,-3 0 0,-2 0 0,-3 0 0,-3 1-110,-2 4 0,-1-3 0,-2 6 0,0-1-76,2 0 0,0-4 0,-4 2 0,1 0-17,4-1 0,0 6 1,5-3-1,-2 0 59,2-3 1,1 2-1,3 0 1,2-1 48,1 1 0,4 3 0,-3-5 0,0 0 3,1 2 0,2-5 1,-4 4-1,-2-4 42,-1-1 1,-1 2 0,0 0 0,-1 3 78,1-3 1,-2 0 0,-1-2 0,-3 0-61,-2 0 0,4 0 0,-4 0 1,1 1 17,-1 4 0,1-4 0,-4 3 0,4-2-40,1-2 0,-3 4 0,4 0 1,2-1-56,1-1 0,2 2 0,0 0 0,1-1 0,2-2 0,0-1 0,5 0 1,0 0-12,-1 0 0,-2 0 0,-5-1 0,0-2 48,-1-1 0,-1-2 0,-2 3 0,-5-1-70,-3 1 0,-1 2 0,0 1 0,-2-2-73,-2-2 0,2 3 0,-2-4-3,2 4 0,6 1 1,0 0-1,-1 0 10,-2 0 0,5-4 0,2-1 0,2 1-5,-2-2 0,3 4 0,-4-6 0,2 3 27,-1 2 1,0-3-1,5 0 1,0 1 22,-1-1 0,-3 0 1,-1 4-1,2-3 51,1 2 1,0-2-1,-1 0 1,-3 3 5,-2 0 0,5-2 0,-1 0 0,0 1 22,0 1 1,2-2-1,-1-2 1,4 1-55,3-1 0,1 0 0,-3 3 0,4-2 21,1-2 1,1 2-1,4-2 1,1 2 130,-1 2 0,0-3 1,2 2-1,2 1 17,0 1 1,0 1 0,-7-2 0,-2-1-28,-2 1 0,-1 2 1,-4 1-1,-2 1 42,-3 3 0,-2-1 1,-5 4-1,2 0-197,1 1 0,0-1 0,-4 3 1,0-2-110,-1 2 0,1-3 0,0 0 0,0-1 214,0-3 1,-5 0 0,1 0 199,1 1 0,1 0-177,2-4 0,-2-1 1,-1-2-404,-1-1 0,-1-2-833,5 2 0,-4 2-510,-1-2 1500,-5 3 1,-3 6 0,-7 2 0</inkml:trace>
  <inkml:trace contextRef="#ctx0" brushRef="#br0">12764 9128 7979,'7'-6'205,"-1"4"0,-2-5-329,0 3 1,1 1-1,-4-4 145,3 1 0,-1 1 116,6 0 0,-5 3 137,5-7 0,-1 0 1,4-3-32,-4-1 1,3 0 0,-2 0-1,2 0-87,2 1 1,4-6 0,3 0 0,3-2-48,4-3 1,9-7 0,1-4 0,7-4-54,6-5 0,4-4 0,-22 20 0,1-2 0,1 0 0,-1 0-21,1 0 0,1 0 0,1-3 0,2 1 0,-2 1 0,0 0 0,2-1 0,1-1-78,1 0 1,1 0 0,0 0 0,1 0 0,1 1 0,-1 0 0,0 0 0,-1 0 63,0 1 0,0 0 0,1 1 0,1-1 0,2-3 0,1 0 0,-1 0 0,1 1-18,-1 0 1,-1-1 0,3-2 0,0-1 0,-2 4 0,0 0 0,3-1 0,0 1-21,0-1 0,0 0 0,4 0 0,-1-1 0,-4 2 0,0 0 0,-4 3 0,-1 0-23,-3 1 0,-1 2 1,-2 1-1,-2 0 0,-2 0 1,0 1-1,-1 1 1,-1 1 120,26-22 0,-6 1 0,-12 4 0,1 2 165,-1 3 0,3 0 0,-2 7 0,-5 3-108,-1-1 0,-6 7 0,4-1 0,-1 2-113,0 0 1,-5 0 0,-3 3 0,1-2-101,1-1 1,0-4-1,-3 4 1,-4 1 19,-2 2 1,-2 1 0,-2 0 0,-1 2 10,-2 2 0,-3-1 694,3 6-795,-5-6-400,3 9 39,-6-5 423,0 6 1284,0 0-1262,5 0 120,-3 0 0,4-2 239,-6-2 178,0 3-216,0-11 0,0 9 27,0-5 1,0 4-142,0-5 0,-6 2 0,-3-3-134,-2 1 0,-2 5 0,0-3 0,-1 1-93,-3 4 0,-4 0 0,-8 2 1,-2 2-124,-2 2 0,-2 3 1,-7 6-1,0 1-21,0 3 0,4-3 0,4 5 0,5-2-138,6 0 0,5-1 0,6-6-440,4-2 435,2-5 1,12 3 0,2-6 0,4 0-133,1 0 1,5 0 0,4 0 0,2 0 85,1 0 1,1-2 0,0-1 0,1-1 413,3 1 0,-3 2 0,3 1 0,-3 0 0,-2 0 0,1 1 0,-2 2 0,-1 1 0,-2-1 0,-5-1 0,1-2 0,-3 0 506,-1 0 0,-2-2 1,-1-2 1353,-1-4 0,-6-4-386,1-1 1,-3 5-1362,-1-1 1,-4 8-1,-2 1-136,-1 7 1,4 6-1,-1 4 1,3 6-68,1 5 0,0 1 0,0 5 1,1 3-222,3 4 0,-1 0 1,6 5-1,1-2-254,1-3 0,3-5 1,2-2-1,1 0-48,-1-1 0,-2-1 1,-1-7-1,0 1 613,0-1 0,5 1 0,2 0 0</inkml:trace>
  <inkml:trace contextRef="#ctx0" brushRef="#br0">16762 6474 7471,'-7'-6'578,"-4"5"175,2-3 0,-2 4-418,-2 4 1,0 3 0,1 4-101,-1-2 0,4 2 0,1-4 0,-2 2-22,-2-1 1,-1-3 0,1 3 0,-1 1-160,0-2 0,-4 3 1,-2-4-1,1 1-112,-1 3 1,-2 1 0,4 2 0,1 0-68,2 0 1,1-2-1,2-1 1,1-2 44,1 2 0,7-2 1,-3 0-1,5 1 120,5-2 1,2 4 0,7-4 0,3 2 88,4-1 0,4 0 1,0 2-1,1-2-124,-1 2 1,0 1 0,-3 4-1,0 0 14,1 2 1,-5 1 0,1-6 0,-4 1-27,-2 0 1,3 0 0,-9 0 0,0-1 16,-3 1 1,-2 0-1,-4 0 1,-2 0-38,-5 0 0,-8-2 0,-4-1 0,-3-3-173,-2-1 0,0 2 0,-1-3 1,-1-3-444,-2 0 1,0-2 0,5 0 642,-1 0 0,0-12 0,1-2 0</inkml:trace>
  <inkml:trace contextRef="#ctx0" brushRef="#br0">17057 6243 9671,'-8'-13'566,"-1"1"0,1 4 0,-4 3 0,2 0-100,2 1 1,3 1 0,-2 8 0,0 3-310,0 4 1,3 6 0,-3 3 0,0 5-161,-1 4 1,1 1-1,-1 5 1,2-2-242,0 2 0,5 1 0,-3 1 0,2 1-128,2-1 1,0 5 0,0 0 0,2-2-303,2-1 1,2 3-1,4-1 1,-3-2 75,-2-4 1,1-1 0,-3-3 0,1-2-525,-1-3 1122,4 1 0,0-14 0,6 5 0</inkml:trace>
  <inkml:trace contextRef="#ctx0" brushRef="#br0">17531 6628 7846,'-12'0'-47,"-1"0"0,0-5 1,2 0 81,2-2 1504,-2 4-429,9-3-792,-4 6 0,8 0 0,4 0 0,5 0-121,5 0 1,6-1 0,0-4 0,5-3-239,7-4 1,2-6 0,9-3-1,1-4-491,-1 0 0,-2-1 1,3 2-1,-4 1-337,-5 2 1,-4 4-1,-9-3 869,-2 1 0,-4-4 0,-5 3 0</inkml:trace>
  <inkml:trace contextRef="#ctx0" brushRef="#br0">17801 6166 7846,'-26'-4'685,"0"-2"1,1 1-20,-1-1 1,5 2 0,1 5 0,0 5 107,0 7 1,-2 5-1,-2 8 1,3 1-494,4 3 1,-2 4 0,2 7 0,3 3-591,4 2 1,4-5-1,6 3 1,0-1-156,0 0 1,6 0 0,3-5-1,2-1 35,2-3 1,1-1 0,2-6-1,1 0 256,-2-3 1,4-1 0,-1 1-1,1-1 121,-1-1 1,1-3-1,-3 4 1,1-3-202,-2-1 1,4-2-1,-1-6 1,1-1-1370,-1-1 1622,5-6 0,-3 2 0,6-5 0</inkml:trace>
  <inkml:trace contextRef="#ctx0" brushRef="#br0">18313 6756 7860,'-18'0'822,"8"-1"1,-3-2 185,1-2 1,5-3 0,0 5-653,1 4 0,2 5 0,3 7 0,-2 1-529,-1 3 1,-1 2 0,4 4-1,-2-2-318,-1 2 1,0 1 0,4 2 0,0-1-56,0 1 1,0 0 0,1-1 0,2 1 545,1-1 0,12 1 0,-2 0 0</inkml:trace>
  <inkml:trace contextRef="#ctx0" brushRef="#br0">18390 6320 7860,'-18'-11'3245,"3"4"-2900,-2-6 1,7 6 0,3 8 0,1 5 179,4 7 1,0 5 0,2 8 0,0-1-1916,0 1 0,2-2 1390,2-2 0,9 7 0,7-1 0</inkml:trace>
  <inkml:trace contextRef="#ctx0" brushRef="#br0">19838 6705 8076,'0'-13'-74,"0"0"0,0 0 0,0 0 1,0 1 684,0-1 0,0 0 1,0 0 81,0 0 1,0 0-472,0 1 1,0 3 0,-1 2-194,-4 1 1,-3 2-1,-8 5-129,-1 4 0,-4 0 0,2 7 0,-1-1-170,-2 3 0,-3 4 1,0-1-1,-1 3 53,0 0 0,-2 2 1,1-3-1,4-1 117,3 1 1,3-2-1,4-4 91,1 0 1,6-2 127,6-2 0,7-4 1,10-5-1,4 0-63,4 0 0,0 0 0,2 0 0,0 0-71,-1 0 1,2 0 0,-6 2 0,2 1-14,2 1 1,-5 1 0,-1-2 0,-2 2-20,-2-3 0,-2 4 0,-2 0 0,-4 1 81,-3 3 1,-4-3 0,-1 2 0,-1 2-39,-4 5 0,-8-2 0,-8 4 0,-3 1-97,-2 2 0,-4-1 1,0 2-1,1 0-88,-3 3 1,5-4 0,-3-1-1,3-3-937,2-6 1126,-1 2 0,0-11 0,1 3 0</inkml:trace>
  <inkml:trace contextRef="#ctx0" brushRef="#br0">19710 6448 8296,'-7'-21'0,"-5"1"385,-3 1 1,-2 8 0,4 7 473,0 2 0,2 14 0,1 6 0,3 9-714,1 8 0,0 3 1,3 3-1,-1 3-454,1 2 1,3 4 0,5 3-1,3-5-168,3-2 0,4-4 1,0-3-1,2-1-142,-1 1 1,3-7-1,-2 0 1,-2-2-231,0 0 1,-4 0 848,-2-5 0,2 1 0,-4-1 0</inkml:trace>
  <inkml:trace contextRef="#ctx0" brushRef="#br0">20005 6846 8119,'-12'-2'624,"4"-2"1,-4 1-15,4-5 0,2 3 0,5-2-498,8 2 0,3-1 1,13 3-1,2-1-130,4 1 1,6-4 0,0 0 0,2-2-345,1 1 0,0 3 0,-1-2 0,-1 1-808,-2 4 1,-7-4 1169,-1 2 0,5-6 0,-4 2 0</inkml:trace>
  <inkml:trace contextRef="#ctx0" brushRef="#br0">20312 6448 8228,'-32'-5'-38,"0"2"0,7-4 0,0 1 770,4 3 0,-2 9 0,6 7 1,2 7-360,0 4 0,4 3 0,1 1 0,3 4-231,1 0 0,2-2 1,4 4-1,0 2-751,0 1 1,1-3-1,4-1 1,2-2 283,0-2 1,6 4-1,-2-1 1,5 0 216,-1-7 1,1 1 0,0-6 0,2 1 88,2 1 1,-4-2-1,2 1 1,-1-4-36,0-3 0,5-1 0,-4-1 0,2-2-481,3-2 0,0-5 535,-2 1 0,9-2 0,-3-2 0</inkml:trace>
  <inkml:trace contextRef="#ctx0" brushRef="#br0">20722 6551 8171,'-12'-10'197,"-1"-3"0,0-1 0,2 4 1,1 3 2612,1 1-2509,6 2 0,-1 4 0,8 0 0,5 0-459,2 0 1,8 4-1,1 0 1,1 1-10,0 0 1,-4-2-1,3 4 1,-1 0 92,-3 0 1,-2-2 0,-1 3-278,-1 2 0,-5 2 0,-2 0 1,-4 3 281,-1 2 1,-6-2 0,-3 5 0,-6 0-58,-2 0 0,-1-3 1,1 3-1,-3 0 3,0 0 1,1-6 0,5 1 0,0-5 27,1 0 1,-3-3 0,9 1 315,0 2-4,1-4 1,12 4 0,4-6 0,4-1 31,3-1 0,2-1 0,-4 2 0,4 2-146,1 3 0,-3-4 0,3 4 0,-2 1-152,-2-2 1,1 4-1,-3-3 1,-2 0-130,-1 1 0,-5-1 1,-2 5 128,-2 0 0,-8-5 0,-4 1 0,-6 1 57,-5 1 0,-3 1 0,-3-2 0,-2-2-82,-1 2 1,-5 2 0,2 0 0,-1 1-425,0 0 1,5-4-1,-2-2 498,-1-2 0,0 5 0,-7-2 0</inkml:trace>
  <inkml:trace contextRef="#ctx0" brushRef="#br0">21248 7128 8187,'-4'-9'925,"-1"1"1,-3 8 0,3 2 0,1 11-1007,-1 6 1,2 8 0,-6 7 0,-1 3-411,-1 2 1,2-1 0,1-1 0,-2 0-418,-2 2 1,4-8 907,-1 7 0,1-8 0,-5 2 0</inkml:trace>
  <inkml:trace contextRef="#ctx0" brushRef="#br0">22350 6782 8136,'0'-13'413,"0"0"1,-1 2 275,-4 2 1,-2-2 0,-6 3 0,1 1-387,-1 3 1,-6-2 0,-2 2 0,-5 3-355,-4 4 1,2 4-1,-6 7 1,-1 2-303,3 1 0,0 5 0,7 0 0,-2 1-280,-3-2 0,7 2 1,-1-6-1,4-1 4,4-2 0,6-6 766,2 1 1,6-6 0,4 1 113,9-3 1,3-1 0,8-1 0,0-2 87,3-1 1,5-5 0,1 5-1,0 1-206,1 2 0,2 1 0,-3 0 1,0 0-289,1 0 0,2 0 1,-4 0-1,-3 0-121,-4 0 0,-1 5 0,-6 4 0,-5 2-150,-5 2 1,-4 0-1,-5 1 1,-6 2 130,-8 1 0,-7 4 0,-6-3 0,-4-1 188,-3 1 1,-2-4 0,1 3-1,1-4 107,3-4 0,-3 2 0,4-4 0</inkml:trace>
  <inkml:trace contextRef="#ctx0" brushRef="#br0">22094 6576 8711,'0'-25'874,"-5"1"1,0 4-328,-2 7 0,2 6 1,-3 10-1,-1 5-318,2 9 0,-4 9 0,4 7 0,-1 5-467,4 2 1,-2 6 0,2 1 0,1 1-362,2-1 1,2 3 0,2-2 0,3 5 102,1 3 1,2-1 0,5-5 0,1-3-715,3-4 1210,4-3 0,-2-8 0,6 0 0</inkml:trace>
  <inkml:trace contextRef="#ctx0" brushRef="#br0">22452 6948 8427,'-1'-8'2494,"-2"-1"-1607,-1-1 1,0 3-595,4-1-728,0 5 1,10-3 0,5 6 0,7 0-221,5 0 0,7-1 0,1-4 0,5-3-1603,3-4 2258,11 0 0,-7-7 0,10-1 0</inkml:trace>
  <inkml:trace contextRef="#ctx0" brushRef="#br0">22760 6525 8134,'-24'-1'0,"1"-2"451,2-1 0,1-1 0,-2 5 0,5 2 183,3 2 1,0 5 0,-2 9 0,-1 6-530,1 5 0,6 6 1,3 0-1,2 2-178,2 1 0,-3 5 1,2 1-1,1 0-84,2 0 0,6-5 0,4-5 0,2 0-99,2-1 1,1-6-1,2-7 1,2-2 23,2-2 1,-4-3 0,3-3-1,-2-3-62,0-1 1,5 2-1,0-3 1,3-3-243,5 0 1,-3-4-1,5-2 536,-1-4 0,2-15 0,5-4 0</inkml:trace>
  <inkml:trace contextRef="#ctx0" brushRef="#br0">23157 6692 8349,'-8'-12'2503,"1"2"-831,1 2 1,-4 5-1524,1-1 1,4 10 0,-1 6 0,2 10-234,0 6 1,-1 1 0,5 5 0,0 1-484,0 3 1,0 0-1,0 0 1,0 1-3338,0-1 3904,0 7 0,6-6 0,1 6 0</inkml:trace>
  <inkml:trace contextRef="#ctx0" brushRef="#br0">23426 7230 10008,'-4'15'521,"-2"2"1,-1 4-1674,-3 3 1,5 8 0,-1 0 1151,0 1 0,-1 4 0,-6-4 0</inkml:trace>
  <inkml:trace contextRef="#ctx0" brushRef="#br0">24618 6794 8060,'-4'-8'0,"-2"-1"520,-1-1 1,-1 5 0,-5 0 0,-1 4-368,-4 1 0,3 1 0,-7 4 0,1 3-129,1 4 0,-4 0 0,3 1 0,-2 0 28,1 0 0,-2 0 1,3-2-1,-2-1-60,2-1 0,-6-1 0,4 5 1,2 0-115,1 0 0,-2-1 0,5 1 0,2-1 45,0-4 1,8 4 75,3-4 0,5 4 0,8-1 136,8-3 1,3 0-1,4-6 1,5 4-62,2 1 1,-3-2-1,2 3 1,-3 1-126,-1-2 0,-2 4 1,-1-2-1,-3 2-85,-2 2 0,-2 4 1,-6 2-1,-3-1-1,-1 1 0,-3 3 0,-8 0 0,-5 2-66,-5 2 0,-11-1 0,-8 1 0,-3-2 99,-1-3 1,-2 4 0,-2-5-1,0 0-98,0-3 1,4-5-1,4-3 1,5-6 201,6-6 0,-1-10 0,4-7 0</inkml:trace>
  <inkml:trace contextRef="#ctx0" brushRef="#br0">24362 6641 8910,'0'-25'515,"0"4"1,-4 2 0,-1 7 386,3-1 0,-6 7-677,0 6 1,-3 7 0,-1 10 0,2 6-384,2 6 1,-1 3 0,-4 7-1,-1 1-96,-3 2 1,3 4 0,-3 5 0,2 1-120,3-1 0,-1 4 1,0 2-1,0 0 3,0 0 1,5 0 0,-1-4 0,1 1 57,1 0 1,1-10 0,6 2 0,0-9 311,0-7 0,0 3 0,0 0 0</inkml:trace>
  <inkml:trace contextRef="#ctx0" brushRef="#br0">24464 7205 8140,'-8'-5'955,"-1"1"0,7-6 1,-4 2 307,0-4 1,5 4-1201,-4-1 1,5 6 0,6-1-478,7 3 0,1 1 0,8 0 1,0 0-803,3 0 0,4 0 1216,1 0 0,6-6 0,-3-1 0</inkml:trace>
  <inkml:trace contextRef="#ctx0" brushRef="#br0">24695 6820 8339,'-13'0'784,"1"0"0,-1-1 1,0-2-89,0-1 0,2 1 1,1 6-1,1 2-575,-1 2 1,0 6 0,0 6 0,3 1-202,1 2 1,-2 4 0,2 3 0,1 2-324,-1 2 0,0 2 0,3 7 0,-1 0-386,1 0 0,0 2 0,0-2 0,-1 1 789,1 1 0,-4-4 0,0 4 0</inkml:trace>
  <inkml:trace contextRef="#ctx0" brushRef="#br0">24849 7064 8122,'11'-22'636,"-1"2"0,-1 2 448,1 2 0,-3 3 1,0 3-1,0 3-498,0 2 0,-4 2 0,3 7 0,-2 4-936,0 4 0,2 5 0,-3 2 0,1-1 25,-1 1 1,3 2-1,-2-4 1,0 0-610,2 2 1,-5-4 0,4 5 0,-4 0 229,-1 0 1,0-3-1,-1 5 1,-4 0 522,-3 3 1,1-4 0,-2 0 0,-1 1 293,-1-2 0,-2 4 0,0-3 0,0 2 383,1-2 1,4 2 0,4-6 0,3 0 561,1 2 1,1-6 0,3 1-1,6-6-182,6-2 1,5-2-1,8-4 1,2 0-862,2 0 1,1-1 0,5-5 0,-1-5-477,1-5 0,-2-1 0,-3 3 461,-4-3 0,-3-3 0,-2-6 0</inkml:trace>
  <inkml:trace contextRef="#ctx0" brushRef="#br0">16519 7589 8076,'-11'-5'0,"1"-3"219,1 1 1,1-4 0,-5 4 849,0 0 1,4-3-578,1 5 0,-1 3-319,-4 6 1,5 3 0,1 7 0,0 3 47,0 5 0,-1 6 0,-2 3 0,2 2-234,-2 3 0,3 7 0,0 5 1,0 5-233,-1 2 0,4 7 0,-3-1 0,1 3-18,4 0 0,0-4 0,2-15 0,-1-6 98,-4-8 0,4-5 509,-3-5 1,1-9-33,-1-12 0,2-8 1,-2-7-1,2-5-231,2-4 1,2-1 0,2-9 0,6-1-342,6-2 0,-1-2 0,5 1 0,0 1 103,0 2 0,-3 4 0,3 7 0,-1 3 157,-4 3 1,4 6-1,-2 3 52,-1 5 0,-3 14 0,-5 7 0,-4 7 22,-2 6 1,-2-2 0,0 7 0,0-1-85,0-1 0,0 2 0,-2-3 0,-2-3-4,-4-1 1,-4 0-1,-1-8 1,1 0-81,-1-3 0,0-3 0,0-2-367,0-4 0,0 2 0,1-6 0,-1-1-753,0-1 1214,0-2 0,-5 0 0,-2 0 0</inkml:trace>
  <inkml:trace contextRef="#ctx0" brushRef="#br0">16493 8281 8100,'9'-11'65,"-1"1"1,2 2 58,2-2 1,1 2 0,-1 1 659,1 2 0,-4 0 1,-1 5-830,2 0 0,2 0 0,-1 2 0,-1 1 42,-1 1 1,-1 0 0,6-4 0,2 0 111,1 0 0,4 0 0,-2-1 0,1-3-59,3-5 0,-1-2 0,1-2 0,-1 0 44,0 0 1,-3 0 0,-1-1-1,0-2-11,-1-1 0,0-4 0,-6 4 0,-2 0-71,-5-2 1,2 5 0,-2-3 0,-3 3-277,-4 1 0,-4 1 0,-7 2 0,-2 3-85,-1 2 1,-5 0-1,-1 5 1,-4 2 145,-3 2 0,0 5 0,4 8 1,1 3 128,-1 0 1,6 4 0,3-3-1,3 3 180,1 2 1,6-6 0,3-2 0,2 0 25,2-1 1,6 0 0,5-4 0,8-2-199,6-2 0,10-2 0,0-5 0,5 3-796,3-2 1,4-2 861,-5-1 0,13 0 0,-3 0 0</inkml:trace>
  <inkml:trace contextRef="#ctx0" brushRef="#br0">17480 8051 8100,'0'-22'0,"-1"2"1176,-4 2 1,4 1 135,-3 4 0,-3 2-1426,-2 2 0,-2 9 0,-2 7 1,-1 2-143,-3-1 0,1 2 0,-4 6 0,1 1-44,4-1 1,1-2 0,1 0 0,0 2 62,0 1 1,6 0 0,3-3 0,2 2 42,2 1 0,2 0 0,3-4 327,8 0 0,1-2 0,8-2 0,1-5 131,1-3 1,4-1 0,1-1 0,-4-3 163,0-5 0,0-2 0,-6-2 0,-2 0 128,-3 0 0,5 0 1,-11 1-1,-1-1-296,0 0 1,-5 4-587,2 1 1,-8 7 0,-5 2-1,-2 10 77,-2 9 1,0 4-1,0 4 1,2 1 187,2 6 1,-1 2-1,6 3 1,1 1 136,2 2 1,4 4 0,4-6 0,6-3 154,1-2 1,4-9-1,1-1 1,1-8-161,3-4 0,-3-6 1,1-4-1,0-3-560,-1-1 0,0-4 1,-4-2-1,1-1-1197,-1-3 1686,-2-1 0,-1-8 0,0-1 0</inkml:trace>
  <inkml:trace contextRef="#ctx0" brushRef="#br0">18967 7948 8091,'1'-13'150,"2"1"544,1-1 0,1 4-397,-5 1 1,-2 5 0,-2-1 0,-5 2 139,-2 2 0,-9 2 0,-4 2 0,-5 6-300,1 5 0,-5 1 0,-3 4 0,-3 0-227,-4 0 1,0 0 0,5 3 0,1-2-181,2 2 0,0-3 0,5 0 0,3 0-1,4 0 0,6-5 1,9 2 215,3-2 1,7-7-1,6-1 54,9-1 1,8-2 0,3-4 0,3 0 51,2 0 1,1 2 0,5 0 0,-1 3-60,1-2 0,-2 2 0,-2 1 0,-2 0-132,-2-1 0,-1 4 0,-6-3 0,-2 1-123,-5 3 0,-4 1 0,-5 2 144,-4 0 1,-9 0 0,-8-1 0,-7 1 3,-4 0 1,-6 1-1,-1 2 1,-2 1-117,-3-1 1,3-6 0,-1-2 0,-1 2-136,-2 2 0,-2-5 0,2-3 366,3-3 0,-3-6 0,4-2 0</inkml:trace>
  <inkml:trace contextRef="#ctx0" brushRef="#br0">18646 7910 8065,'13'-26'133,"0"2"1,-2 3 0,-2 3 1287,-5 4 1,-2 6-739,-2-1 1,0 22-1,0 5-667,0 11 0,-2 5 0,-1 5 0,-1-1-212,1 0 0,2 2 0,1 2 0,0 0-267,0 0 1,0 3 0,0 1 0,0-1-90,0-2 0,1 1 0,3-1 0,5-2 109,2-1 1,-2-6 0,-2-2-1,0-4 443,0-4 0,-4-6 0,9 0 0,-5-5 0</inkml:trace>
  <inkml:trace contextRef="#ctx0" brushRef="#br0">19031 8281 8379,'0'-8'1628,"0"-1"0,0 5-1371,0-4 0,1 5 0,3-2 0,5 3-186,2-3 0,6 4 0,3-3 1,3 1-433,4-1 0,3 1 0,-1-4 0,1-1-278,-2 1 1,3 3 0,-1-3 0,-3 0 638,-4 0 0,1-2 0,-4-4 0</inkml:trace>
  <inkml:trace contextRef="#ctx0" brushRef="#br0">19326 7961 8226,'-13'-6'0,"0"-2"452,0-4 0,0 5 1,-1 3-1,-2 3-109,-1 1 1,0 5 0,4 5 0,1 6-361,-1 5 0,4 3 0,2 4 1,1 0-147,4 2 0,0 6 0,2-2 0,0 3-145,0 1 1,6 5-1,2 0 1,4-1 138,1 3 1,4-6 0,1 3-1,4-5-24,5-3 1,0-10 0,5 0 0,1-5-40,0-8 1,-3-4 0,4-7 0,3-1-639,4-3 870,-1-9 0,4-13 0,-5-6 0</inkml:trace>
  <inkml:trace contextRef="#ctx0" brushRef="#br0">19889 8064 8001,'0'-19'386,"0"5"1,0-3 0,0 2 365,0 3 1,-4 3 0,-2 2-518,-1 1 0,4 3 58,-1 8 1,1-4-1,1 5-118,-3 0 1,1-4 0,5 7-309,4 1 0,-2-3 0,5 0 1,1 0-184,-2 0 0,4 0 1,-4 3-1,2-1 68,-1 1 0,-5-3 0,1 2 0,-2 1 129,-2 1 1,4 2 0,0 0 110,-1-1 0,-1 1 1,-4 0 184,-2 0 1,3 0 69,-4 0 0,0-1 154,0 1 0,1-4 0,4-1-205,0 2 1,1-3-1,2 2 1,3 1-105,1 1 0,0 2 0,3 0 1,-1 0-140,1 0 0,0 4 0,0 0 1,-3-2-463,-2 0 1,4-2 0,-5 1-1,-1 1 225,-1 3 0,-5-1 1,-4-5-1,-8 0 134,-3-4 0,-8 4 1,-5-4-1,0 2-978,-1-1 1128,-3 2 0,2-4 0,-6 6 0</inkml:trace>
  <inkml:trace contextRef="#ctx0" brushRef="#br0">20325 8346 8944,'13'-20'0,"0"4"874,0 6 0,-1 1-510,1 9 1,-6 10-1,-2 16 1,-5 7-392,-5 4 0,0 6 1,-5 1-1,1 0-446,-1 0 0,3 3 0,0-4 0,0-2-1824,0-1 2297,4-2 0,-14 1 0,2-1 0</inkml:trace>
  <inkml:trace contextRef="#ctx0" brushRef="#br0">21222 8153 7247,'0'-13'477,"0"1"1,0-1-39,0 0 0,0 4 0,0 1-8,0-2 1,0 3 0,-1 0-189,-3 1 0,-5 2 0,-7 4 0,-4 0-268,-4 0 1,1 5-1,-8 4 1,0 4-193,-3 4 1,-3-1-1,0 4 1,2-1-73,5 1 1,5-4 0,3 1 0,5-3-73,3-1 0,7-4 0,4-2 313,6-1 1,10-2 0,8-4 0,5 1 244,4 4 0,-3-4 1,3 5-1,-3-2-49,-2 0 0,1 5 0,-2-4 0,-1 3-28,-2 2 0,-5 0 0,1 0 1,-4-2-121,-5 2 1,2 1-1,-5 2 1,-2 1-171,-2 4 1,-2-4 0,-5 3-1,-6-1-95,-3 1 1,-4-3 0,4 3-1,-4-3-27,-1-1 1,3 0-1,-4 0 1,-1 0-76,2-1 1,-4-3 0,3-2 366,-3-1 0,-2 4 0,0-3 0</inkml:trace>
  <inkml:trace contextRef="#ctx0" brushRef="#br0">20979 7897 8072,'-17'-2'169,"0"0"1,-1-3 558,0 3 0,4 0 0,-3 2 0,2 3-230,3 5 1,0 8 0,2 14 0,3 4-577,1 3 0,4 12 0,6 5 0,6 6 19,5 5 0,1 1 1,5-6-1,4-5-412,3-2 0,-4-3 1,3-3-1,-2-5-183,-7-2 0,1-6 0,-5-1 0,-4-1 203,-3-4 1,-3-2 0,-4-4 0,-1-3 450,-3-5 0,2 2 0,-15-9 0,3 6 0</inkml:trace>
  <inkml:trace contextRef="#ctx0" brushRef="#br0">21363 8256 8106,'-13'-13'2026,"1"0"44,-1 0-2021,6 6 0,2 2 0,10 5-213,3 0 0,5 0 0,3 0 1,2 1 138,2 3 1,-4-2 0,2 3 0,-1 0-52,0-1 0,1 2 1,-6-4-1,0 4-53,-4 1 1,2-2 0,-6 3 0,-1 2 131,-1 1 0,-2 4 1,0 0-1,-2 4-20,-2 1 1,-3-3 0,-7 4 0,-2 2-82,-1 1 0,0-2 1,4-1-1,2 0 19,2-1 0,-1-1 0,6-6 1,1 0 181,2-1 0,1-3 134,0-1 0,7-5 0,6 2 0,6-4-118,6-1 1,0 0 0,1-1-1,1-2-283,3-2 0,-2-5 0,5 3 0,0 0-1181,0 3 1345,-5-3 0,9 0 0,-4-6 0</inkml:trace>
  <inkml:trace contextRef="#ctx0" brushRef="#br0">21901 8461 8058,'-12'-1'45,"-1"-4"1,0 4-1,0-3 554,0 2 0,6 1-113,3-4 0,4 4 1,4-3-1,5 2-481,2 2 1,8-1-1,2-2 1,3-3-113,2-1 0,-1-1 0,3-4 0,-1 2-66,-2 2 0,2-1 1,-8-4-1,-1 1 151,1-1 1,-6 0 0,-6 0 140,-2 0 0,-3 0 0,-9 2-79,-6 3 0,-8 0 1,1 6-1,-2-3 12,1 2 1,1 2-1,-3 2 1,3 2-199,2 2 1,1 5 0,4-2 0,-1 3 108,-3 2 1,7 4 0,-2 1 0,5-1 0,4 1 0,2-2 0,1 4 1,0 0-51,0 0 1,0-5-1,1 4 1,3-2-61,5 0 1,2 4 0,4-4 0,0-1-256,2-2 0,2 1 1,-3 0-1,2 1-827,2-5 1228,1 2 0,5-6 0,0 6 0</inkml:trace>
  <inkml:trace contextRef="#ctx0" brushRef="#br0">22363 8435 8058,'0'-24'553,"0"3"1,0 2 0,0 6 3286,0 1-3736,0 4 0,-5 4 0,0 8 0,-1 5-393,0 2 0,-2 7 1,2 0-1,0 1-435,1-1 0,1 3 0,2-3 0,-1-1 158,-1 1 1,0-4 0,4 3 0,-2-4 392,-2-4 1,3 2 0,-4-2 99,4 2 1,-1-4 1118,-2-2 0,3-5 0,-4-5 0,4-5-591,1-5 1,6-4 0,4-4 0,4 2-884,3-2 1,6-1 0,-2-2 0,3 1 427,2-1 0,5 0 0,2 1 0</inkml:trace>
  <inkml:trace contextRef="#ctx0" brushRef="#br0">22747 8346 8515,'0'-13'0,"-1"0"1142,-3 0 1,2 0-1,-4 0-421,1 1 1,3 3 0,-3 2-969,-1 1 0,-1 2 1,-7 4-1,-2 0-563,-1 0 0,-2 6 1,4 2-1,-4 4 207,-1 0 1,5 3-1,-3 0 1,4 4 272,1 1 0,2-3 1,2 3-1,5 0 424,3 0 0,1-5 0,0 4 0,0-2 633,0 0 0,1 0 0,5-4 0,5 0 60,5 0 1,7-2-1,-1-2 1,7-5-654,5-3 0,3-2 0,2-3 0,-1-6-362,0-6 1,-3 2 0,-3-5 0,0 2-511,-4 0 738,-1 0 0,-7-2 0,-1 0 0</inkml:trace>
  <inkml:trace contextRef="#ctx0" brushRef="#br0">23298 8666 7489,'0'7'2585,"0"-1"0,-1-5-2472,-3 4 1,1-3 0,-6 7-298,-1 1 0,3 3 0,-1 2 0,-1 4-478,2 1 0,-3-3 0,4 4 0,1 2-69,-1 1 0,2 1 1,4-3-1,0-2 731,0-1 0,0-2 0,-6-4 0,-1 0 0</inkml:trace>
  <inkml:trace contextRef="#ctx0" brushRef="#br0">23516 8679 8163,'-11'-2'1507,"2"-2"1,2 3-905,3-3-508,2 2 0,-2 1 0,8-2 1,5-1-217,2 1 0,2 1 0,1 1 0,3-3 7,5-5 0,2-1 1,2 0-1,-2 0 149,-3-4 0,3 1 0,-4-4 0,0 1 199,-3-1 1,-2 3 0,-4-5 0,-2 2-174,-5 0 0,-3 0 0,-1 4 0,-1 2-353,-3 2 1,-4-1 0,-6 6 0,-1 1 70,-3 2 0,-4 2 0,0 4 1,0 3 166,0 4 1,-1 0 0,6 1 0,2 1 248,0 3 1,0-2-1,1 3 1,4-1 153,2 0 1,4 5 0,4-4-1,0 1-222,0-1 0,2 1 0,2-3 0,6 1-323,5-2 0,5-5 0,6-3 0,0-1-519,-1-3 1,7-2 0,0-1 0,3-1-1592,-1-3 2306,0-3 0,4-12 0,1-1 0</inkml:trace>
  <inkml:trace contextRef="#ctx0" brushRef="#br0">24106 8512 8799,'0'-7'1217,"0"1"1,-2 15 0,-1 1-1254,-1 0 1,-4 4-1,2 3 1,-1 0-347,-3 2 1,3-5-1,-2 5 1,1-2-63,0 0 1,-2 0 0,5-3 309,-2 3 1,4-3 0,-1 4 108,2-4 0,4-7 0,3-4 43,8-6 0,1-6 0,6-8 0,0-5 141,0-7 0,6 1 0,4-5 0,-2 1 46,-1 4 1,-5 1 0,-3 1-1,0 2 358,-3 3 0,-2 2-476,-1 6 1,-6 9 0,-3 7-3,-2 8 0,-7 11 0,0-1 0,-1 3-213,0 2 1,-4 0 0,3 1 0,-1 1-570,-1 2 0,5-2 0,-3-5 0,1-3-535,3-1 0,2-2 1232,1-4 0,5-1 0,2 1 0</inkml:trace>
  <inkml:trace contextRef="#ctx0" brushRef="#br0">24657 8602 7955,'14'-20'534,"3"3"1,-1 3-1,5 1 1,0 0 181,-1 0 0,-1 5 1,-6 1-782,-1 1 0,-3 2-1551,0 4 1,-8 0 1061,-1 0 1,-6 0 0,-8 1-1,-2 2 554,-1 1 0,-1 6 0,2-3 0,-1 2-110,1-1 1,2 1-1,1 2 1,1-1 318,-1-1 1,0-1-1,0 4 1,0-2 661,0-2 1,5 1-1,1 4 1,0-1-243,0 1 0,2 0 0,-2 0 1,1 0-393,4 0 0,0 1 1,2 1-1,0 3-129,0-3 1,6-1-1,2-2 1,5-2-142,4-2 0,-1-5 1,5 1-1,2-4-177,1-4 1,2-3 0,1-7-1,2-5-173,0-6 1,1-2 0,-4-8 0,0 0-36,-1-2 0,-3-3 1,-3-1-1,0-4-89,-3 0 1,-2 2-1,-1-4 1,0-3-9,-1-4 0,0 1 0,-2-1 1,-2 6 514,2 5 0,2 9 0,0 5 2646,1 7-1560,-6 3 0,-7 18 0,-8 5 0,-2 6-473,1 3 1,-1 5 0,5 4 0,-1 3-82,0 5 0,-2-1 0,2 6 1,0 5-172,1 6 1,-1-2-1,3 0 1,-1-1-375,1 0 1,-3 5 0,2-2 0,1 1-340,2 0 0,1-6 1,-2 2-1,-1-2-271,-1 2 1,0-5 0,2 1 0,0-8-644,-3-4 1,1-3 0,4-2 1265,0-5 0,-6-3 0,-1-1 0</inkml:trace>
  <inkml:trace contextRef="#ctx0" brushRef="#br0">25208 8884 13262,'-9'6'3532,"1"2"1,-1 4-4061,2 0 1,-3 3 0,4 0 527,-1 2 0,4 6 0,-2-3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11/2/25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7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367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014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78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dirty="0"/>
              <a:t>Address % 4 == 0</a:t>
            </a:r>
          </a:p>
          <a:p>
            <a:pPr eaLnBrk="1" hangingPunct="1"/>
            <a:r>
              <a:rPr lang="en-US"/>
              <a:t>Last</a:t>
            </a:r>
            <a:r>
              <a:rPr lang="en-US" baseline="0"/>
              <a:t> 2-bits ==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96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10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24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422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21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76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52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05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67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984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39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27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00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959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736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918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750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1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916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856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921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896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97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14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0929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267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22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705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4580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5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3800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24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6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MIPS Assembly II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35370A-D857-0725-3771-D2203F23846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64858"/>
            <a:ext cx="810260" cy="79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ets.netlify.app/module/6783ad89fc362746fec5218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MIPS Assembly II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>
                <a:solidFill>
                  <a:srgbClr val="C00000"/>
                </a:solidFill>
              </a:rPr>
              <a:t>DO NOT  use the Zoom chat for questions</a:t>
            </a:r>
            <a:r>
              <a:rPr lang="en-US" sz="2000" dirty="0"/>
              <a:t>. It doesn’t appear in the video recordings.</a:t>
            </a:r>
          </a:p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https://sets.netlify.app/module/6783ad89fc362746fec52180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#8: MIPS Part 2: More Instructions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Memory Organisation (General)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1.1	Memory: Transfer Unit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1.2	Memory: Word Alignment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2"/>
            </a:pPr>
            <a:r>
              <a:rPr lang="en-GB" sz="2800" dirty="0"/>
              <a:t>MIPS Memory Instructions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2.1	Memory Instruction: Load Word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2.2	Memory Instruction: Store Word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2.3 	Load and Store Instructions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2.4	Memory Instruction: Others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2.5	Example: Array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2.6	Common Questions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2.7	Example: Swapping Elements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#8: MIPS Part 2: More Instructions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 startAt="3"/>
            </a:pPr>
            <a:r>
              <a:rPr lang="en-GB" sz="2800" dirty="0"/>
              <a:t>Making Decisions</a:t>
            </a:r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3.1	Conditional Branch: </a:t>
            </a:r>
            <a:r>
              <a:rPr lang="en-GB" sz="2400" dirty="0" err="1"/>
              <a:t>beq</a:t>
            </a:r>
            <a:r>
              <a:rPr lang="en-GB" sz="2400" dirty="0"/>
              <a:t> and </a:t>
            </a:r>
            <a:r>
              <a:rPr lang="en-GB" sz="2400" dirty="0" err="1"/>
              <a:t>bne</a:t>
            </a:r>
            <a:endParaRPr lang="en-GB" sz="2400" dirty="0"/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3.2	Unconditional Jump: j</a:t>
            </a:r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3.3	IF statement</a:t>
            </a:r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3.4	Exercise #1: IF statement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 startAt="4"/>
            </a:pPr>
            <a:r>
              <a:rPr lang="en-GB" sz="2800" dirty="0"/>
              <a:t>Loops</a:t>
            </a:r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4.1	Exercise #2: FOR loop</a:t>
            </a:r>
          </a:p>
          <a:p>
            <a:pPr marL="1344613" lvl="1" indent="-711200">
              <a:spcBef>
                <a:spcPts val="200"/>
              </a:spcBef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4.2	Inequalities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 startAt="4"/>
            </a:pPr>
            <a:r>
              <a:rPr lang="en-GB" sz="2800" dirty="0"/>
              <a:t>Array and Loop</a:t>
            </a:r>
          </a:p>
          <a:p>
            <a:pPr marL="514350" indent="-514350">
              <a:spcBef>
                <a:spcPts val="600"/>
              </a:spcBef>
              <a:buClrTx/>
              <a:buSzPct val="100000"/>
              <a:buFont typeface="+mj-lt"/>
              <a:buAutoNum type="arabicPeriod" startAt="4"/>
            </a:pPr>
            <a:r>
              <a:rPr lang="en-GB" sz="2800" dirty="0"/>
              <a:t>Exercises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1. Memory Organisation (General)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90638E-75E4-492D-9A40-7D401A64BB1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22173"/>
            <a:ext cx="5257800" cy="4850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The main memory can be viewed as a large, </a:t>
            </a:r>
            <a:r>
              <a:rPr lang="en-GB" dirty="0">
                <a:solidFill>
                  <a:srgbClr val="0000CC"/>
                </a:solidFill>
              </a:rPr>
              <a:t>single-dimension array </a:t>
            </a:r>
            <a:r>
              <a:rPr lang="en-GB" dirty="0"/>
              <a:t>of memory locations.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Each location of the memory has an </a:t>
            </a:r>
            <a:r>
              <a:rPr lang="en-GB" b="1" dirty="0">
                <a:solidFill>
                  <a:srgbClr val="C00000"/>
                </a:solidFill>
              </a:rPr>
              <a:t>address</a:t>
            </a:r>
            <a:r>
              <a:rPr lang="en-GB" dirty="0"/>
              <a:t>, which is an index into the array.</a:t>
            </a:r>
          </a:p>
          <a:p>
            <a:pPr marL="630238" lvl="1" indent="-27146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US" dirty="0"/>
              <a:t>Given a </a:t>
            </a:r>
            <a:r>
              <a:rPr lang="en-US" i="1" dirty="0"/>
              <a:t>k</a:t>
            </a:r>
            <a:r>
              <a:rPr lang="en-US" dirty="0"/>
              <a:t>-bit address, the address space is of size 2</a:t>
            </a:r>
            <a:r>
              <a:rPr lang="en-US" i="1" baseline="50000" dirty="0"/>
              <a:t>k</a:t>
            </a:r>
            <a:r>
              <a:rPr lang="en-US" dirty="0"/>
              <a:t>.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The memory map on the right contains one byte (8 bits) in every location/address.</a:t>
            </a:r>
          </a:p>
          <a:p>
            <a:pPr marL="631825" lvl="1" indent="-2730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This is called </a:t>
            </a:r>
            <a:r>
              <a:rPr lang="en-GB" dirty="0">
                <a:solidFill>
                  <a:srgbClr val="C00000"/>
                </a:solidFill>
              </a:rPr>
              <a:t>byte addressing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CB56BC-C288-4BD1-841D-B8BC4D588490}"/>
              </a:ext>
            </a:extLst>
          </p:cNvPr>
          <p:cNvGrpSpPr/>
          <p:nvPr/>
        </p:nvGrpSpPr>
        <p:grpSpPr>
          <a:xfrm>
            <a:off x="5943600" y="1687513"/>
            <a:ext cx="2105026" cy="4265612"/>
            <a:chOff x="5943600" y="1687513"/>
            <a:chExt cx="2105026" cy="4265612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82356DB9-EF88-4D50-AED7-7E758C4AA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1990725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95995B4D-7407-4B11-A617-A2A81C4C0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2286000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58094BFB-998F-4DB0-92EA-26099A605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1990725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00C14CBF-00DB-4786-A63A-4603D5F0F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2286000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1CBE5746-9FBA-4142-9D77-50F4D5BAF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2589212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E2AE36CC-0F0D-40E9-A652-A5267FDFE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2886075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A699CA1D-DE1D-4C7E-9A8B-6B9D2D046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2587625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FCD2BF70-9C28-43BE-93D3-AC2B110ED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2897187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78D720DB-103F-45AF-8FF8-33CB5ECAF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3163888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1F5D7764-DBE6-47D8-BFDE-C8A0D2025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3459163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27" name="Text Box 17">
              <a:extLst>
                <a:ext uri="{FF2B5EF4-FFF2-40B4-BE49-F238E27FC236}">
                  <a16:creationId xmlns:a16="http://schemas.microsoft.com/office/drawing/2014/main" id="{625DF9EF-B484-4BE4-8515-0384BB4F1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3163888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  <p:sp>
          <p:nvSpPr>
            <p:cNvPr id="28" name="Text Box 18">
              <a:extLst>
                <a:ext uri="{FF2B5EF4-FFF2-40B4-BE49-F238E27FC236}">
                  <a16:creationId xmlns:a16="http://schemas.microsoft.com/office/drawing/2014/main" id="{FC4D3EEC-9370-46AD-B1EF-86ECB6586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3459163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5</a:t>
              </a:r>
            </a:p>
          </p:txBody>
        </p:sp>
        <p:sp>
          <p:nvSpPr>
            <p:cNvPr id="29" name="Text Box 19">
              <a:extLst>
                <a:ext uri="{FF2B5EF4-FFF2-40B4-BE49-F238E27FC236}">
                  <a16:creationId xmlns:a16="http://schemas.microsoft.com/office/drawing/2014/main" id="{6FF667A3-D688-403A-A4FA-804276945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3762375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30" name="Text Box 20">
              <a:extLst>
                <a:ext uri="{FF2B5EF4-FFF2-40B4-BE49-F238E27FC236}">
                  <a16:creationId xmlns:a16="http://schemas.microsoft.com/office/drawing/2014/main" id="{03AC4C79-5A97-4939-9F06-99A8A33E9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4059238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31" name="Text Box 21">
              <a:extLst>
                <a:ext uri="{FF2B5EF4-FFF2-40B4-BE49-F238E27FC236}">
                  <a16:creationId xmlns:a16="http://schemas.microsoft.com/office/drawing/2014/main" id="{4D051243-2736-43D7-BDC9-13DB29AA5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3760788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6</a:t>
              </a:r>
            </a:p>
          </p:txBody>
        </p:sp>
        <p:sp>
          <p:nvSpPr>
            <p:cNvPr id="32" name="Text Box 22">
              <a:extLst>
                <a:ext uri="{FF2B5EF4-FFF2-40B4-BE49-F238E27FC236}">
                  <a16:creationId xmlns:a16="http://schemas.microsoft.com/office/drawing/2014/main" id="{9A1BDB29-D543-4382-94D4-08271FA6C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4070350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7</a:t>
              </a:r>
            </a:p>
          </p:txBody>
        </p:sp>
        <p:sp>
          <p:nvSpPr>
            <p:cNvPr id="33" name="Text Box 24">
              <a:extLst>
                <a:ext uri="{FF2B5EF4-FFF2-40B4-BE49-F238E27FC236}">
                  <a16:creationId xmlns:a16="http://schemas.microsoft.com/office/drawing/2014/main" id="{38BDBE19-D4C4-4561-980D-F58D49E6D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4356100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34" name="Text Box 25">
              <a:extLst>
                <a:ext uri="{FF2B5EF4-FFF2-40B4-BE49-F238E27FC236}">
                  <a16:creationId xmlns:a16="http://schemas.microsoft.com/office/drawing/2014/main" id="{3FDCFA3C-08ED-4C61-925A-E565861EA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4651375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35" name="Text Box 26">
              <a:extLst>
                <a:ext uri="{FF2B5EF4-FFF2-40B4-BE49-F238E27FC236}">
                  <a16:creationId xmlns:a16="http://schemas.microsoft.com/office/drawing/2014/main" id="{66E5703A-9446-4E90-ACF0-E11104DD3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4356100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8</a:t>
              </a:r>
            </a:p>
          </p:txBody>
        </p:sp>
        <p:sp>
          <p:nvSpPr>
            <p:cNvPr id="36" name="Text Box 27">
              <a:extLst>
                <a:ext uri="{FF2B5EF4-FFF2-40B4-BE49-F238E27FC236}">
                  <a16:creationId xmlns:a16="http://schemas.microsoft.com/office/drawing/2014/main" id="{7E503BC7-289B-42C2-AFE1-CD1F1841B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4651375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9</a:t>
              </a:r>
            </a:p>
          </p:txBody>
        </p:sp>
        <p:sp>
          <p:nvSpPr>
            <p:cNvPr id="37" name="Text Box 28">
              <a:extLst>
                <a:ext uri="{FF2B5EF4-FFF2-40B4-BE49-F238E27FC236}">
                  <a16:creationId xmlns:a16="http://schemas.microsoft.com/office/drawing/2014/main" id="{EE0150EF-0BC8-45B5-8E6B-0067A9999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4954587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 bits</a:t>
              </a:r>
            </a:p>
          </p:txBody>
        </p:sp>
        <p:sp>
          <p:nvSpPr>
            <p:cNvPr id="38" name="Text Box 29">
              <a:extLst>
                <a:ext uri="{FF2B5EF4-FFF2-40B4-BE49-F238E27FC236}">
                  <a16:creationId xmlns:a16="http://schemas.microsoft.com/office/drawing/2014/main" id="{5321C220-71CD-4937-945E-F6D0F1B97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4813" y="5251450"/>
              <a:ext cx="1293813" cy="3063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8 bits</a:t>
              </a:r>
            </a:p>
          </p:txBody>
        </p:sp>
        <p:sp>
          <p:nvSpPr>
            <p:cNvPr id="39" name="Text Box 30">
              <a:extLst>
                <a:ext uri="{FF2B5EF4-FFF2-40B4-BE49-F238E27FC236}">
                  <a16:creationId xmlns:a16="http://schemas.microsoft.com/office/drawing/2014/main" id="{50F54BBF-2E32-4C41-AE39-E90A826B4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4953000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10</a:t>
              </a:r>
            </a:p>
          </p:txBody>
        </p:sp>
        <p:sp>
          <p:nvSpPr>
            <p:cNvPr id="40" name="Text Box 31">
              <a:extLst>
                <a:ext uri="{FF2B5EF4-FFF2-40B4-BE49-F238E27FC236}">
                  <a16:creationId xmlns:a16="http://schemas.microsoft.com/office/drawing/2014/main" id="{96E6E6A5-9E5A-4A3D-B49E-58845CA8A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25" y="5262562"/>
              <a:ext cx="381000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1">
                  <a:latin typeface="Courier New" pitchFamily="49" charset="0"/>
                  <a:cs typeface="Courier New" pitchFamily="49" charset="0"/>
                </a:rPr>
                <a:t>11</a:t>
              </a:r>
            </a:p>
          </p:txBody>
        </p:sp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6ABD0643-8B64-46D8-9600-4C533114D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1538" y="5629275"/>
              <a:ext cx="381000" cy="3238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/>
                <a:t>:</a:t>
              </a:r>
            </a:p>
          </p:txBody>
        </p:sp>
        <p:sp>
          <p:nvSpPr>
            <p:cNvPr id="42" name="Text Box 33">
              <a:extLst>
                <a:ext uri="{FF2B5EF4-FFF2-40B4-BE49-F238E27FC236}">
                  <a16:creationId xmlns:a16="http://schemas.microsoft.com/office/drawing/2014/main" id="{8CA5C202-EB51-4BBA-B29D-AE0E62AE0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1687513"/>
              <a:ext cx="1008063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Content</a:t>
              </a:r>
            </a:p>
          </p:txBody>
        </p:sp>
        <p:sp>
          <p:nvSpPr>
            <p:cNvPr id="43" name="Text Box 34">
              <a:extLst>
                <a:ext uri="{FF2B5EF4-FFF2-40B4-BE49-F238E27FC236}">
                  <a16:creationId xmlns:a16="http://schemas.microsoft.com/office/drawing/2014/main" id="{5DFAB503-1D76-4796-A75A-69E859BE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1687513"/>
              <a:ext cx="1008063" cy="293687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9144" rIns="9144" bIns="9144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 dirty="0"/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45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1.1 Memory: Transfer Unit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87DC572-EE52-476B-8FBE-1EDA14DF930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5"/>
            <a:ext cx="8229600" cy="465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Using distinct memory address, we can access:  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single </a:t>
            </a:r>
            <a:r>
              <a:rPr lang="en-US" sz="2400" b="1" dirty="0">
                <a:solidFill>
                  <a:srgbClr val="C00000"/>
                </a:solidFill>
              </a:rPr>
              <a:t>byte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C00000"/>
                </a:solidFill>
              </a:rPr>
              <a:t>byte addressable</a:t>
            </a:r>
            <a:r>
              <a:rPr lang="en-US" sz="2400" dirty="0"/>
              <a:t>) or</a:t>
            </a:r>
            <a:endParaRPr lang="en-GB" sz="2400" dirty="0"/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single </a:t>
            </a:r>
            <a:r>
              <a:rPr lang="en-US" sz="2400" b="1" dirty="0">
                <a:solidFill>
                  <a:srgbClr val="800000"/>
                </a:solidFill>
              </a:rPr>
              <a:t>word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800000"/>
                </a:solidFill>
              </a:rPr>
              <a:t>word addressable</a:t>
            </a:r>
            <a:r>
              <a:rPr lang="en-US" sz="2400" dirty="0"/>
              <a:t>) </a:t>
            </a:r>
            <a:endParaRPr lang="en-GB" sz="2400" dirty="0"/>
          </a:p>
          <a:p>
            <a:pPr marL="358775" indent="-358775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800" b="1" dirty="0"/>
              <a:t>Word </a:t>
            </a:r>
            <a:r>
              <a:rPr lang="en-GB" sz="2800" dirty="0"/>
              <a:t>is: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Usually </a:t>
            </a:r>
            <a:r>
              <a:rPr lang="en-GB" sz="2400" b="1" dirty="0"/>
              <a:t>2</a:t>
            </a:r>
            <a:r>
              <a:rPr lang="en-GB" sz="2400" b="1" i="1" baseline="50000" dirty="0"/>
              <a:t>n</a:t>
            </a:r>
            <a:r>
              <a:rPr lang="en-GB" sz="2400" b="1" baseline="30000" dirty="0"/>
              <a:t> </a:t>
            </a:r>
            <a:r>
              <a:rPr lang="en-GB" sz="2400" dirty="0"/>
              <a:t>bytes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The common unit of transfer between processor and memory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Also commonly coincide with the register size, the integer size and instruction size in most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28028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1.2 Memory: Word Alignment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84154-9035-4588-B970-EC1A605F81C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229600" cy="1398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/>
              <a:t>Word alignment</a:t>
            </a:r>
            <a:r>
              <a:rPr lang="en-US" sz="2800" dirty="0"/>
              <a:t>: 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Words are aligned in memory if they begin at a byte address that is a multiple of the number of bytes in a word.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EE46DA5-8EB7-46D1-A8C9-B97968610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6225746" cy="38779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 lIns="9144" tIns="9144" rIns="9144" bIns="9144">
            <a:spAutoFit/>
          </a:bodyPr>
          <a:lstStyle/>
          <a:p>
            <a:r>
              <a:rPr lang="en-US" sz="2400" dirty="0"/>
              <a:t>Example: If a word consists of 4 bytes, then:</a:t>
            </a: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48BE47E5-1241-47ED-B18F-1D97CBD2B532}"/>
              </a:ext>
            </a:extLst>
          </p:cNvPr>
          <p:cNvGrpSpPr>
            <a:grpSpLocks/>
          </p:cNvGrpSpPr>
          <p:nvPr/>
        </p:nvGrpSpPr>
        <p:grpSpPr bwMode="auto">
          <a:xfrm>
            <a:off x="631825" y="3173412"/>
            <a:ext cx="7597775" cy="2770188"/>
            <a:chOff x="620" y="1996"/>
            <a:chExt cx="4786" cy="1745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5E9D5FC-81E3-4245-AB78-1C0FAFF08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171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0</a:t>
              </a:r>
            </a:p>
          </p:txBody>
        </p:sp>
        <p:grpSp>
          <p:nvGrpSpPr>
            <p:cNvPr id="13" name="Group 7">
              <a:extLst>
                <a:ext uri="{FF2B5EF4-FFF2-40B4-BE49-F238E27FC236}">
                  <a16:creationId xmlns:a16="http://schemas.microsoft.com/office/drawing/2014/main" id="{86087D6C-13BF-4806-8E52-C18FE1B5C4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0" y="2171"/>
              <a:ext cx="960" cy="1536"/>
              <a:chOff x="1968" y="2112"/>
              <a:chExt cx="1152" cy="1536"/>
            </a:xfrm>
          </p:grpSpPr>
          <p:sp>
            <p:nvSpPr>
              <p:cNvPr id="45" name="Rectangle 8">
                <a:extLst>
                  <a:ext uri="{FF2B5EF4-FFF2-40B4-BE49-F238E27FC236}">
                    <a16:creationId xmlns:a16="http://schemas.microsoft.com/office/drawing/2014/main" id="{C782047D-6170-4E76-85A6-C3B7542A7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0</a:t>
                </a:r>
              </a:p>
            </p:txBody>
          </p:sp>
          <p:sp>
            <p:nvSpPr>
              <p:cNvPr id="46" name="Rectangle 9">
                <a:extLst>
                  <a:ext uri="{FF2B5EF4-FFF2-40B4-BE49-F238E27FC236}">
                    <a16:creationId xmlns:a16="http://schemas.microsoft.com/office/drawing/2014/main" id="{C044E823-C7F4-4E45-B792-4FD1C7024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304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1</a:t>
                </a:r>
              </a:p>
            </p:txBody>
          </p:sp>
          <p:sp>
            <p:nvSpPr>
              <p:cNvPr id="47" name="Rectangle 10">
                <a:extLst>
                  <a:ext uri="{FF2B5EF4-FFF2-40B4-BE49-F238E27FC236}">
                    <a16:creationId xmlns:a16="http://schemas.microsoft.com/office/drawing/2014/main" id="{57C4BA10-031B-4DE5-A16B-34D005959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2</a:t>
                </a:r>
              </a:p>
            </p:txBody>
          </p:sp>
          <p:sp>
            <p:nvSpPr>
              <p:cNvPr id="48" name="Rectangle 11">
                <a:extLst>
                  <a:ext uri="{FF2B5EF4-FFF2-40B4-BE49-F238E27FC236}">
                    <a16:creationId xmlns:a16="http://schemas.microsoft.com/office/drawing/2014/main" id="{E1E5F7FA-4444-48CB-B63C-C375F7039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688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3</a:t>
                </a:r>
              </a:p>
            </p:txBody>
          </p:sp>
          <p:sp>
            <p:nvSpPr>
              <p:cNvPr id="49" name="Rectangle 12">
                <a:extLst>
                  <a:ext uri="{FF2B5EF4-FFF2-40B4-BE49-F238E27FC236}">
                    <a16:creationId xmlns:a16="http://schemas.microsoft.com/office/drawing/2014/main" id="{A6C539E6-EE0A-4B29-B281-35763662E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880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4</a:t>
                </a:r>
              </a:p>
            </p:txBody>
          </p:sp>
          <p:sp>
            <p:nvSpPr>
              <p:cNvPr id="50" name="Rectangle 13">
                <a:extLst>
                  <a:ext uri="{FF2B5EF4-FFF2-40B4-BE49-F238E27FC236}">
                    <a16:creationId xmlns:a16="http://schemas.microsoft.com/office/drawing/2014/main" id="{92685BCD-790F-4818-B633-4F1D09507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072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5</a:t>
                </a:r>
              </a:p>
            </p:txBody>
          </p:sp>
          <p:sp>
            <p:nvSpPr>
              <p:cNvPr id="51" name="Rectangle 14">
                <a:extLst>
                  <a:ext uri="{FF2B5EF4-FFF2-40B4-BE49-F238E27FC236}">
                    <a16:creationId xmlns:a16="http://schemas.microsoft.com/office/drawing/2014/main" id="{4BC86BCF-632C-425B-AB99-181ADBC77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264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6</a:t>
                </a:r>
              </a:p>
            </p:txBody>
          </p:sp>
          <p:sp>
            <p:nvSpPr>
              <p:cNvPr id="52" name="Rectangle 15">
                <a:extLst>
                  <a:ext uri="{FF2B5EF4-FFF2-40B4-BE49-F238E27FC236}">
                    <a16:creationId xmlns:a16="http://schemas.microsoft.com/office/drawing/2014/main" id="{05562642-D3CB-4380-80EE-073CB92BB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3456"/>
                <a:ext cx="1152" cy="1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1600" b="1">
                    <a:latin typeface="+mn-lt"/>
                  </a:rPr>
                  <a:t>Byte 7</a:t>
                </a:r>
              </a:p>
            </p:txBody>
          </p:sp>
        </p:grpSp>
        <p:grpSp>
          <p:nvGrpSpPr>
            <p:cNvPr id="15" name="Group 16">
              <a:extLst>
                <a:ext uri="{FF2B5EF4-FFF2-40B4-BE49-F238E27FC236}">
                  <a16:creationId xmlns:a16="http://schemas.microsoft.com/office/drawing/2014/main" id="{50849B95-2BF1-46E8-803C-C48BBFACF5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8" y="2172"/>
              <a:ext cx="1104" cy="1536"/>
              <a:chOff x="2959" y="2070"/>
              <a:chExt cx="1104" cy="1536"/>
            </a:xfrm>
          </p:grpSpPr>
          <p:sp>
            <p:nvSpPr>
              <p:cNvPr id="40" name="Rectangle 17">
                <a:extLst>
                  <a:ext uri="{FF2B5EF4-FFF2-40B4-BE49-F238E27FC236}">
                    <a16:creationId xmlns:a16="http://schemas.microsoft.com/office/drawing/2014/main" id="{1297D208-8AC6-49B6-AF6E-1F3B920B5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2070"/>
                <a:ext cx="144" cy="768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41" name="Rectangle 18">
                <a:extLst>
                  <a:ext uri="{FF2B5EF4-FFF2-40B4-BE49-F238E27FC236}">
                    <a16:creationId xmlns:a16="http://schemas.microsoft.com/office/drawing/2014/main" id="{90D5B3A2-7F17-452C-9CA1-B1055C91D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9" y="2646"/>
                <a:ext cx="144" cy="76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42" name="Rectangle 19">
                <a:extLst>
                  <a:ext uri="{FF2B5EF4-FFF2-40B4-BE49-F238E27FC236}">
                    <a16:creationId xmlns:a16="http://schemas.microsoft.com/office/drawing/2014/main" id="{26284017-F0B9-435A-9123-9EC171AF3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9" y="2454"/>
                <a:ext cx="144" cy="76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43" name="Rectangle 20">
                <a:extLst>
                  <a:ext uri="{FF2B5EF4-FFF2-40B4-BE49-F238E27FC236}">
                    <a16:creationId xmlns:a16="http://schemas.microsoft.com/office/drawing/2014/main" id="{44080642-199B-483A-93D1-FD865455A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2262"/>
                <a:ext cx="144" cy="76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id="{F87DB1D0-CB25-4E36-88C7-0506FF1D5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9" y="2838"/>
                <a:ext cx="144" cy="768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</p:grpSp>
        <p:grpSp>
          <p:nvGrpSpPr>
            <p:cNvPr id="16" name="Group 22">
              <a:extLst>
                <a:ext uri="{FF2B5EF4-FFF2-40B4-BE49-F238E27FC236}">
                  <a16:creationId xmlns:a16="http://schemas.microsoft.com/office/drawing/2014/main" id="{0D5828DB-E48D-4E74-A923-9328748421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2" y="2171"/>
              <a:ext cx="1423" cy="1536"/>
              <a:chOff x="2767" y="2070"/>
              <a:chExt cx="1728" cy="1536"/>
            </a:xfrm>
          </p:grpSpPr>
          <p:sp>
            <p:nvSpPr>
              <p:cNvPr id="31" name="Line 23">
                <a:extLst>
                  <a:ext uri="{FF2B5EF4-FFF2-40B4-BE49-F238E27FC236}">
                    <a16:creationId xmlns:a16="http://schemas.microsoft.com/office/drawing/2014/main" id="{06527254-573E-4C0C-BD68-9D13084FC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2070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2" name="Line 24">
                <a:extLst>
                  <a:ext uri="{FF2B5EF4-FFF2-40B4-BE49-F238E27FC236}">
                    <a16:creationId xmlns:a16="http://schemas.microsoft.com/office/drawing/2014/main" id="{118CC43C-D401-4221-8759-8365FD771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2262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3" name="Line 25">
                <a:extLst>
                  <a:ext uri="{FF2B5EF4-FFF2-40B4-BE49-F238E27FC236}">
                    <a16:creationId xmlns:a16="http://schemas.microsoft.com/office/drawing/2014/main" id="{0C628A16-8944-4ECD-A597-1E4D28156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2454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4" name="Line 26">
                <a:extLst>
                  <a:ext uri="{FF2B5EF4-FFF2-40B4-BE49-F238E27FC236}">
                    <a16:creationId xmlns:a16="http://schemas.microsoft.com/office/drawing/2014/main" id="{CADB2523-01A5-4D95-9FD9-B80896792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2646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5" name="Line 27">
                <a:extLst>
                  <a:ext uri="{FF2B5EF4-FFF2-40B4-BE49-F238E27FC236}">
                    <a16:creationId xmlns:a16="http://schemas.microsoft.com/office/drawing/2014/main" id="{34370002-21AF-4F27-9074-9292D2ED3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2838"/>
                <a:ext cx="1728" cy="0"/>
              </a:xfrm>
              <a:prstGeom prst="line">
                <a:avLst/>
              </a:prstGeom>
              <a:noFill/>
              <a:ln w="28575" cap="rnd">
                <a:solidFill>
                  <a:srgbClr val="C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 dirty="0">
                  <a:latin typeface="+mn-lt"/>
                </a:endParaRPr>
              </a:p>
            </p:txBody>
          </p:sp>
          <p:sp>
            <p:nvSpPr>
              <p:cNvPr id="36" name="Line 28">
                <a:extLst>
                  <a:ext uri="{FF2B5EF4-FFF2-40B4-BE49-F238E27FC236}">
                    <a16:creationId xmlns:a16="http://schemas.microsoft.com/office/drawing/2014/main" id="{FEBE3AE8-664F-41F3-87A0-222A99C93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3030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7" name="Line 29">
                <a:extLst>
                  <a:ext uri="{FF2B5EF4-FFF2-40B4-BE49-F238E27FC236}">
                    <a16:creationId xmlns:a16="http://schemas.microsoft.com/office/drawing/2014/main" id="{F2AF8543-437A-4FBA-AFA1-D47811EC1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3222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8" name="Line 30">
                <a:extLst>
                  <a:ext uri="{FF2B5EF4-FFF2-40B4-BE49-F238E27FC236}">
                    <a16:creationId xmlns:a16="http://schemas.microsoft.com/office/drawing/2014/main" id="{43ED379F-2DAD-4B20-B0F2-328204F5B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3414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7B706F99-496B-4EC1-B2C0-B974E4AED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7" y="3606"/>
                <a:ext cx="1728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>
                  <a:latin typeface="+mn-lt"/>
                </a:endParaRPr>
              </a:p>
            </p:txBody>
          </p:sp>
        </p:grpSp>
        <p:grpSp>
          <p:nvGrpSpPr>
            <p:cNvPr id="17" name="Group 32">
              <a:extLst>
                <a:ext uri="{FF2B5EF4-FFF2-40B4-BE49-F238E27FC236}">
                  <a16:creationId xmlns:a16="http://schemas.microsoft.com/office/drawing/2014/main" id="{BB6A0324-4A59-4E7B-A38C-2F725E610B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" y="2061"/>
              <a:ext cx="1637" cy="438"/>
              <a:chOff x="3769" y="2061"/>
              <a:chExt cx="1637" cy="438"/>
            </a:xfrm>
          </p:grpSpPr>
          <p:sp>
            <p:nvSpPr>
              <p:cNvPr id="27" name="Rectangle 33">
                <a:extLst>
                  <a:ext uri="{FF2B5EF4-FFF2-40B4-BE49-F238E27FC236}">
                    <a16:creationId xmlns:a16="http://schemas.microsoft.com/office/drawing/2014/main" id="{CE582A62-8DDE-44EF-A9C1-553D7ED5B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9" y="2061"/>
                <a:ext cx="288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28" name="Rectangle 34">
                <a:extLst>
                  <a:ext uri="{FF2B5EF4-FFF2-40B4-BE49-F238E27FC236}">
                    <a16:creationId xmlns:a16="http://schemas.microsoft.com/office/drawing/2014/main" id="{B7F090C7-02AD-44EB-A654-2FEDB7D38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2" y="2061"/>
                <a:ext cx="1011" cy="16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r>
                  <a:rPr lang="en-US" sz="1600" b="1">
                    <a:latin typeface="+mn-lt"/>
                  </a:rPr>
                  <a:t>Aligned word</a:t>
                </a:r>
              </a:p>
            </p:txBody>
          </p:sp>
          <p:sp>
            <p:nvSpPr>
              <p:cNvPr id="29" name="Rectangle 35">
                <a:extLst>
                  <a:ext uri="{FF2B5EF4-FFF2-40B4-BE49-F238E27FC236}">
                    <a16:creationId xmlns:a16="http://schemas.microsoft.com/office/drawing/2014/main" id="{97C9B7DF-3CE1-4A02-9E6B-20EB3A522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9" y="2344"/>
                <a:ext cx="288" cy="14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+mn-lt"/>
                </a:endParaRPr>
              </a:p>
            </p:txBody>
          </p:sp>
          <p:sp>
            <p:nvSpPr>
              <p:cNvPr id="30" name="Rectangle 36">
                <a:extLst>
                  <a:ext uri="{FF2B5EF4-FFF2-40B4-BE49-F238E27FC236}">
                    <a16:creationId xmlns:a16="http://schemas.microsoft.com/office/drawing/2014/main" id="{8739FB65-164C-462D-86E0-52CC86B55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2" y="2344"/>
                <a:ext cx="1304" cy="15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r>
                  <a:rPr lang="en-US" sz="1600" b="1">
                    <a:latin typeface="+mn-lt"/>
                  </a:rPr>
                  <a:t>Mis-aligned word</a:t>
                </a:r>
              </a:p>
            </p:txBody>
          </p:sp>
        </p:grpSp>
        <p:sp>
          <p:nvSpPr>
            <p:cNvPr id="18" name="Rectangle 37">
              <a:extLst>
                <a:ext uri="{FF2B5EF4-FFF2-40B4-BE49-F238E27FC236}">
                  <a16:creationId xmlns:a16="http://schemas.microsoft.com/office/drawing/2014/main" id="{2A62718F-5708-418A-9324-B4398CAE7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1996"/>
              <a:ext cx="717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1" i="1" dirty="0">
                  <a:latin typeface="+mn-lt"/>
                </a:rPr>
                <a:t>Address</a:t>
              </a:r>
            </a:p>
          </p:txBody>
        </p:sp>
        <p:sp>
          <p:nvSpPr>
            <p:cNvPr id="19" name="Rectangle 38">
              <a:extLst>
                <a:ext uri="{FF2B5EF4-FFF2-40B4-BE49-F238E27FC236}">
                  <a16:creationId xmlns:a16="http://schemas.microsoft.com/office/drawing/2014/main" id="{337B8B79-5046-4921-B66D-548A04419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358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1</a:t>
              </a:r>
            </a:p>
          </p:txBody>
        </p:sp>
        <p:sp>
          <p:nvSpPr>
            <p:cNvPr id="20" name="Rectangle 39">
              <a:extLst>
                <a:ext uri="{FF2B5EF4-FFF2-40B4-BE49-F238E27FC236}">
                  <a16:creationId xmlns:a16="http://schemas.microsoft.com/office/drawing/2014/main" id="{3E5A4DD3-3D6E-4AD6-8B5C-FEB3023C6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560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2</a:t>
              </a:r>
            </a:p>
          </p:txBody>
        </p:sp>
        <p:sp>
          <p:nvSpPr>
            <p:cNvPr id="22" name="Rectangle 40">
              <a:extLst>
                <a:ext uri="{FF2B5EF4-FFF2-40B4-BE49-F238E27FC236}">
                  <a16:creationId xmlns:a16="http://schemas.microsoft.com/office/drawing/2014/main" id="{A72DB201-511F-4441-A376-753E47753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752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3</a:t>
              </a:r>
            </a:p>
          </p:txBody>
        </p:sp>
        <p:sp>
          <p:nvSpPr>
            <p:cNvPr id="23" name="Rectangle 41">
              <a:extLst>
                <a:ext uri="{FF2B5EF4-FFF2-40B4-BE49-F238E27FC236}">
                  <a16:creationId xmlns:a16="http://schemas.microsoft.com/office/drawing/2014/main" id="{DEDC823E-74A3-457D-8DD5-9B560F78F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945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4</a:t>
              </a:r>
            </a:p>
          </p:txBody>
        </p:sp>
        <p:sp>
          <p:nvSpPr>
            <p:cNvPr id="24" name="Rectangle 42">
              <a:extLst>
                <a:ext uri="{FF2B5EF4-FFF2-40B4-BE49-F238E27FC236}">
                  <a16:creationId xmlns:a16="http://schemas.microsoft.com/office/drawing/2014/main" id="{CBCC629F-59BA-4F29-BB73-9ECF6A806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3132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5</a:t>
              </a:r>
            </a:p>
          </p:txBody>
        </p:sp>
        <p:sp>
          <p:nvSpPr>
            <p:cNvPr id="25" name="Rectangle 43">
              <a:extLst>
                <a:ext uri="{FF2B5EF4-FFF2-40B4-BE49-F238E27FC236}">
                  <a16:creationId xmlns:a16="http://schemas.microsoft.com/office/drawing/2014/main" id="{8EA0936A-2288-408C-BF23-6F5B163D4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3334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6</a:t>
              </a:r>
            </a:p>
          </p:txBody>
        </p:sp>
        <p:sp>
          <p:nvSpPr>
            <p:cNvPr id="26" name="Rectangle 44">
              <a:extLst>
                <a:ext uri="{FF2B5EF4-FFF2-40B4-BE49-F238E27FC236}">
                  <a16:creationId xmlns:a16="http://schemas.microsoft.com/office/drawing/2014/main" id="{FF080DE0-923E-4E05-9A51-4FB4D8931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3526"/>
              <a:ext cx="271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 eaLnBrk="0" hangingPunct="0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7</a:t>
              </a:r>
            </a:p>
          </p:txBody>
        </p:sp>
      </p:grpSp>
      <p:sp>
        <p:nvSpPr>
          <p:cNvPr id="53" name="Rounded Rectangle 53">
            <a:extLst>
              <a:ext uri="{FF2B5EF4-FFF2-40B4-BE49-F238E27FC236}">
                <a16:creationId xmlns:a16="http://schemas.microsoft.com/office/drawing/2014/main" id="{5C3AA9DF-5CFF-45B0-9BDA-8350CEF4B6EE}"/>
              </a:ext>
            </a:extLst>
          </p:cNvPr>
          <p:cNvSpPr/>
          <p:nvPr/>
        </p:nvSpPr>
        <p:spPr>
          <a:xfrm>
            <a:off x="5791200" y="4495800"/>
            <a:ext cx="3048000" cy="1600200"/>
          </a:xfrm>
          <a:prstGeom prst="roundRect">
            <a:avLst/>
          </a:prstGeom>
          <a:solidFill>
            <a:srgbClr val="FFFFCC"/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How do we quickly check whether a given memory address is word-aligned or not?</a:t>
            </a:r>
          </a:p>
        </p:txBody>
      </p:sp>
    </p:spTree>
    <p:extLst>
      <p:ext uri="{BB962C8B-B14F-4D97-AF65-F5344CB8AC3E}">
        <p14:creationId xmlns:p14="http://schemas.microsoft.com/office/powerpoint/2010/main" val="229527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 MIPS Memory Instructions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353013-E909-446B-B269-E7162AAEFEB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40971"/>
            <a:ext cx="8229600" cy="17587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800" dirty="0"/>
              <a:t>MIPS is a load-store register architecture</a:t>
            </a:r>
          </a:p>
          <a:p>
            <a:pPr marL="715963" lvl="1" indent="-357188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32 registers, each 32-bit (4 bytes) long</a:t>
            </a:r>
          </a:p>
          <a:p>
            <a:pPr marL="715963" lvl="1" indent="-357188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Each word contains 32 bits (4 bytes)</a:t>
            </a:r>
          </a:p>
          <a:p>
            <a:pPr marL="715963" lvl="1" indent="-357188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Memory addresses are 32-bit long</a:t>
            </a:r>
          </a:p>
        </p:txBody>
      </p:sp>
      <p:graphicFrame>
        <p:nvGraphicFramePr>
          <p:cNvPr id="8" name="Group 5">
            <a:extLst>
              <a:ext uri="{FF2B5EF4-FFF2-40B4-BE49-F238E27FC236}">
                <a16:creationId xmlns:a16="http://schemas.microsoft.com/office/drawing/2014/main" id="{DE5CE8BA-7269-480E-A31C-46D993214665}"/>
              </a:ext>
            </a:extLst>
          </p:cNvPr>
          <p:cNvGraphicFramePr>
            <a:graphicFrameLocks/>
          </p:cNvGraphicFramePr>
          <p:nvPr/>
        </p:nvGraphicFramePr>
        <p:xfrm>
          <a:off x="457200" y="3006562"/>
          <a:ext cx="8229600" cy="3505200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Examples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Comments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 registers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$s0-$s7, $t0-$t9, $zero, $a0-$a3, $v0-$v1, $gp, $fp, $sp, $ra, $at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Fast processor storage for data.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 MIPS, data must be in registers to perform arithmetic.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1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600" b="0" i="0" u="none" strike="noStrike" cap="none" normalizeH="0" baseline="5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memory words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[0],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[4],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…,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[4294967292]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Accessed only by data transfer instructions.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MIPS uses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byte addresses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, so consecutive words differ by 4.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Memory holds data structures, such as arrays, and spilled registers, such as those saved on procedure calls.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297A6F6A-03DC-4098-81E5-0FE83ED18BE4}"/>
              </a:ext>
            </a:extLst>
          </p:cNvPr>
          <p:cNvSpPr/>
          <p:nvPr/>
        </p:nvSpPr>
        <p:spPr>
          <a:xfrm>
            <a:off x="6705600" y="5216362"/>
            <a:ext cx="1143000" cy="304800"/>
          </a:xfrm>
          <a:prstGeom prst="ellipse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8D7320-062B-4681-B8AA-FC14A74B5607}"/>
              </a:ext>
            </a:extLst>
          </p:cNvPr>
          <p:cNvSpPr txBox="1"/>
          <p:nvPr/>
        </p:nvSpPr>
        <p:spPr>
          <a:xfrm>
            <a:off x="5602530" y="2550922"/>
            <a:ext cx="898901" cy="400110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Why?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9E766-B019-44D0-9B55-B51ECEEB0C4D}"/>
              </a:ext>
            </a:extLst>
          </p:cNvPr>
          <p:cNvSpPr txBox="1"/>
          <p:nvPr/>
        </p:nvSpPr>
        <p:spPr>
          <a:xfrm>
            <a:off x="6603515" y="1925148"/>
            <a:ext cx="1981200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dirty="0"/>
              <a:t>Answer</a:t>
            </a:r>
            <a:r>
              <a:rPr lang="en-US" sz="2000" dirty="0"/>
              <a:t>: So that they fit into registers</a:t>
            </a:r>
            <a:endParaRPr lang="en-SG" sz="2000" dirty="0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7DC14A6A-A6EB-416D-B20E-5966171FF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</p:spTree>
    <p:extLst>
      <p:ext uri="{BB962C8B-B14F-4D97-AF65-F5344CB8AC3E}">
        <p14:creationId xmlns:p14="http://schemas.microsoft.com/office/powerpoint/2010/main" val="71494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2.1 Memory Instruction: </a:t>
            </a:r>
            <a:r>
              <a:rPr lang="en-SG" sz="3600" b="1" dirty="0">
                <a:solidFill>
                  <a:srgbClr val="0000FF"/>
                </a:solidFill>
              </a:rPr>
              <a:t>Load Word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10" name="Content Placeholder 65">
            <a:extLst>
              <a:ext uri="{FF2B5EF4-FFF2-40B4-BE49-F238E27FC236}">
                <a16:creationId xmlns:a16="http://schemas.microsoft.com/office/drawing/2014/main" id="{B265A2A3-ABB2-4158-8955-E7F523030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4876800"/>
            <a:ext cx="8229600" cy="1621972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Steps:</a:t>
            </a:r>
          </a:p>
          <a:p>
            <a:pPr marL="985838" lvl="1" indent="-442913"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dirty="0"/>
              <a:t>Memory Address =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$s0</a:t>
            </a:r>
            <a:r>
              <a:rPr lang="en-US" sz="2400" dirty="0"/>
              <a:t> + 4 = 8000 + 4 = </a:t>
            </a:r>
            <a:r>
              <a:rPr lang="en-US" sz="2400" b="1" dirty="0"/>
              <a:t>8004</a:t>
            </a:r>
          </a:p>
          <a:p>
            <a:pPr marL="985838" lvl="1" indent="-442913"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dirty="0"/>
              <a:t>Memory word at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Mem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[8004]</a:t>
            </a:r>
            <a:r>
              <a:rPr lang="en-US" sz="2400" dirty="0"/>
              <a:t> is loaded into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7C53B42-AE94-4300-B34B-1E9A0800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064" y="2016125"/>
            <a:ext cx="2667000" cy="3124200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151B940-4949-42F6-9D6C-ED44FD2C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264" y="1863725"/>
            <a:ext cx="915315" cy="260584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1600" b="1" dirty="0">
                <a:latin typeface="Helvetica" pitchFamily="34" charset="0"/>
              </a:rPr>
              <a:t>Memory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843313-DEB3-4675-A2CD-54F7BB5273DC}"/>
              </a:ext>
            </a:extLst>
          </p:cNvPr>
          <p:cNvSpPr/>
          <p:nvPr/>
        </p:nvSpPr>
        <p:spPr>
          <a:xfrm>
            <a:off x="5489764" y="2397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6DC0E2-A2CB-4D09-AAA0-B1E5FD63E875}"/>
              </a:ext>
            </a:extLst>
          </p:cNvPr>
          <p:cNvSpPr/>
          <p:nvPr/>
        </p:nvSpPr>
        <p:spPr>
          <a:xfrm>
            <a:off x="5489764" y="27019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54B4D-EBC5-4E40-9ED1-BF17ECFDE360}"/>
              </a:ext>
            </a:extLst>
          </p:cNvPr>
          <p:cNvSpPr/>
          <p:nvPr/>
        </p:nvSpPr>
        <p:spPr>
          <a:xfrm>
            <a:off x="5489764" y="30067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8002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BC1EC1F6-1BA5-4704-8DA2-E1D9ECD06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95" y="2092325"/>
            <a:ext cx="2695074" cy="213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EEBDA9CA-61DD-4945-9BBC-70856784C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454" y="1984141"/>
            <a:ext cx="1263315" cy="260584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16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FC7730-0459-47A8-B027-FC238B5C8C0F}"/>
              </a:ext>
            </a:extLst>
          </p:cNvPr>
          <p:cNvSpPr/>
          <p:nvPr/>
        </p:nvSpPr>
        <p:spPr>
          <a:xfrm>
            <a:off x="6251764" y="45307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130879-299F-401F-A5FE-1FAD65918D85}"/>
              </a:ext>
            </a:extLst>
          </p:cNvPr>
          <p:cNvSpPr/>
          <p:nvPr/>
        </p:nvSpPr>
        <p:spPr>
          <a:xfrm>
            <a:off x="6251764" y="33115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7CE8AA-13E2-4430-B441-0520B3D14D3B}"/>
              </a:ext>
            </a:extLst>
          </p:cNvPr>
          <p:cNvSpPr/>
          <p:nvPr/>
        </p:nvSpPr>
        <p:spPr>
          <a:xfrm>
            <a:off x="6251764" y="42259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04FCA8-4BAA-4583-9B2A-CD82A93A66AA}"/>
              </a:ext>
            </a:extLst>
          </p:cNvPr>
          <p:cNvSpPr/>
          <p:nvPr/>
        </p:nvSpPr>
        <p:spPr>
          <a:xfrm>
            <a:off x="6251764" y="3921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CB8AE6-5C6A-4B40-A060-122089A2DC6F}"/>
              </a:ext>
            </a:extLst>
          </p:cNvPr>
          <p:cNvSpPr/>
          <p:nvPr/>
        </p:nvSpPr>
        <p:spPr>
          <a:xfrm>
            <a:off x="6251764" y="36163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CF245-2B26-4E02-A56C-860587ECCB71}"/>
              </a:ext>
            </a:extLst>
          </p:cNvPr>
          <p:cNvSpPr/>
          <p:nvPr/>
        </p:nvSpPr>
        <p:spPr>
          <a:xfrm>
            <a:off x="6251764" y="30067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F21EA8-F36A-4446-8BD5-9D9D3C25CE19}"/>
              </a:ext>
            </a:extLst>
          </p:cNvPr>
          <p:cNvSpPr/>
          <p:nvPr/>
        </p:nvSpPr>
        <p:spPr>
          <a:xfrm>
            <a:off x="6251764" y="27019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D81630-076C-4303-94BD-A13D538CE6B6}"/>
              </a:ext>
            </a:extLst>
          </p:cNvPr>
          <p:cNvSpPr/>
          <p:nvPr/>
        </p:nvSpPr>
        <p:spPr>
          <a:xfrm>
            <a:off x="6251764" y="2397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02498D-8EDD-417F-8FB8-D829071F3A8A}"/>
              </a:ext>
            </a:extLst>
          </p:cNvPr>
          <p:cNvSpPr/>
          <p:nvPr/>
        </p:nvSpPr>
        <p:spPr>
          <a:xfrm>
            <a:off x="5489764" y="33115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D15A63-17C2-4B13-83B5-984E6ECAD68F}"/>
              </a:ext>
            </a:extLst>
          </p:cNvPr>
          <p:cNvSpPr/>
          <p:nvPr/>
        </p:nvSpPr>
        <p:spPr>
          <a:xfrm>
            <a:off x="5489764" y="36163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9D11AA-08BD-4FE3-BD06-FCE3B7475103}"/>
              </a:ext>
            </a:extLst>
          </p:cNvPr>
          <p:cNvSpPr/>
          <p:nvPr/>
        </p:nvSpPr>
        <p:spPr>
          <a:xfrm>
            <a:off x="5489764" y="3921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9B86C3-8180-489A-A2A9-49EF7CB10370}"/>
              </a:ext>
            </a:extLst>
          </p:cNvPr>
          <p:cNvSpPr/>
          <p:nvPr/>
        </p:nvSpPr>
        <p:spPr>
          <a:xfrm>
            <a:off x="5489764" y="42259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0476CF-75A5-49F8-B359-052D1CF8ED32}"/>
              </a:ext>
            </a:extLst>
          </p:cNvPr>
          <p:cNvSpPr/>
          <p:nvPr/>
        </p:nvSpPr>
        <p:spPr>
          <a:xfrm>
            <a:off x="5489764" y="45307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06F2F1-7064-47B9-9D19-C1E059E1E905}"/>
              </a:ext>
            </a:extLst>
          </p:cNvPr>
          <p:cNvSpPr/>
          <p:nvPr/>
        </p:nvSpPr>
        <p:spPr>
          <a:xfrm>
            <a:off x="6251764" y="4835525"/>
            <a:ext cx="11430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C4CF62-F0F6-4346-B79B-768F419ABDA3}"/>
              </a:ext>
            </a:extLst>
          </p:cNvPr>
          <p:cNvSpPr/>
          <p:nvPr/>
        </p:nvSpPr>
        <p:spPr>
          <a:xfrm>
            <a:off x="6251764" y="2168525"/>
            <a:ext cx="11430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AF22BC-DDAC-4C3A-89CB-228795EFCDC3}"/>
              </a:ext>
            </a:extLst>
          </p:cNvPr>
          <p:cNvSpPr/>
          <p:nvPr/>
        </p:nvSpPr>
        <p:spPr>
          <a:xfrm>
            <a:off x="1330169" y="28543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49E2C3-277E-44B5-A8BB-9BF6EF7DB3DB}"/>
              </a:ext>
            </a:extLst>
          </p:cNvPr>
          <p:cNvSpPr/>
          <p:nvPr/>
        </p:nvSpPr>
        <p:spPr>
          <a:xfrm>
            <a:off x="2092169" y="28543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D46DA4-FCA8-4F6A-A812-C15E9FE75783}"/>
              </a:ext>
            </a:extLst>
          </p:cNvPr>
          <p:cNvSpPr/>
          <p:nvPr/>
        </p:nvSpPr>
        <p:spPr>
          <a:xfrm>
            <a:off x="1330169" y="2397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$s0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9E0502-6CFD-49B9-BAFF-248C2E6EEA86}"/>
              </a:ext>
            </a:extLst>
          </p:cNvPr>
          <p:cNvSpPr/>
          <p:nvPr/>
        </p:nvSpPr>
        <p:spPr>
          <a:xfrm>
            <a:off x="2092169" y="2397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8000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E068EA8-BF3D-4F03-897B-6B075B7C2DB3}"/>
              </a:ext>
            </a:extLst>
          </p:cNvPr>
          <p:cNvCxnSpPr/>
          <p:nvPr/>
        </p:nvCxnSpPr>
        <p:spPr>
          <a:xfrm>
            <a:off x="3097427" y="2549525"/>
            <a:ext cx="236220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3">
            <a:extLst>
              <a:ext uri="{FF2B5EF4-FFF2-40B4-BE49-F238E27FC236}">
                <a16:creationId xmlns:a16="http://schemas.microsoft.com/office/drawing/2014/main" id="{2F007F28-B124-43B9-8C2C-4CD7780A9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8229600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GB" sz="28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lw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$t0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4(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$s0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cxnSp>
        <p:nvCxnSpPr>
          <p:cNvPr id="46" name="Straight Arrow Connector 51">
            <a:extLst>
              <a:ext uri="{FF2B5EF4-FFF2-40B4-BE49-F238E27FC236}">
                <a16:creationId xmlns:a16="http://schemas.microsoft.com/office/drawing/2014/main" id="{53FEA4FD-D56B-49AF-B40A-62D2CE0FDF3F}"/>
              </a:ext>
            </a:extLst>
          </p:cNvPr>
          <p:cNvCxnSpPr>
            <a:cxnSpLocks/>
          </p:cNvCxnSpPr>
          <p:nvPr/>
        </p:nvCxnSpPr>
        <p:spPr>
          <a:xfrm>
            <a:off x="4140471" y="2556412"/>
            <a:ext cx="1295400" cy="1219200"/>
          </a:xfrm>
          <a:prstGeom prst="bentConnector3">
            <a:avLst>
              <a:gd name="adj1" fmla="val -7359"/>
            </a:avLst>
          </a:prstGeom>
          <a:ln w="158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17">
            <a:extLst>
              <a:ext uri="{FF2B5EF4-FFF2-40B4-BE49-F238E27FC236}">
                <a16:creationId xmlns:a16="http://schemas.microsoft.com/office/drawing/2014/main" id="{AE876B7D-42D8-47F0-8463-CA7A9C7DB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3839" y="3471446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Offset = </a:t>
            </a:r>
            <a:r>
              <a:rPr lang="en-US" sz="1600" b="1" dirty="0"/>
              <a:t>+4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90AB51-D3E4-46B1-B247-6B5432D3CE5D}"/>
              </a:ext>
            </a:extLst>
          </p:cNvPr>
          <p:cNvGrpSpPr/>
          <p:nvPr/>
        </p:nvGrpSpPr>
        <p:grpSpPr>
          <a:xfrm>
            <a:off x="6251764" y="3616325"/>
            <a:ext cx="1143000" cy="1219200"/>
            <a:chOff x="6858000" y="4191000"/>
            <a:chExt cx="1143000" cy="1219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6EE5C8D-2C07-4465-A223-AD457C2044A2}"/>
                </a:ext>
              </a:extLst>
            </p:cNvPr>
            <p:cNvSpPr/>
            <p:nvPr/>
          </p:nvSpPr>
          <p:spPr>
            <a:xfrm>
              <a:off x="6858000" y="51054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2DC3E3C-4D4A-495B-A300-64B06005C7F6}"/>
                </a:ext>
              </a:extLst>
            </p:cNvPr>
            <p:cNvSpPr/>
            <p:nvPr/>
          </p:nvSpPr>
          <p:spPr>
            <a:xfrm>
              <a:off x="6858000" y="48006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A860D89-427F-42AB-ACCB-69022923ABE0}"/>
                </a:ext>
              </a:extLst>
            </p:cNvPr>
            <p:cNvSpPr/>
            <p:nvPr/>
          </p:nvSpPr>
          <p:spPr>
            <a:xfrm>
              <a:off x="6858000" y="44958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37AB44A-6269-435D-8765-0B21EB9766A9}"/>
                </a:ext>
              </a:extLst>
            </p:cNvPr>
            <p:cNvSpPr/>
            <p:nvPr/>
          </p:nvSpPr>
          <p:spPr>
            <a:xfrm>
              <a:off x="6858000" y="41910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53" name="AutoShape 16">
            <a:extLst>
              <a:ext uri="{FF2B5EF4-FFF2-40B4-BE49-F238E27FC236}">
                <a16:creationId xmlns:a16="http://schemas.microsoft.com/office/drawing/2014/main" id="{14DDE040-72EF-4434-A416-22F55E692539}"/>
              </a:ext>
            </a:extLst>
          </p:cNvPr>
          <p:cNvSpPr>
            <a:spLocks/>
          </p:cNvSpPr>
          <p:nvPr/>
        </p:nvSpPr>
        <p:spPr bwMode="auto">
          <a:xfrm rot="10800000">
            <a:off x="5413564" y="3733799"/>
            <a:ext cx="266700" cy="1025525"/>
          </a:xfrm>
          <a:prstGeom prst="rightBrace">
            <a:avLst>
              <a:gd name="adj1" fmla="val 33333"/>
              <a:gd name="adj2" fmla="val 34906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Bent-Up Arrow 64">
            <a:extLst>
              <a:ext uri="{FF2B5EF4-FFF2-40B4-BE49-F238E27FC236}">
                <a16:creationId xmlns:a16="http://schemas.microsoft.com/office/drawing/2014/main" id="{0BCCC8DA-3199-47A9-A87A-306D3EEC53FC}"/>
              </a:ext>
            </a:extLst>
          </p:cNvPr>
          <p:cNvSpPr/>
          <p:nvPr/>
        </p:nvSpPr>
        <p:spPr>
          <a:xfrm flipH="1">
            <a:off x="2564027" y="3159125"/>
            <a:ext cx="2667000" cy="1371600"/>
          </a:xfrm>
          <a:prstGeom prst="bentUpArrow">
            <a:avLst>
              <a:gd name="adj1" fmla="val 13050"/>
              <a:gd name="adj2" fmla="val 19025"/>
              <a:gd name="adj3" fmla="val 21227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86F88C1-6307-4F47-B4DE-12868FEC4F45}"/>
              </a:ext>
            </a:extLst>
          </p:cNvPr>
          <p:cNvSpPr/>
          <p:nvPr/>
        </p:nvSpPr>
        <p:spPr>
          <a:xfrm>
            <a:off x="4469027" y="3082925"/>
            <a:ext cx="381000" cy="381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E80EB1-23A8-45EB-8E52-E78307E3074A}"/>
              </a:ext>
            </a:extLst>
          </p:cNvPr>
          <p:cNvSpPr/>
          <p:nvPr/>
        </p:nvSpPr>
        <p:spPr>
          <a:xfrm>
            <a:off x="2259227" y="4302125"/>
            <a:ext cx="381000" cy="381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7935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2.2 Memory Instruction: </a:t>
            </a:r>
            <a:r>
              <a:rPr lang="en-SG" sz="3600" b="1" dirty="0">
                <a:solidFill>
                  <a:srgbClr val="0000FF"/>
                </a:solidFill>
              </a:rPr>
              <a:t>Store Word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10" name="Content Placeholder 65">
            <a:extLst>
              <a:ext uri="{FF2B5EF4-FFF2-40B4-BE49-F238E27FC236}">
                <a16:creationId xmlns:a16="http://schemas.microsoft.com/office/drawing/2014/main" id="{B265A2A3-ABB2-4158-8955-E7F523030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4876800"/>
            <a:ext cx="8229600" cy="1621972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Steps:</a:t>
            </a:r>
          </a:p>
          <a:p>
            <a:pPr marL="985838" lvl="1" indent="-442913"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dirty="0"/>
              <a:t>Memory Address =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$s0 </a:t>
            </a:r>
            <a:r>
              <a:rPr lang="en-US" sz="2400" dirty="0"/>
              <a:t>+ 12 = 8000 + 12 = </a:t>
            </a:r>
            <a:r>
              <a:rPr lang="en-US" sz="2400" b="1" dirty="0"/>
              <a:t>8012</a:t>
            </a:r>
          </a:p>
          <a:p>
            <a:pPr marL="985838" lvl="1" indent="-442913">
              <a:buClr>
                <a:srgbClr val="C00000"/>
              </a:buClr>
              <a:buSzPct val="100000"/>
              <a:buFont typeface="+mj-lt"/>
              <a:buAutoNum type="arabicPeriod"/>
            </a:pPr>
            <a:r>
              <a:rPr lang="en-US" sz="2400" dirty="0"/>
              <a:t>Content of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sz="2400" b="1" dirty="0"/>
              <a:t> </a:t>
            </a:r>
            <a:r>
              <a:rPr lang="en-US" sz="2400" dirty="0"/>
              <a:t>is stored into word at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Mem[8012]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7C53B42-AE94-4300-B34B-1E9A0800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064" y="2016125"/>
            <a:ext cx="2667000" cy="3124200"/>
          </a:xfrm>
          <a:prstGeom prst="rect">
            <a:avLst/>
          </a:prstGeom>
          <a:solidFill>
            <a:srgbClr val="FFFFCC"/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151B940-4949-42F6-9D6C-ED44FD2C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264" y="1863725"/>
            <a:ext cx="915315" cy="260584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1600" b="1" dirty="0">
                <a:latin typeface="Helvetica" pitchFamily="34" charset="0"/>
              </a:rPr>
              <a:t>Memory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BC1EC1F6-1BA5-4704-8DA2-E1D9ECD06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95" y="2092325"/>
            <a:ext cx="2695074" cy="213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EEBDA9CA-61DD-4945-9BBC-70856784C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454" y="1984141"/>
            <a:ext cx="1263315" cy="260584"/>
          </a:xfrm>
          <a:prstGeom prst="rect">
            <a:avLst/>
          </a:prstGeom>
          <a:solidFill>
            <a:schemeClr val="bg1">
              <a:alpha val="7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algn="ctr" eaLnBrk="0" hangingPunct="0">
              <a:lnSpc>
                <a:spcPct val="85000"/>
              </a:lnSpc>
            </a:pPr>
            <a:r>
              <a:rPr lang="en-US" sz="1600" b="1" dirty="0">
                <a:latin typeface="Helvetica" pitchFamily="34" charset="0"/>
              </a:rPr>
              <a:t>Processor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AF22BC-DDAC-4C3A-89CB-228795EFCDC3}"/>
              </a:ext>
            </a:extLst>
          </p:cNvPr>
          <p:cNvSpPr/>
          <p:nvPr/>
        </p:nvSpPr>
        <p:spPr>
          <a:xfrm>
            <a:off x="1330169" y="28543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49E2C3-277E-44B5-A8BB-9BF6EF7DB3DB}"/>
              </a:ext>
            </a:extLst>
          </p:cNvPr>
          <p:cNvSpPr/>
          <p:nvPr/>
        </p:nvSpPr>
        <p:spPr>
          <a:xfrm>
            <a:off x="2092169" y="28543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D46DA4-FCA8-4F6A-A812-C15E9FE75783}"/>
              </a:ext>
            </a:extLst>
          </p:cNvPr>
          <p:cNvSpPr/>
          <p:nvPr/>
        </p:nvSpPr>
        <p:spPr>
          <a:xfrm>
            <a:off x="1330169" y="2397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$s0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9E0502-6CFD-49B9-BAFF-248C2E6EEA86}"/>
              </a:ext>
            </a:extLst>
          </p:cNvPr>
          <p:cNvSpPr/>
          <p:nvPr/>
        </p:nvSpPr>
        <p:spPr>
          <a:xfrm>
            <a:off x="2092169" y="2397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8000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E068EA8-BF3D-4F03-897B-6B075B7C2DB3}"/>
              </a:ext>
            </a:extLst>
          </p:cNvPr>
          <p:cNvCxnSpPr/>
          <p:nvPr/>
        </p:nvCxnSpPr>
        <p:spPr>
          <a:xfrm>
            <a:off x="3097427" y="2549525"/>
            <a:ext cx="236220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3">
            <a:extLst>
              <a:ext uri="{FF2B5EF4-FFF2-40B4-BE49-F238E27FC236}">
                <a16:creationId xmlns:a16="http://schemas.microsoft.com/office/drawing/2014/main" id="{2F007F28-B124-43B9-8C2C-4CD7780A9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8229600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lang="en-GB" sz="2800" b="1" kern="0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w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9900CC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lang="en-GB" sz="2800" b="1" kern="0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12(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$s0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cxnSp>
        <p:nvCxnSpPr>
          <p:cNvPr id="46" name="Straight Arrow Connector 51">
            <a:extLst>
              <a:ext uri="{FF2B5EF4-FFF2-40B4-BE49-F238E27FC236}">
                <a16:creationId xmlns:a16="http://schemas.microsoft.com/office/drawing/2014/main" id="{53FEA4FD-D56B-49AF-B40A-62D2CE0FDF3F}"/>
              </a:ext>
            </a:extLst>
          </p:cNvPr>
          <p:cNvCxnSpPr>
            <a:cxnSpLocks/>
          </p:cNvCxnSpPr>
          <p:nvPr/>
        </p:nvCxnSpPr>
        <p:spPr>
          <a:xfrm>
            <a:off x="4140471" y="2556412"/>
            <a:ext cx="1295400" cy="1219200"/>
          </a:xfrm>
          <a:prstGeom prst="bentConnector3">
            <a:avLst>
              <a:gd name="adj1" fmla="val -7359"/>
            </a:avLst>
          </a:prstGeom>
          <a:ln w="15875">
            <a:solidFill>
              <a:schemeClr val="tx1"/>
            </a:solidFill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17">
            <a:extLst>
              <a:ext uri="{FF2B5EF4-FFF2-40B4-BE49-F238E27FC236}">
                <a16:creationId xmlns:a16="http://schemas.microsoft.com/office/drawing/2014/main" id="{AE876B7D-42D8-47F0-8463-CA7A9C7DB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7414" y="3471446"/>
            <a:ext cx="13358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/>
              <a:t>Offset = </a:t>
            </a:r>
            <a:r>
              <a:rPr lang="en-US" sz="1600" b="1" dirty="0"/>
              <a:t>+12</a:t>
            </a:r>
          </a:p>
        </p:txBody>
      </p:sp>
      <p:sp>
        <p:nvSpPr>
          <p:cNvPr id="53" name="AutoShape 16">
            <a:extLst>
              <a:ext uri="{FF2B5EF4-FFF2-40B4-BE49-F238E27FC236}">
                <a16:creationId xmlns:a16="http://schemas.microsoft.com/office/drawing/2014/main" id="{14DDE040-72EF-4434-A416-22F55E692539}"/>
              </a:ext>
            </a:extLst>
          </p:cNvPr>
          <p:cNvSpPr>
            <a:spLocks/>
          </p:cNvSpPr>
          <p:nvPr/>
        </p:nvSpPr>
        <p:spPr bwMode="auto">
          <a:xfrm rot="10800000">
            <a:off x="5413564" y="3733799"/>
            <a:ext cx="266700" cy="1025525"/>
          </a:xfrm>
          <a:prstGeom prst="rightBrace">
            <a:avLst>
              <a:gd name="adj1" fmla="val 33333"/>
              <a:gd name="adj2" fmla="val 34906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86F88C1-6307-4F47-B4DE-12868FEC4F45}"/>
              </a:ext>
            </a:extLst>
          </p:cNvPr>
          <p:cNvSpPr/>
          <p:nvPr/>
        </p:nvSpPr>
        <p:spPr>
          <a:xfrm>
            <a:off x="4469027" y="3082925"/>
            <a:ext cx="381000" cy="381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E80EB1-23A8-45EB-8E52-E78307E3074A}"/>
              </a:ext>
            </a:extLst>
          </p:cNvPr>
          <p:cNvSpPr/>
          <p:nvPr/>
        </p:nvSpPr>
        <p:spPr>
          <a:xfrm>
            <a:off x="2259227" y="4302125"/>
            <a:ext cx="381000" cy="381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7" name="Bent-Up Arrow 64">
            <a:extLst>
              <a:ext uri="{FF2B5EF4-FFF2-40B4-BE49-F238E27FC236}">
                <a16:creationId xmlns:a16="http://schemas.microsoft.com/office/drawing/2014/main" id="{435B9B4E-9421-4DB5-AF53-88DA8208F09C}"/>
              </a:ext>
            </a:extLst>
          </p:cNvPr>
          <p:cNvSpPr/>
          <p:nvPr/>
        </p:nvSpPr>
        <p:spPr>
          <a:xfrm rot="5400000">
            <a:off x="3138986" y="2727850"/>
            <a:ext cx="1621972" cy="2514600"/>
          </a:xfrm>
          <a:prstGeom prst="bentUpArrow">
            <a:avLst>
              <a:gd name="adj1" fmla="val 13050"/>
              <a:gd name="adj2" fmla="val 19025"/>
              <a:gd name="adj3" fmla="val 21227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DE2298-6815-4F88-B107-CE035B858A1E}"/>
              </a:ext>
            </a:extLst>
          </p:cNvPr>
          <p:cNvSpPr/>
          <p:nvPr/>
        </p:nvSpPr>
        <p:spPr>
          <a:xfrm>
            <a:off x="5481868" y="2397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259EA05-45BD-444E-B718-333CC00EBEBA}"/>
              </a:ext>
            </a:extLst>
          </p:cNvPr>
          <p:cNvSpPr/>
          <p:nvPr/>
        </p:nvSpPr>
        <p:spPr>
          <a:xfrm>
            <a:off x="5481868" y="27019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8B0F511-5194-42A7-9CAC-C61BAF4B2B23}"/>
              </a:ext>
            </a:extLst>
          </p:cNvPr>
          <p:cNvSpPr/>
          <p:nvPr/>
        </p:nvSpPr>
        <p:spPr>
          <a:xfrm>
            <a:off x="5481868" y="30067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8002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66BF26-205E-4E9B-8335-A805C516D452}"/>
              </a:ext>
            </a:extLst>
          </p:cNvPr>
          <p:cNvSpPr/>
          <p:nvPr/>
        </p:nvSpPr>
        <p:spPr>
          <a:xfrm>
            <a:off x="6243868" y="45307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6F13ADB-0046-40B0-81AD-E6D9D38E88AF}"/>
              </a:ext>
            </a:extLst>
          </p:cNvPr>
          <p:cNvSpPr/>
          <p:nvPr/>
        </p:nvSpPr>
        <p:spPr>
          <a:xfrm>
            <a:off x="6243868" y="33115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B6AD1B-81CD-4A3C-9467-B20A1DF8560A}"/>
              </a:ext>
            </a:extLst>
          </p:cNvPr>
          <p:cNvSpPr/>
          <p:nvPr/>
        </p:nvSpPr>
        <p:spPr>
          <a:xfrm>
            <a:off x="6243868" y="42259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158F390-B5E8-45A7-8100-A8B7AA2BAE66}"/>
              </a:ext>
            </a:extLst>
          </p:cNvPr>
          <p:cNvSpPr/>
          <p:nvPr/>
        </p:nvSpPr>
        <p:spPr>
          <a:xfrm>
            <a:off x="6243868" y="3921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821D54-A570-4DDA-89CC-B4C78168E887}"/>
              </a:ext>
            </a:extLst>
          </p:cNvPr>
          <p:cNvSpPr/>
          <p:nvPr/>
        </p:nvSpPr>
        <p:spPr>
          <a:xfrm>
            <a:off x="6243868" y="36163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BD1DD4-A6E1-45B1-970F-01D180461244}"/>
              </a:ext>
            </a:extLst>
          </p:cNvPr>
          <p:cNvSpPr/>
          <p:nvPr/>
        </p:nvSpPr>
        <p:spPr>
          <a:xfrm>
            <a:off x="6243868" y="30067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C96CA80-6CE8-4A83-B471-EE89D2E81319}"/>
              </a:ext>
            </a:extLst>
          </p:cNvPr>
          <p:cNvSpPr/>
          <p:nvPr/>
        </p:nvSpPr>
        <p:spPr>
          <a:xfrm>
            <a:off x="6243868" y="27019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02723E-9984-447F-8AE4-A9B3ECD616AB}"/>
              </a:ext>
            </a:extLst>
          </p:cNvPr>
          <p:cNvSpPr/>
          <p:nvPr/>
        </p:nvSpPr>
        <p:spPr>
          <a:xfrm>
            <a:off x="6243868" y="2397125"/>
            <a:ext cx="11430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1350925-5C04-4050-894F-E392CED7C559}"/>
              </a:ext>
            </a:extLst>
          </p:cNvPr>
          <p:cNvSpPr/>
          <p:nvPr/>
        </p:nvSpPr>
        <p:spPr>
          <a:xfrm>
            <a:off x="5481868" y="33115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B852DD8-CBC9-4815-AF3F-4D483C5ED8C5}"/>
              </a:ext>
            </a:extLst>
          </p:cNvPr>
          <p:cNvSpPr/>
          <p:nvPr/>
        </p:nvSpPr>
        <p:spPr>
          <a:xfrm>
            <a:off x="5481868" y="36163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8012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14BC4CC-A6C1-44DB-80D8-488E98888BC5}"/>
              </a:ext>
            </a:extLst>
          </p:cNvPr>
          <p:cNvSpPr/>
          <p:nvPr/>
        </p:nvSpPr>
        <p:spPr>
          <a:xfrm>
            <a:off x="5481868" y="39211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8013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D3DFD03-E2DA-4E0A-B7D0-B8AA1B0C6698}"/>
              </a:ext>
            </a:extLst>
          </p:cNvPr>
          <p:cNvSpPr/>
          <p:nvPr/>
        </p:nvSpPr>
        <p:spPr>
          <a:xfrm>
            <a:off x="5481868" y="42259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8014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BF64F9F-FF36-4FDD-B8FE-347B6BBB4CCD}"/>
              </a:ext>
            </a:extLst>
          </p:cNvPr>
          <p:cNvSpPr/>
          <p:nvPr/>
        </p:nvSpPr>
        <p:spPr>
          <a:xfrm>
            <a:off x="5481868" y="4530725"/>
            <a:ext cx="762000" cy="3048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8015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E22AB86-D2B4-4B94-A326-2A81B118581F}"/>
              </a:ext>
            </a:extLst>
          </p:cNvPr>
          <p:cNvSpPr/>
          <p:nvPr/>
        </p:nvSpPr>
        <p:spPr>
          <a:xfrm>
            <a:off x="6243868" y="4835525"/>
            <a:ext cx="11430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6919B2C-0E98-47BF-8D5E-B8A659A368B2}"/>
              </a:ext>
            </a:extLst>
          </p:cNvPr>
          <p:cNvSpPr/>
          <p:nvPr/>
        </p:nvSpPr>
        <p:spPr>
          <a:xfrm>
            <a:off x="6243868" y="2168525"/>
            <a:ext cx="1143000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………..</a:t>
            </a:r>
          </a:p>
        </p:txBody>
      </p:sp>
      <p:grpSp>
        <p:nvGrpSpPr>
          <p:cNvPr id="76" name="Group 63">
            <a:extLst>
              <a:ext uri="{FF2B5EF4-FFF2-40B4-BE49-F238E27FC236}">
                <a16:creationId xmlns:a16="http://schemas.microsoft.com/office/drawing/2014/main" id="{A38D320F-23E6-4E65-BBCA-F390AD1C990B}"/>
              </a:ext>
            </a:extLst>
          </p:cNvPr>
          <p:cNvGrpSpPr/>
          <p:nvPr/>
        </p:nvGrpSpPr>
        <p:grpSpPr>
          <a:xfrm>
            <a:off x="6243868" y="3616325"/>
            <a:ext cx="1143000" cy="1219200"/>
            <a:chOff x="6858000" y="4191000"/>
            <a:chExt cx="1143000" cy="121920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BFBD114-1E20-44D1-99D1-F869712230E0}"/>
                </a:ext>
              </a:extLst>
            </p:cNvPr>
            <p:cNvSpPr/>
            <p:nvPr/>
          </p:nvSpPr>
          <p:spPr>
            <a:xfrm>
              <a:off x="6858000" y="51054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57CB6E3-331F-4A89-ACB5-4C2DBE392671}"/>
                </a:ext>
              </a:extLst>
            </p:cNvPr>
            <p:cNvSpPr/>
            <p:nvPr/>
          </p:nvSpPr>
          <p:spPr>
            <a:xfrm>
              <a:off x="6858000" y="48006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822698F-1940-4D1C-BDE9-F19EAD1DFA35}"/>
                </a:ext>
              </a:extLst>
            </p:cNvPr>
            <p:cNvSpPr/>
            <p:nvPr/>
          </p:nvSpPr>
          <p:spPr>
            <a:xfrm>
              <a:off x="6858000" y="44958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22A9C8F-041A-4114-B650-9BA0F8A950CA}"/>
                </a:ext>
              </a:extLst>
            </p:cNvPr>
            <p:cNvSpPr/>
            <p:nvPr/>
          </p:nvSpPr>
          <p:spPr>
            <a:xfrm>
              <a:off x="6858000" y="4191000"/>
              <a:ext cx="1143000" cy="304800"/>
            </a:xfrm>
            <a:prstGeom prst="rect">
              <a:avLst/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4336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2.3 </a:t>
            </a:r>
            <a:r>
              <a:rPr lang="en-SG" sz="3600" b="1" dirty="0">
                <a:solidFill>
                  <a:srgbClr val="0000FF"/>
                </a:solidFill>
              </a:rPr>
              <a:t>Load </a:t>
            </a:r>
            <a:r>
              <a:rPr lang="en-SG" sz="3600" dirty="0">
                <a:solidFill>
                  <a:srgbClr val="0000FF"/>
                </a:solidFill>
              </a:rPr>
              <a:t>and</a:t>
            </a:r>
            <a:r>
              <a:rPr lang="en-SG" sz="3600" b="1" dirty="0">
                <a:solidFill>
                  <a:srgbClr val="0000FF"/>
                </a:solidFill>
              </a:rPr>
              <a:t> Store </a:t>
            </a:r>
            <a:r>
              <a:rPr lang="en-SG" sz="3600" dirty="0">
                <a:solidFill>
                  <a:srgbClr val="0000FF"/>
                </a:solidFill>
              </a:rPr>
              <a:t>Instructions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4309ED4-84EA-422C-B61C-212CA479C4CA}"/>
              </a:ext>
            </a:extLst>
          </p:cNvPr>
          <p:cNvSpPr txBox="1">
            <a:spLocks noChangeArrowheads="1"/>
          </p:cNvSpPr>
          <p:nvPr/>
        </p:nvSpPr>
        <p:spPr>
          <a:xfrm>
            <a:off x="481914" y="1351005"/>
            <a:ext cx="8229600" cy="5216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Only </a:t>
            </a:r>
            <a:r>
              <a:rPr lang="en-GB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load</a:t>
            </a:r>
            <a:r>
              <a:rPr lang="en-GB" dirty="0"/>
              <a:t> and </a:t>
            </a:r>
            <a:r>
              <a:rPr lang="en-GB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store</a:t>
            </a:r>
            <a:r>
              <a:rPr lang="en-GB" dirty="0"/>
              <a:t> instructions can access data in memory.</a:t>
            </a:r>
          </a:p>
          <a:p>
            <a:pPr marL="358775" indent="-358775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Example: Each array element occupies a word.</a:t>
            </a:r>
          </a:p>
          <a:p>
            <a:pPr fontAlgn="auto">
              <a:spcBef>
                <a:spcPct val="300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dirty="0"/>
          </a:p>
          <a:p>
            <a:pPr fontAlgn="auto">
              <a:spcBef>
                <a:spcPct val="300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dirty="0"/>
          </a:p>
          <a:p>
            <a:pPr fontAlgn="auto">
              <a:spcBef>
                <a:spcPct val="300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endParaRPr lang="en-GB" dirty="0"/>
          </a:p>
          <a:p>
            <a:pPr marL="344487" lvl="1" indent="0" fontAlgn="auto">
              <a:spcBef>
                <a:spcPct val="30000"/>
              </a:spcBef>
              <a:spcAft>
                <a:spcPts val="0"/>
              </a:spcAft>
              <a:buSzPct val="120000"/>
              <a:buFont typeface="Arial" pitchFamily="34" charset="0"/>
              <a:buNone/>
            </a:pPr>
            <a:endParaRPr lang="en-GB" dirty="0"/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Each array element occupies a word (4 bytes).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$s3 </a:t>
            </a:r>
            <a:r>
              <a:rPr lang="en-GB" dirty="0"/>
              <a:t>contains the </a:t>
            </a:r>
            <a:r>
              <a:rPr lang="en-GB" b="1" dirty="0">
                <a:solidFill>
                  <a:srgbClr val="660066"/>
                </a:solidFill>
              </a:rPr>
              <a:t>base address</a:t>
            </a:r>
            <a:r>
              <a:rPr lang="en-GB" dirty="0">
                <a:solidFill>
                  <a:srgbClr val="660066"/>
                </a:solidFill>
              </a:rPr>
              <a:t> </a:t>
            </a:r>
            <a:r>
              <a:rPr lang="en-GB" dirty="0"/>
              <a:t>(address of first element, A[0]) of array A. Variable </a:t>
            </a:r>
            <a:r>
              <a:rPr lang="en-GB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</a:t>
            </a:r>
            <a:r>
              <a:rPr lang="en-GB" dirty="0"/>
              <a:t> is mapped to </a:t>
            </a:r>
            <a:r>
              <a:rPr lang="en-GB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$s2 </a:t>
            </a:r>
            <a:r>
              <a:rPr lang="en-GB" dirty="0"/>
              <a:t>. 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dirty="0"/>
              <a:t>Remember arithmetic operands (for 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GB" dirty="0"/>
              <a:t>) are registers, not memory!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5086534-42C5-470A-8B54-4EAE14D629B3}"/>
              </a:ext>
            </a:extLst>
          </p:cNvPr>
          <p:cNvGraphicFramePr>
            <a:graphicFrameLocks noGrp="1"/>
          </p:cNvGraphicFramePr>
          <p:nvPr/>
        </p:nvGraphicFramePr>
        <p:xfrm>
          <a:off x="1015314" y="2722605"/>
          <a:ext cx="6934200" cy="150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5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8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52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A[7] = h + A[10];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10000"/>
                        </a:spcBef>
                        <a:buClr>
                          <a:schemeClr val="tx1"/>
                        </a:buClr>
                        <a:buSzPct val="120000"/>
                        <a:buFont typeface="Wingdings" pitchFamily="2" charset="2"/>
                        <a:buNone/>
                      </a:pPr>
                      <a:r>
                        <a:rPr lang="en-GB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n-GB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	</a:t>
                      </a:r>
                      <a:r>
                        <a:rPr lang="en-GB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$t0</a:t>
                      </a: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40(</a:t>
                      </a:r>
                      <a:r>
                        <a:rPr lang="en-GB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$s3</a:t>
                      </a:r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</a:p>
                    <a:p>
                      <a:pPr lvl="0" eaLnBrk="1" hangingPunct="1">
                        <a:spcBef>
                          <a:spcPct val="10000"/>
                        </a:spcBef>
                        <a:buClr>
                          <a:schemeClr val="tx1"/>
                        </a:buClr>
                        <a:buSzPct val="120000"/>
                        <a:buFont typeface="Wingdings" pitchFamily="2" charset="2"/>
                        <a:buNone/>
                      </a:pPr>
                      <a:r>
                        <a:rPr lang="en-GB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add 	</a:t>
                      </a:r>
                      <a:r>
                        <a:rPr lang="en-GB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$t0</a:t>
                      </a:r>
                      <a:r>
                        <a:rPr lang="en-GB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</a:t>
                      </a:r>
                      <a:r>
                        <a:rPr lang="en-GB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$s2</a:t>
                      </a:r>
                      <a:r>
                        <a:rPr lang="en-GB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</a:t>
                      </a:r>
                      <a:r>
                        <a:rPr lang="en-GB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$t0</a:t>
                      </a:r>
                    </a:p>
                    <a:p>
                      <a:pPr lvl="0" eaLnBrk="1" hangingPunct="1">
                        <a:spcBef>
                          <a:spcPct val="10000"/>
                        </a:spcBef>
                        <a:buClr>
                          <a:schemeClr val="tx1"/>
                        </a:buClr>
                        <a:buSzPct val="120000"/>
                        <a:buFont typeface="Wingdings" pitchFamily="2" charset="2"/>
                        <a:buNone/>
                      </a:pPr>
                      <a:r>
                        <a:rPr lang="en-GB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sw</a:t>
                      </a:r>
                      <a:r>
                        <a:rPr lang="en-GB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	</a:t>
                      </a:r>
                      <a:r>
                        <a:rPr lang="en-GB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$t0</a:t>
                      </a:r>
                      <a:r>
                        <a:rPr lang="en-GB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, 28(</a:t>
                      </a:r>
                      <a:r>
                        <a:rPr lang="en-GB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$s3</a:t>
                      </a:r>
                      <a:r>
                        <a:rPr lang="en-GB" sz="20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92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2.4 Memory</a:t>
            </a:r>
            <a:r>
              <a:rPr lang="en-SG" sz="3600" b="1" dirty="0">
                <a:solidFill>
                  <a:srgbClr val="0000FF"/>
                </a:solidFill>
              </a:rPr>
              <a:t> </a:t>
            </a:r>
            <a:r>
              <a:rPr lang="en-SG" sz="3600" dirty="0">
                <a:solidFill>
                  <a:srgbClr val="0000FF"/>
                </a:solidFill>
              </a:rPr>
              <a:t>Instructions: Others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319819-4667-41D9-8C95-C54B81EE4D2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5"/>
            <a:ext cx="8077200" cy="4861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800" dirty="0"/>
              <a:t>Other than load word (</a:t>
            </a:r>
            <a:r>
              <a:rPr lang="en-GB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GB" sz="2800" dirty="0"/>
              <a:t>) and store word (</a:t>
            </a:r>
            <a:r>
              <a:rPr lang="en-GB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</a:t>
            </a:r>
            <a:r>
              <a:rPr lang="en-GB" sz="2800" dirty="0"/>
              <a:t>), there are other variants, example: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load byte (</a:t>
            </a:r>
            <a:r>
              <a:rPr lang="en-GB" sz="24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lb</a:t>
            </a:r>
            <a:r>
              <a:rPr lang="en-GB" sz="2400" dirty="0"/>
              <a:t>) 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store byte (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sb</a:t>
            </a:r>
            <a:r>
              <a:rPr lang="en-GB" sz="2400" dirty="0"/>
              <a:t>)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800" dirty="0"/>
              <a:t>Similar in format:</a:t>
            </a:r>
          </a:p>
          <a:p>
            <a:pPr marL="274320" lvl="1" indent="0" fontAlgn="auto">
              <a:spcBef>
                <a:spcPct val="10000"/>
              </a:spcBef>
              <a:spcAft>
                <a:spcPts val="0"/>
              </a:spcAft>
              <a:buClr>
                <a:schemeClr val="tx1"/>
              </a:buClr>
              <a:buSzPct val="100000"/>
              <a:buNone/>
            </a:pPr>
            <a:r>
              <a:rPr lang="en-GB" sz="24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GB" sz="2400" b="1" dirty="0">
                <a:solidFill>
                  <a:srgbClr val="660066"/>
                </a:solidFill>
                <a:latin typeface="Courier New" pitchFamily="49" charset="0"/>
              </a:rPr>
              <a:t>lb</a:t>
            </a:r>
            <a:r>
              <a:rPr lang="en-GB" sz="2400" b="1" dirty="0">
                <a:latin typeface="Courier New" pitchFamily="49" charset="0"/>
              </a:rPr>
              <a:t>  </a:t>
            </a:r>
            <a:r>
              <a:rPr lang="en-GB" sz="2400" b="1" dirty="0">
                <a:solidFill>
                  <a:srgbClr val="C00000"/>
                </a:solidFill>
                <a:latin typeface="Courier New" pitchFamily="49" charset="0"/>
              </a:rPr>
              <a:t>$t1</a:t>
            </a:r>
            <a:r>
              <a:rPr lang="en-GB" sz="2400" b="1" dirty="0">
                <a:latin typeface="Courier New" pitchFamily="49" charset="0"/>
              </a:rPr>
              <a:t>, 12(</a:t>
            </a:r>
            <a:r>
              <a:rPr lang="en-GB" sz="24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GB" sz="2400" b="1" dirty="0">
                <a:latin typeface="Courier New" pitchFamily="49" charset="0"/>
              </a:rPr>
              <a:t>)</a:t>
            </a:r>
          </a:p>
          <a:p>
            <a:pPr marL="274320" lvl="1" indent="0" fontAlgn="auto">
              <a:spcBef>
                <a:spcPct val="10000"/>
              </a:spcBef>
              <a:spcAft>
                <a:spcPts val="0"/>
              </a:spcAft>
              <a:buClr>
                <a:schemeClr val="tx1"/>
              </a:buClr>
              <a:buSzPct val="100000"/>
              <a:buNone/>
            </a:pPr>
            <a:r>
              <a:rPr lang="en-GB" sz="2400" b="1" dirty="0">
                <a:latin typeface="Courier New" pitchFamily="49" charset="0"/>
              </a:rPr>
              <a:t>	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</a:rPr>
              <a:t>sb</a:t>
            </a:r>
            <a:r>
              <a:rPr lang="en-GB" sz="2400" b="1" dirty="0">
                <a:latin typeface="Courier New" pitchFamily="49" charset="0"/>
              </a:rPr>
              <a:t>  </a:t>
            </a:r>
            <a:r>
              <a:rPr lang="en-GB" sz="2400" b="1" dirty="0">
                <a:solidFill>
                  <a:srgbClr val="006600"/>
                </a:solidFill>
                <a:latin typeface="Courier New" pitchFamily="49" charset="0"/>
              </a:rPr>
              <a:t>$t2</a:t>
            </a:r>
            <a:r>
              <a:rPr lang="en-GB" sz="2400" b="1" dirty="0">
                <a:latin typeface="Courier New" pitchFamily="49" charset="0"/>
              </a:rPr>
              <a:t>, 13(</a:t>
            </a:r>
            <a:r>
              <a:rPr lang="en-GB" sz="24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GB" sz="2400" b="1" dirty="0">
                <a:latin typeface="Courier New" pitchFamily="49" charset="0"/>
              </a:rPr>
              <a:t>)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800" dirty="0"/>
              <a:t>Similar in working except that one byte, instead of one word, is loaded or stored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GB" sz="2400" dirty="0"/>
              <a:t>Note that the offset no longer needs to be a multiple of 4</a:t>
            </a:r>
          </a:p>
        </p:txBody>
      </p:sp>
    </p:spTree>
    <p:extLst>
      <p:ext uri="{BB962C8B-B14F-4D97-AF65-F5344CB8AC3E}">
        <p14:creationId xmlns:p14="http://schemas.microsoft.com/office/powerpoint/2010/main" val="361883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2.4 Memory</a:t>
            </a:r>
            <a:r>
              <a:rPr lang="en-SG" sz="3600" b="1" dirty="0">
                <a:solidFill>
                  <a:srgbClr val="0000FF"/>
                </a:solidFill>
              </a:rPr>
              <a:t> </a:t>
            </a:r>
            <a:r>
              <a:rPr lang="en-SG" sz="3600" dirty="0">
                <a:solidFill>
                  <a:srgbClr val="0000FF"/>
                </a:solidFill>
              </a:rPr>
              <a:t>Instructions: Others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00BB150-0A42-42CF-BD60-28A3E7D2679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5"/>
            <a:ext cx="8229600" cy="4621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800" dirty="0"/>
              <a:t>MIPS disallows loading/storing unaligned word using </a:t>
            </a:r>
            <a:r>
              <a:rPr lang="en-GB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GB" sz="2800" dirty="0"/>
              <a:t>/</a:t>
            </a:r>
            <a:r>
              <a:rPr lang="en-GB" sz="28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</a:t>
            </a:r>
            <a:r>
              <a:rPr lang="en-GB" sz="2800" dirty="0"/>
              <a:t>:</a:t>
            </a:r>
          </a:p>
          <a:p>
            <a:pPr marL="715963" lvl="1" indent="-441325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Pseudo-Instructions </a:t>
            </a:r>
            <a:r>
              <a:rPr lang="en-GB" sz="2400" b="1" i="1" dirty="0"/>
              <a:t>unaligned load word </a:t>
            </a:r>
            <a:r>
              <a:rPr lang="en-GB" sz="2400" dirty="0"/>
              <a:t>(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ulw</a:t>
            </a:r>
            <a:r>
              <a:rPr lang="en-GB" sz="2400" dirty="0"/>
              <a:t>) and </a:t>
            </a:r>
            <a:r>
              <a:rPr lang="en-GB" sz="2400" b="1" i="1" dirty="0"/>
              <a:t>unaligned store word </a:t>
            </a:r>
            <a:r>
              <a:rPr lang="en-GB" sz="2400" dirty="0"/>
              <a:t>(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usw</a:t>
            </a:r>
            <a:r>
              <a:rPr lang="en-GB" sz="2400" dirty="0"/>
              <a:t>) are provided for this purpose</a:t>
            </a:r>
          </a:p>
          <a:p>
            <a:pPr marL="358775" indent="-358775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800" dirty="0"/>
              <a:t>Other memory instructions: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lh</a:t>
            </a:r>
            <a:r>
              <a:rPr lang="en-GB" sz="2400" dirty="0"/>
              <a:t> and 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sh</a:t>
            </a:r>
            <a:r>
              <a:rPr lang="en-GB" sz="2400" dirty="0"/>
              <a:t>: load halfword and store halfword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lwl</a:t>
            </a:r>
            <a:r>
              <a:rPr lang="en-GB" sz="2400" dirty="0"/>
              <a:t>, 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lwr</a:t>
            </a:r>
            <a:r>
              <a:rPr lang="en-GB" sz="2400" dirty="0"/>
              <a:t>, 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swl</a:t>
            </a:r>
            <a:r>
              <a:rPr lang="en-GB" sz="2400" dirty="0"/>
              <a:t>, </a:t>
            </a:r>
            <a:r>
              <a:rPr lang="en-GB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swr</a:t>
            </a:r>
            <a:r>
              <a:rPr lang="en-GB" sz="2400" dirty="0"/>
              <a:t>: load word left / right, store word left / right.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GB" sz="2400" dirty="0"/>
              <a:t>etc…</a:t>
            </a:r>
          </a:p>
        </p:txBody>
      </p:sp>
    </p:spTree>
    <p:extLst>
      <p:ext uri="{BB962C8B-B14F-4D97-AF65-F5344CB8AC3E}">
        <p14:creationId xmlns:p14="http://schemas.microsoft.com/office/powerpoint/2010/main" val="55773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2.5 Example: Array </a:t>
            </a:r>
            <a:r>
              <a:rPr lang="en-SG" sz="2400" dirty="0">
                <a:solidFill>
                  <a:srgbClr val="0000FF"/>
                </a:solidFill>
              </a:rPr>
              <a:t>(assume 4 bytes per element)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8EF6CB-F393-4C51-9F3B-D91D4C82648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95400"/>
          <a:ext cx="82296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8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528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A[3] = h + A[1];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71463" algn="l"/>
                        </a:tabLst>
                      </a:pPr>
                      <a:r>
                        <a:rPr lang="en-US" sz="2400" b="1" dirty="0">
                          <a:latin typeface="Courier New" pitchFamily="49" charset="0"/>
                          <a:cs typeface="Courier New" pitchFamily="49" charset="0"/>
                        </a:rPr>
                        <a:t>	h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>
                          <a:sym typeface="Wingdings" pitchFamily="2" charset="2"/>
                        </a:rPr>
                        <a:t>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$s2</a:t>
                      </a:r>
                    </a:p>
                    <a:p>
                      <a:pPr>
                        <a:tabLst>
                          <a:tab pos="271463" algn="l"/>
                        </a:tabLst>
                      </a:pPr>
                      <a:r>
                        <a:rPr lang="en-US" sz="2400" dirty="0">
                          <a:sym typeface="Wingdings" pitchFamily="2" charset="2"/>
                        </a:rPr>
                        <a:t> 	base of </a:t>
                      </a:r>
                      <a:r>
                        <a:rPr lang="en-US" sz="24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A[]</a:t>
                      </a:r>
                      <a:r>
                        <a:rPr lang="en-US" sz="2400" baseline="0" dirty="0">
                          <a:sym typeface="Wingdings" pitchFamily="2" charset="2"/>
                        </a:rPr>
                        <a:t>  </a:t>
                      </a:r>
                      <a:r>
                        <a:rPr lang="en-US" sz="24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$s3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4">
            <a:extLst>
              <a:ext uri="{FF2B5EF4-FFF2-40B4-BE49-F238E27FC236}">
                <a16:creationId xmlns:a16="http://schemas.microsoft.com/office/drawing/2014/main" id="{E93D4836-F4D0-4C5E-80B7-2655E2B77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819401"/>
            <a:ext cx="1066800" cy="797504"/>
          </a:xfrm>
          <a:prstGeom prst="rect">
            <a:avLst/>
          </a:prstGeom>
          <a:solidFill>
            <a:srgbClr val="E2F96F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9EB7838-6564-4A7E-8A52-4FF811CC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16905"/>
            <a:ext cx="1066800" cy="797504"/>
          </a:xfrm>
          <a:prstGeom prst="rect">
            <a:avLst/>
          </a:prstGeom>
          <a:solidFill>
            <a:schemeClr val="folHlink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50CD39B0-171E-46EF-8317-B8D49E19C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14409"/>
            <a:ext cx="1066800" cy="797504"/>
          </a:xfrm>
          <a:prstGeom prst="rect">
            <a:avLst/>
          </a:prstGeom>
          <a:solidFill>
            <a:schemeClr val="hlink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5D1EE79A-0B02-41A7-AD6C-B28622F60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211913"/>
            <a:ext cx="1066800" cy="797504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199AE22A-BB9F-44C7-A8E4-1495D0E8D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819401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2073E4DE-AF14-488A-995E-3D17D30A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18777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49CCC6F4-BEDE-4D9A-81BC-7ECC0C31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18153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65D9185C-3568-42A6-98D6-F9C1C8B1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417529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CE1DBE90-5CEC-4D0B-A4B1-8107CE635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16905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DBFE83E4-C28B-4B7D-8E83-5C58FEB95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816281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206D3A8-B0F2-41FD-98CB-D2A06130C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015657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7088C624-A45F-4DD8-A28A-6FD6CFD0E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15033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F9711B18-33D2-4177-B62C-758292F54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14409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716CD225-3941-4D6F-BE0F-21C6DEE50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13785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F35B2C17-5F70-439D-930B-5F8144327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13161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Rectangle 19">
            <a:extLst>
              <a:ext uri="{FF2B5EF4-FFF2-40B4-BE49-F238E27FC236}">
                <a16:creationId xmlns:a16="http://schemas.microsoft.com/office/drawing/2014/main" id="{062A1ACA-DE54-426E-8B74-7276CD280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012537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Rectangle 20">
            <a:extLst>
              <a:ext uri="{FF2B5EF4-FFF2-40B4-BE49-F238E27FC236}">
                <a16:creationId xmlns:a16="http://schemas.microsoft.com/office/drawing/2014/main" id="{6D9BD2EA-65DA-441D-9E4D-EFE127FFD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211913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70166078-E991-4D91-91DB-1F2326722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11289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Rectangle 22">
            <a:extLst>
              <a:ext uri="{FF2B5EF4-FFF2-40B4-BE49-F238E27FC236}">
                <a16:creationId xmlns:a16="http://schemas.microsoft.com/office/drawing/2014/main" id="{B044B543-85E1-47D7-8690-C3D8F9E1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610665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854D6E8F-DEC7-42D6-8432-22E14342C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810041"/>
            <a:ext cx="1066800" cy="1993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" name="AutoShape 24">
            <a:extLst>
              <a:ext uri="{FF2B5EF4-FFF2-40B4-BE49-F238E27FC236}">
                <a16:creationId xmlns:a16="http://schemas.microsoft.com/office/drawing/2014/main" id="{D704B9CC-8A56-4B77-A813-D5DEA9072F3E}"/>
              </a:ext>
            </a:extLst>
          </p:cNvPr>
          <p:cNvSpPr>
            <a:spLocks/>
          </p:cNvSpPr>
          <p:nvPr/>
        </p:nvSpPr>
        <p:spPr bwMode="auto">
          <a:xfrm>
            <a:off x="7162800" y="5211913"/>
            <a:ext cx="381000" cy="797504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" name="AutoShape 25">
            <a:extLst>
              <a:ext uri="{FF2B5EF4-FFF2-40B4-BE49-F238E27FC236}">
                <a16:creationId xmlns:a16="http://schemas.microsoft.com/office/drawing/2014/main" id="{66A99084-5720-46A8-8C5B-FA6462DE8230}"/>
              </a:ext>
            </a:extLst>
          </p:cNvPr>
          <p:cNvSpPr>
            <a:spLocks/>
          </p:cNvSpPr>
          <p:nvPr/>
        </p:nvSpPr>
        <p:spPr bwMode="auto">
          <a:xfrm>
            <a:off x="7162800" y="4414409"/>
            <a:ext cx="381000" cy="797504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6" name="AutoShape 26">
            <a:extLst>
              <a:ext uri="{FF2B5EF4-FFF2-40B4-BE49-F238E27FC236}">
                <a16:creationId xmlns:a16="http://schemas.microsoft.com/office/drawing/2014/main" id="{6825E1AE-C37E-46FB-B81F-E77DB01FFACC}"/>
              </a:ext>
            </a:extLst>
          </p:cNvPr>
          <p:cNvSpPr>
            <a:spLocks/>
          </p:cNvSpPr>
          <p:nvPr/>
        </p:nvSpPr>
        <p:spPr bwMode="auto">
          <a:xfrm>
            <a:off x="7162800" y="3616905"/>
            <a:ext cx="381000" cy="797504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" name="AutoShape 27">
            <a:extLst>
              <a:ext uri="{FF2B5EF4-FFF2-40B4-BE49-F238E27FC236}">
                <a16:creationId xmlns:a16="http://schemas.microsoft.com/office/drawing/2014/main" id="{1A6E1CA8-F457-45EC-AF7E-40991E7A768C}"/>
              </a:ext>
            </a:extLst>
          </p:cNvPr>
          <p:cNvSpPr>
            <a:spLocks/>
          </p:cNvSpPr>
          <p:nvPr/>
        </p:nvSpPr>
        <p:spPr bwMode="auto">
          <a:xfrm>
            <a:off x="7162800" y="2819401"/>
            <a:ext cx="381000" cy="797504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" name="Text Box 28">
            <a:extLst>
              <a:ext uri="{FF2B5EF4-FFF2-40B4-BE49-F238E27FC236}">
                <a16:creationId xmlns:a16="http://schemas.microsoft.com/office/drawing/2014/main" id="{D050E82B-F887-46BD-8238-D778D897C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75" y="5461133"/>
            <a:ext cx="75693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Verdana" pitchFamily="34" charset="0"/>
              </a:rPr>
              <a:t>A[3]</a:t>
            </a:r>
          </a:p>
        </p:txBody>
      </p:sp>
      <p:sp>
        <p:nvSpPr>
          <p:cNvPr id="39" name="Text Box 29">
            <a:extLst>
              <a:ext uri="{FF2B5EF4-FFF2-40B4-BE49-F238E27FC236}">
                <a16:creationId xmlns:a16="http://schemas.microsoft.com/office/drawing/2014/main" id="{0726E415-F45A-4ACE-9541-7148898B3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75" y="4663629"/>
            <a:ext cx="75693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Verdana" pitchFamily="34" charset="0"/>
              </a:rPr>
              <a:t>A[2]</a:t>
            </a:r>
          </a:p>
        </p:txBody>
      </p:sp>
      <p:sp>
        <p:nvSpPr>
          <p:cNvPr id="40" name="Text Box 30">
            <a:extLst>
              <a:ext uri="{FF2B5EF4-FFF2-40B4-BE49-F238E27FC236}">
                <a16:creationId xmlns:a16="http://schemas.microsoft.com/office/drawing/2014/main" id="{7BE0677D-5BAD-4E58-97F0-6716A589A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75" y="3866125"/>
            <a:ext cx="75693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Verdana" pitchFamily="34" charset="0"/>
              </a:rPr>
              <a:t>A[1]</a:t>
            </a:r>
          </a:p>
        </p:txBody>
      </p:sp>
      <p:sp>
        <p:nvSpPr>
          <p:cNvPr id="41" name="Text Box 31">
            <a:extLst>
              <a:ext uri="{FF2B5EF4-FFF2-40B4-BE49-F238E27FC236}">
                <a16:creationId xmlns:a16="http://schemas.microsoft.com/office/drawing/2014/main" id="{C13E1C71-EAE2-460F-B077-37CF79A78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75" y="3068621"/>
            <a:ext cx="75693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Verdana" pitchFamily="34" charset="0"/>
              </a:rPr>
              <a:t>A[0]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423B63-A7CB-417F-A818-EA9747F99D74}"/>
              </a:ext>
            </a:extLst>
          </p:cNvPr>
          <p:cNvGrpSpPr/>
          <p:nvPr/>
        </p:nvGrpSpPr>
        <p:grpSpPr>
          <a:xfrm>
            <a:off x="4492516" y="2700871"/>
            <a:ext cx="1603484" cy="400110"/>
            <a:chOff x="4340116" y="2700871"/>
            <a:chExt cx="1603484" cy="400110"/>
          </a:xfrm>
        </p:grpSpPr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3421E168-060D-4262-A3E5-8A7D50E0F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895600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4" name="Text Box 33">
              <a:extLst>
                <a:ext uri="{FF2B5EF4-FFF2-40B4-BE49-F238E27FC236}">
                  <a16:creationId xmlns:a16="http://schemas.microsoft.com/office/drawing/2014/main" id="{414C4513-AABA-498A-B744-301ACDE5D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116" y="2700871"/>
              <a:ext cx="646331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$s3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84BA67-170A-4AC8-B8CB-73E56C02FC27}"/>
              </a:ext>
            </a:extLst>
          </p:cNvPr>
          <p:cNvGrpSpPr/>
          <p:nvPr/>
        </p:nvGrpSpPr>
        <p:grpSpPr>
          <a:xfrm>
            <a:off x="4038600" y="3505200"/>
            <a:ext cx="2018466" cy="400110"/>
            <a:chOff x="3925134" y="4953000"/>
            <a:chExt cx="2018466" cy="400110"/>
          </a:xfrm>
        </p:grpSpPr>
        <p:sp>
          <p:nvSpPr>
            <p:cNvPr id="46" name="Line 34">
              <a:extLst>
                <a:ext uri="{FF2B5EF4-FFF2-40B4-BE49-F238E27FC236}">
                  <a16:creationId xmlns:a16="http://schemas.microsoft.com/office/drawing/2014/main" id="{0202CCFA-9369-487F-8A4E-5B4E7CE0E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5162069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183A366D-86FF-48EF-B56A-24973B066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134" y="4953000"/>
              <a:ext cx="110799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4($s3)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2DE69BA-2CE5-4D4C-B73C-320CA076DC6C}"/>
              </a:ext>
            </a:extLst>
          </p:cNvPr>
          <p:cNvGrpSpPr/>
          <p:nvPr/>
        </p:nvGrpSpPr>
        <p:grpSpPr>
          <a:xfrm>
            <a:off x="3886200" y="5105400"/>
            <a:ext cx="2166848" cy="400110"/>
            <a:chOff x="3776752" y="3333690"/>
            <a:chExt cx="2166848" cy="400110"/>
          </a:xfrm>
        </p:grpSpPr>
        <p:sp>
          <p:nvSpPr>
            <p:cNvPr id="49" name="Line 35">
              <a:extLst>
                <a:ext uri="{FF2B5EF4-FFF2-40B4-BE49-F238E27FC236}">
                  <a16:creationId xmlns:a16="http://schemas.microsoft.com/office/drawing/2014/main" id="{09A287E2-794E-47E6-A1EA-34C9B98CC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517217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50" name="Text Box 37">
              <a:extLst>
                <a:ext uri="{FF2B5EF4-FFF2-40B4-BE49-F238E27FC236}">
                  <a16:creationId xmlns:a16="http://schemas.microsoft.com/office/drawing/2014/main" id="{BBD124F7-5362-4881-A552-47A391F5D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6752" y="3333690"/>
              <a:ext cx="1261885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12($s3)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14DE0EE-CB55-496A-8A14-8087F0E980B1}"/>
              </a:ext>
            </a:extLst>
          </p:cNvPr>
          <p:cNvSpPr/>
          <p:nvPr/>
        </p:nvSpPr>
        <p:spPr>
          <a:xfrm>
            <a:off x="457200" y="3429000"/>
            <a:ext cx="3352800" cy="2362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2725" indent="-325438">
              <a:lnSpc>
                <a:spcPct val="90000"/>
              </a:lnSpc>
              <a:buClr>
                <a:srgbClr val="CCB400"/>
              </a:buClr>
              <a:buSzPct val="60000"/>
            </a:pPr>
            <a:r>
              <a:rPr lang="en-US" sz="2400" b="1" kern="0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4(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  <a:p>
            <a:pPr marL="212725" indent="-325438">
              <a:lnSpc>
                <a:spcPct val="90000"/>
              </a:lnSpc>
              <a:buClr>
                <a:srgbClr val="CCB400"/>
              </a:buClr>
              <a:buSzPct val="60000"/>
            </a:pPr>
            <a:endParaRPr lang="en-US" sz="2400" b="1" kern="0" dirty="0">
              <a:solidFill>
                <a:schemeClr val="tx1"/>
              </a:solidFill>
              <a:latin typeface="Courier New" pitchFamily="49" charset="0"/>
            </a:endParaRPr>
          </a:p>
          <a:p>
            <a:pPr marL="212725" indent="-325438">
              <a:lnSpc>
                <a:spcPct val="90000"/>
              </a:lnSpc>
              <a:buClr>
                <a:srgbClr val="CCB400"/>
              </a:buClr>
              <a:buSzPct val="60000"/>
            </a:pPr>
            <a:r>
              <a:rPr lang="en-US" sz="2400" b="1" kern="0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$s2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$t0</a:t>
            </a:r>
          </a:p>
          <a:p>
            <a:pPr marL="212725" indent="-325438">
              <a:lnSpc>
                <a:spcPct val="90000"/>
              </a:lnSpc>
              <a:buClr>
                <a:srgbClr val="CCB400"/>
              </a:buClr>
              <a:buSzPct val="60000"/>
            </a:pPr>
            <a:endParaRPr lang="en-US" sz="2400" b="1" kern="0" dirty="0">
              <a:solidFill>
                <a:schemeClr val="tx1"/>
              </a:solidFill>
              <a:latin typeface="Courier New" pitchFamily="49" charset="0"/>
            </a:endParaRPr>
          </a:p>
          <a:p>
            <a:pPr marL="212725" indent="-325438">
              <a:lnSpc>
                <a:spcPct val="90000"/>
              </a:lnSpc>
              <a:buClr>
                <a:srgbClr val="CCB400"/>
              </a:buClr>
              <a:buSzPct val="60000"/>
            </a:pPr>
            <a:r>
              <a:rPr lang="en-US" sz="2400" b="1" kern="0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, 12(</a:t>
            </a:r>
            <a:r>
              <a:rPr lang="en-US" sz="2400" b="1" kern="0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sz="2400" b="1" kern="0" dirty="0">
                <a:solidFill>
                  <a:schemeClr val="tx1"/>
                </a:solidFill>
                <a:latin typeface="Courier New" pitchFamily="49" charset="0"/>
              </a:rPr>
              <a:t>)</a:t>
            </a:r>
          </a:p>
          <a:p>
            <a:pPr algn="ctr"/>
            <a:endParaRPr lang="en-US" dirty="0"/>
          </a:p>
        </p:txBody>
      </p:sp>
      <p:sp>
        <p:nvSpPr>
          <p:cNvPr id="52" name="Down Arrow 46">
            <a:extLst>
              <a:ext uri="{FF2B5EF4-FFF2-40B4-BE49-F238E27FC236}">
                <a16:creationId xmlns:a16="http://schemas.microsoft.com/office/drawing/2014/main" id="{B521A237-834C-480B-B069-1EA0FEEFD0C3}"/>
              </a:ext>
            </a:extLst>
          </p:cNvPr>
          <p:cNvSpPr/>
          <p:nvPr/>
        </p:nvSpPr>
        <p:spPr>
          <a:xfrm>
            <a:off x="1219200" y="2286000"/>
            <a:ext cx="609600" cy="10668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BC9F8D-8C94-42E4-3441-A88275BA4E9E}"/>
                  </a:ext>
                </a:extLst>
              </p14:cNvPr>
              <p14:cNvContentPartPr/>
              <p14:nvPr/>
            </p14:nvContentPartPr>
            <p14:xfrm>
              <a:off x="6472800" y="5220000"/>
              <a:ext cx="363600" cy="775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BC9F8D-8C94-42E4-3441-A88275BA4E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3440" y="5210640"/>
                <a:ext cx="382320" cy="79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92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BD7D-FC54-69CA-12C3-660E9AE2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7DFD-7485-F6D1-2F9A-202356E9D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5BA7E6-7B5F-E2E6-A1D2-9500796485FC}"/>
                  </a:ext>
                </a:extLst>
              </p14:cNvPr>
              <p14:cNvContentPartPr/>
              <p14:nvPr/>
            </p14:nvContentPartPr>
            <p14:xfrm>
              <a:off x="775080" y="623520"/>
              <a:ext cx="8304840" cy="513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5BA7E6-7B5F-E2E6-A1D2-9500796485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720" y="614160"/>
                <a:ext cx="8323560" cy="51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248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2.6 Common Questions: </a:t>
            </a:r>
            <a:r>
              <a:rPr lang="en-SG" sz="3200" b="1" dirty="0">
                <a:solidFill>
                  <a:srgbClr val="0000FF"/>
                </a:solidFill>
              </a:rPr>
              <a:t>Address</a:t>
            </a:r>
            <a:r>
              <a:rPr lang="en-SG" sz="3200" dirty="0">
                <a:solidFill>
                  <a:srgbClr val="0000FF"/>
                </a:solidFill>
              </a:rPr>
              <a:t> vs </a:t>
            </a:r>
            <a:r>
              <a:rPr lang="en-SG" sz="3200" b="1" dirty="0">
                <a:solidFill>
                  <a:srgbClr val="0000FF"/>
                </a:solidFill>
              </a:rPr>
              <a:t>Value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3F06F9D-6885-4E42-9DAB-D135D29274F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570205"/>
            <a:ext cx="8229600" cy="382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register can hold any 32-bit number: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number has </a:t>
            </a:r>
            <a:r>
              <a:rPr lang="en-US" sz="2400" u="sng" dirty="0"/>
              <a:t>no implicit data type</a:t>
            </a:r>
            <a:r>
              <a:rPr lang="en-US" sz="2400" dirty="0"/>
              <a:t> and is interpreted </a:t>
            </a:r>
            <a:r>
              <a:rPr lang="en-US" sz="2400" u="sng" dirty="0"/>
              <a:t>according to the instruction that uses it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Examples: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$t2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$t1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$t0 </a:t>
            </a:r>
          </a:p>
          <a:p>
            <a:pPr marL="901700" lvl="1" indent="-182563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</a:pPr>
            <a:r>
              <a:rPr lang="en-US" sz="2400" b="1" dirty="0">
                <a:latin typeface="Courier New" pitchFamily="49" charset="0"/>
                <a:sym typeface="Wingdings" pitchFamily="2" charset="2"/>
              </a:rPr>
              <a:t>	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  <a:sym typeface="Wingdings" pitchFamily="2" charset="2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$t0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$t1 </a:t>
            </a:r>
            <a:r>
              <a:rPr lang="en-US" sz="2400" dirty="0"/>
              <a:t>should contain data values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$t2</a:t>
            </a:r>
            <a:r>
              <a:rPr lang="en-US" sz="2400" b="1" dirty="0">
                <a:latin typeface="Courier New" pitchFamily="49" charset="0"/>
              </a:rPr>
              <a:t>, 0(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)</a:t>
            </a:r>
            <a:endParaRPr lang="en-US" sz="2400" dirty="0"/>
          </a:p>
          <a:p>
            <a:pPr marL="901700" lvl="1" indent="-182563" fontAlgn="auto">
              <a:spcBef>
                <a:spcPts val="0"/>
              </a:spcBef>
              <a:spcAft>
                <a:spcPts val="0"/>
              </a:spcAft>
              <a:buClr>
                <a:srgbClr val="CCB400"/>
              </a:buClr>
              <a:buFont typeface="Arial" pitchFamily="34" charset="0"/>
              <a:buNone/>
            </a:pPr>
            <a:r>
              <a:rPr lang="en-US" sz="2400" dirty="0">
                <a:sym typeface="Wingdings" pitchFamily="2" charset="2"/>
              </a:rPr>
              <a:t>	 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$t0 </a:t>
            </a:r>
            <a:r>
              <a:rPr lang="en-US" sz="2400" dirty="0"/>
              <a:t>should contain a memory address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C440B1-F65C-4ACF-98A0-C67F6994A22E}"/>
              </a:ext>
            </a:extLst>
          </p:cNvPr>
          <p:cNvSpPr/>
          <p:nvPr/>
        </p:nvSpPr>
        <p:spPr>
          <a:xfrm>
            <a:off x="1447800" y="1289221"/>
            <a:ext cx="6248400" cy="9906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2800" b="1" dirty="0">
                <a:solidFill>
                  <a:srgbClr val="C00000"/>
                </a:solidFill>
              </a:rPr>
              <a:t>Key concept: </a:t>
            </a:r>
          </a:p>
          <a:p>
            <a:pPr algn="ctr" eaLnBrk="1" hangingPunct="1">
              <a:spcBef>
                <a:spcPct val="30000"/>
              </a:spcBef>
            </a:pPr>
            <a:r>
              <a:rPr lang="en-US" sz="2800" b="1" dirty="0">
                <a:solidFill>
                  <a:schemeClr val="tx1"/>
                </a:solidFill>
              </a:rPr>
              <a:t>Registers do NOT have types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86F136-19AF-DD2D-2369-8EE40145B969}"/>
                  </a:ext>
                </a:extLst>
              </p14:cNvPr>
              <p14:cNvContentPartPr/>
              <p14:nvPr/>
            </p14:nvContentPartPr>
            <p14:xfrm>
              <a:off x="1481040" y="2990520"/>
              <a:ext cx="4917600" cy="2780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86F136-19AF-DD2D-2369-8EE40145B9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1680" y="2981160"/>
                <a:ext cx="4936320" cy="27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387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>
                <a:solidFill>
                  <a:srgbClr val="0000FF"/>
                </a:solidFill>
              </a:rPr>
              <a:t>2.6 Common Questions: </a:t>
            </a:r>
            <a:r>
              <a:rPr lang="en-SG" sz="3200" b="1" dirty="0">
                <a:solidFill>
                  <a:srgbClr val="0000FF"/>
                </a:solidFill>
              </a:rPr>
              <a:t>Byte</a:t>
            </a:r>
            <a:r>
              <a:rPr lang="en-SG" sz="3200" dirty="0">
                <a:solidFill>
                  <a:srgbClr val="0000FF"/>
                </a:solidFill>
              </a:rPr>
              <a:t> vs </a:t>
            </a:r>
            <a:r>
              <a:rPr lang="en-SG" sz="3200" b="1" dirty="0">
                <a:solidFill>
                  <a:srgbClr val="0000FF"/>
                </a:solidFill>
              </a:rPr>
              <a:t>Word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D4ADFB-3480-42BC-8535-A6EE9DA5E005}"/>
              </a:ext>
            </a:extLst>
          </p:cNvPr>
          <p:cNvSpPr/>
          <p:nvPr/>
        </p:nvSpPr>
        <p:spPr>
          <a:xfrm>
            <a:off x="1064740" y="1289222"/>
            <a:ext cx="7239000" cy="15240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2800" b="1" dirty="0">
                <a:solidFill>
                  <a:srgbClr val="C00000"/>
                </a:solidFill>
              </a:rPr>
              <a:t>Important:</a:t>
            </a:r>
          </a:p>
          <a:p>
            <a:pPr algn="ctr" eaLnBrk="1" hangingPunct="1">
              <a:spcBef>
                <a:spcPct val="30000"/>
              </a:spcBef>
            </a:pPr>
            <a:r>
              <a:rPr lang="en-US" sz="2800" kern="0" dirty="0">
                <a:solidFill>
                  <a:prstClr val="black"/>
                </a:solidFill>
              </a:rPr>
              <a:t>Consecutive </a:t>
            </a:r>
            <a:r>
              <a:rPr lang="en-US" sz="2800" kern="0" dirty="0">
                <a:solidFill>
                  <a:srgbClr val="C00000"/>
                </a:solidFill>
              </a:rPr>
              <a:t>word addresses </a:t>
            </a:r>
            <a:r>
              <a:rPr lang="en-US" sz="2800" kern="0" dirty="0">
                <a:solidFill>
                  <a:prstClr val="black"/>
                </a:solidFill>
              </a:rPr>
              <a:t>in machines with </a:t>
            </a:r>
            <a:r>
              <a:rPr lang="en-US" sz="2800" kern="0" dirty="0">
                <a:solidFill>
                  <a:srgbClr val="660066"/>
                </a:solidFill>
              </a:rPr>
              <a:t>byte-addressing</a:t>
            </a:r>
            <a:r>
              <a:rPr lang="en-US" sz="2800" kern="0" dirty="0">
                <a:solidFill>
                  <a:prstClr val="black"/>
                </a:solidFill>
              </a:rPr>
              <a:t> do not differ by 1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5AE8EC1-CD07-49BF-9FD6-2ED560473A35}"/>
              </a:ext>
            </a:extLst>
          </p:cNvPr>
          <p:cNvSpPr txBox="1">
            <a:spLocks noChangeArrowheads="1"/>
          </p:cNvSpPr>
          <p:nvPr/>
        </p:nvSpPr>
        <p:spPr>
          <a:xfrm>
            <a:off x="569440" y="2929841"/>
            <a:ext cx="8229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Common error: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Assume that the address of the next word can be found by incrementing the address in a register by 1 instead of by the word size in bytes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For both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800" dirty="0"/>
              <a:t> and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sz="2800" b="1" dirty="0">
                <a:latin typeface="Courier New" pitchFamily="49" charset="0"/>
              </a:rPr>
              <a:t>: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sum of base address and offset must be a multiple of 4 (i.e. to adhere to word boundary)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711069-52B3-7A54-D721-18218F3DFACF}"/>
                  </a:ext>
                </a:extLst>
              </p14:cNvPr>
              <p14:cNvContentPartPr/>
              <p14:nvPr/>
            </p14:nvContentPartPr>
            <p14:xfrm>
              <a:off x="1873080" y="1620000"/>
              <a:ext cx="6278760" cy="482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711069-52B3-7A54-D721-18218F3DFA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3720" y="1610640"/>
                <a:ext cx="6297480" cy="48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117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2.7 Example: Swapping Elements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E19A8BE-928B-4C81-959E-E51A587A0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96359"/>
            <a:ext cx="33528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" tIns="26988" rIns="9144" bIns="26988"/>
          <a:lstStyle/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EF073B-75CB-40AC-AAA0-34FD8545C0D6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34159"/>
          <a:ext cx="8229600" cy="2613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6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730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swap(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int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 v[],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int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 k )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{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   </a:t>
                      </a: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int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 temp;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	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temp = v[k]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Arial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4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	v[k] = v[k+1];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Arial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	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v[k+1] = temp;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Arial" charset="0"/>
                      </a:endParaRP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Arial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>
                          <a:sym typeface="Wingdings" pitchFamily="2" charset="2"/>
                        </a:rPr>
                        <a:t>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$5</a:t>
                      </a:r>
                    </a:p>
                    <a:p>
                      <a:r>
                        <a:rPr lang="en-US" sz="2000" dirty="0">
                          <a:sym typeface="Wingdings" pitchFamily="2" charset="2"/>
                        </a:rPr>
                        <a:t>Base address of 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v[]</a:t>
                      </a:r>
                      <a:r>
                        <a:rPr lang="en-US" sz="2000" baseline="0" dirty="0">
                          <a:sym typeface="Wingdings" pitchFamily="2" charset="2"/>
                        </a:rPr>
                        <a:t> 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$4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temp </a:t>
                      </a:r>
                      <a:r>
                        <a:rPr lang="en-US" sz="2000" baseline="0" dirty="0">
                          <a:sym typeface="Wingdings" pitchFamily="2" charset="2"/>
                        </a:rPr>
                        <a:t>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itchFamily="2" charset="2"/>
                        </a:rPr>
                        <a:t>$15</a:t>
                      </a:r>
                    </a:p>
                    <a:p>
                      <a:endParaRPr lang="en-US" sz="20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7">
            <a:extLst>
              <a:ext uri="{FF2B5EF4-FFF2-40B4-BE49-F238E27FC236}">
                <a16:creationId xmlns:a16="http://schemas.microsoft.com/office/drawing/2014/main" id="{391485EE-07F9-4B18-AB2E-4F9E0D83B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053559"/>
            <a:ext cx="3124200" cy="2286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swap: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sll</a:t>
            </a:r>
            <a:r>
              <a:rPr lang="en-US" sz="2000" b="1" dirty="0">
                <a:latin typeface="Courier New" pitchFamily="49" charset="0"/>
              </a:rPr>
              <a:t>  $2,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$5</a:t>
            </a:r>
            <a:r>
              <a:rPr lang="en-US" sz="2000" b="1" dirty="0">
                <a:latin typeface="Courier New" pitchFamily="49" charset="0"/>
              </a:rPr>
              <a:t>, 2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 $2,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$4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$2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latin typeface="Courier New" pitchFamily="49" charset="0"/>
              </a:rPr>
              <a:t>   $15, 0(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$2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latin typeface="Courier New" pitchFamily="49" charset="0"/>
              </a:rPr>
              <a:t>   $16, 4(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$2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$16</a:t>
            </a:r>
            <a:r>
              <a:rPr lang="en-US" sz="2000" b="1" dirty="0">
                <a:latin typeface="Courier New" pitchFamily="49" charset="0"/>
              </a:rPr>
              <a:t>, 0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($2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pPr defTabSz="904875" eaLnBrk="0" hangingPunct="0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$15</a:t>
            </a:r>
            <a:r>
              <a:rPr lang="en-US" sz="2000" b="1" dirty="0">
                <a:latin typeface="Courier New" pitchFamily="49" charset="0"/>
              </a:rPr>
              <a:t>, 4(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$2</a:t>
            </a:r>
            <a:r>
              <a:rPr lang="en-US" sz="2000" b="1" dirty="0">
                <a:latin typeface="Courier New" pitchFamily="49" charset="0"/>
              </a:rPr>
              <a:t>)</a:t>
            </a:r>
          </a:p>
        </p:txBody>
      </p:sp>
      <p:sp>
        <p:nvSpPr>
          <p:cNvPr id="15" name="Down Arrow 9">
            <a:extLst>
              <a:ext uri="{FF2B5EF4-FFF2-40B4-BE49-F238E27FC236}">
                <a16:creationId xmlns:a16="http://schemas.microsoft.com/office/drawing/2014/main" id="{D25EC752-8FF2-46B8-859B-820F302C75E6}"/>
              </a:ext>
            </a:extLst>
          </p:cNvPr>
          <p:cNvSpPr/>
          <p:nvPr/>
        </p:nvSpPr>
        <p:spPr>
          <a:xfrm>
            <a:off x="3124200" y="3062959"/>
            <a:ext cx="609600" cy="10668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B7DBB-1221-4293-8D79-E817E098F6ED}"/>
              </a:ext>
            </a:extLst>
          </p:cNvPr>
          <p:cNvSpPr txBox="1"/>
          <p:nvPr/>
        </p:nvSpPr>
        <p:spPr>
          <a:xfrm>
            <a:off x="4419600" y="2878293"/>
            <a:ext cx="4419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Example: k = 3; to swap v[3] with v[4].</a:t>
            </a:r>
          </a:p>
          <a:p>
            <a:r>
              <a:rPr lang="en-US" dirty="0"/>
              <a:t>Assume base address of v is 2000.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691C2-E99B-4C53-B1D5-04CB80EB99A7}"/>
              </a:ext>
            </a:extLst>
          </p:cNvPr>
          <p:cNvSpPr txBox="1"/>
          <p:nvPr/>
        </p:nvSpPr>
        <p:spPr>
          <a:xfrm>
            <a:off x="4419600" y="3524624"/>
            <a:ext cx="4419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$5</a:t>
            </a:r>
            <a:r>
              <a:rPr lang="en-US" dirty="0">
                <a:sym typeface="Wingdings" panose="05000000000000000000" pitchFamily="2" charset="2"/>
              </a:rPr>
              <a:t> (k)  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$4</a:t>
            </a:r>
            <a:r>
              <a:rPr lang="en-US" dirty="0">
                <a:sym typeface="Wingdings" panose="05000000000000000000" pitchFamily="2" charset="2"/>
              </a:rPr>
              <a:t> (base </a:t>
            </a:r>
            <a:r>
              <a:rPr lang="en-US" dirty="0" err="1">
                <a:sym typeface="Wingdings" panose="05000000000000000000" pitchFamily="2" charset="2"/>
              </a:rPr>
              <a:t>addr</a:t>
            </a:r>
            <a:r>
              <a:rPr lang="en-US" dirty="0">
                <a:sym typeface="Wingdings" panose="05000000000000000000" pitchFamily="2" charset="2"/>
              </a:rPr>
              <a:t>. of v)  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6298AE-0073-4ACE-89B6-61CA951E6CA1}"/>
              </a:ext>
            </a:extLst>
          </p:cNvPr>
          <p:cNvSpPr txBox="1"/>
          <p:nvPr/>
        </p:nvSpPr>
        <p:spPr>
          <a:xfrm>
            <a:off x="4419600" y="4370027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$2 </a:t>
            </a:r>
            <a:r>
              <a:rPr lang="en-US" dirty="0">
                <a:sym typeface="Wingdings" panose="05000000000000000000" pitchFamily="2" charset="2"/>
              </a:rPr>
              <a:t> 12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AB28C-663F-47F7-A540-AB33FB58AF86}"/>
              </a:ext>
            </a:extLst>
          </p:cNvPr>
          <p:cNvSpPr txBox="1"/>
          <p:nvPr/>
        </p:nvSpPr>
        <p:spPr>
          <a:xfrm>
            <a:off x="4419600" y="4631356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$2 </a:t>
            </a:r>
            <a:r>
              <a:rPr lang="en-US" dirty="0">
                <a:sym typeface="Wingdings" panose="05000000000000000000" pitchFamily="2" charset="2"/>
              </a:rPr>
              <a:t> 2012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F738D-CA61-4F3C-89D4-1633B98BCFC2}"/>
              </a:ext>
            </a:extLst>
          </p:cNvPr>
          <p:cNvSpPr txBox="1"/>
          <p:nvPr/>
        </p:nvSpPr>
        <p:spPr>
          <a:xfrm>
            <a:off x="4419600" y="4983543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$15 </a:t>
            </a:r>
            <a:r>
              <a:rPr lang="en-US" dirty="0">
                <a:sym typeface="Wingdings" panose="05000000000000000000" pitchFamily="2" charset="2"/>
              </a:rPr>
              <a:t> content of mem. </a:t>
            </a:r>
            <a:r>
              <a:rPr lang="en-US" dirty="0" err="1">
                <a:sym typeface="Wingdings" panose="05000000000000000000" pitchFamily="2" charset="2"/>
              </a:rPr>
              <a:t>addr</a:t>
            </a:r>
            <a:r>
              <a:rPr lang="en-US" dirty="0">
                <a:sym typeface="Wingdings" panose="05000000000000000000" pitchFamily="2" charset="2"/>
              </a:rPr>
              <a:t>. 2012 (v[3])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D30238-DD6B-4BFF-8FC6-71FA6E693FDB}"/>
              </a:ext>
            </a:extLst>
          </p:cNvPr>
          <p:cNvSpPr txBox="1"/>
          <p:nvPr/>
        </p:nvSpPr>
        <p:spPr>
          <a:xfrm>
            <a:off x="4419600" y="5272759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$16 </a:t>
            </a:r>
            <a:r>
              <a:rPr lang="en-US" dirty="0">
                <a:sym typeface="Wingdings" panose="05000000000000000000" pitchFamily="2" charset="2"/>
              </a:rPr>
              <a:t> content of mem. </a:t>
            </a:r>
            <a:r>
              <a:rPr lang="en-US" dirty="0" err="1">
                <a:sym typeface="Wingdings" panose="05000000000000000000" pitchFamily="2" charset="2"/>
              </a:rPr>
              <a:t>addr</a:t>
            </a:r>
            <a:r>
              <a:rPr lang="en-US" dirty="0">
                <a:sym typeface="Wingdings" panose="05000000000000000000" pitchFamily="2" charset="2"/>
              </a:rPr>
              <a:t>. 2016 (v[4])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51CC3C-FA61-4B94-826E-22F14B4822C1}"/>
              </a:ext>
            </a:extLst>
          </p:cNvPr>
          <p:cNvSpPr txBox="1"/>
          <p:nvPr/>
        </p:nvSpPr>
        <p:spPr>
          <a:xfrm>
            <a:off x="4419600" y="5635477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content of mem. </a:t>
            </a:r>
            <a:r>
              <a:rPr lang="en-US" dirty="0" err="1">
                <a:sym typeface="Wingdings" panose="05000000000000000000" pitchFamily="2" charset="2"/>
              </a:rPr>
              <a:t>addr</a:t>
            </a:r>
            <a:r>
              <a:rPr lang="en-US" dirty="0">
                <a:sym typeface="Wingdings" panose="05000000000000000000" pitchFamily="2" charset="2"/>
              </a:rPr>
              <a:t>. 2012 (v[3]) 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$16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1FBB6-00EB-4EB6-9A80-DA80FD3CAE93}"/>
              </a:ext>
            </a:extLst>
          </p:cNvPr>
          <p:cNvSpPr txBox="1"/>
          <p:nvPr/>
        </p:nvSpPr>
        <p:spPr>
          <a:xfrm>
            <a:off x="4419600" y="5902494"/>
            <a:ext cx="44196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content of mem. </a:t>
            </a:r>
            <a:r>
              <a:rPr lang="en-US" dirty="0" err="1">
                <a:sym typeface="Wingdings" panose="05000000000000000000" pitchFamily="2" charset="2"/>
              </a:rPr>
              <a:t>addr</a:t>
            </a:r>
            <a:r>
              <a:rPr lang="en-US" dirty="0">
                <a:sym typeface="Wingdings" panose="05000000000000000000" pitchFamily="2" charset="2"/>
              </a:rPr>
              <a:t>. 2016 (v[4]) 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$15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25" name="Text Box 14">
            <a:extLst>
              <a:ext uri="{FF2B5EF4-FFF2-40B4-BE49-F238E27FC236}">
                <a16:creationId xmlns:a16="http://schemas.microsoft.com/office/drawing/2014/main" id="{7DC14A6A-A6EB-416D-B20E-5966171FF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7E972-A751-42FD-A509-473778B79824}"/>
              </a:ext>
            </a:extLst>
          </p:cNvPr>
          <p:cNvSpPr txBox="1"/>
          <p:nvPr/>
        </p:nvSpPr>
        <p:spPr>
          <a:xfrm>
            <a:off x="840259" y="6415758"/>
            <a:ext cx="7648833" cy="369332"/>
          </a:xfrm>
          <a:prstGeom prst="rect">
            <a:avLst/>
          </a:prstGeom>
          <a:solidFill>
            <a:srgbClr val="E2FFC5"/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Note: This is simplified and may </a:t>
            </a:r>
            <a:r>
              <a:rPr lang="en-SG" u="sng" dirty="0"/>
              <a:t>not</a:t>
            </a:r>
            <a:r>
              <a:rPr lang="en-SG" dirty="0"/>
              <a:t> be a direct translation of the C code. </a:t>
            </a:r>
          </a:p>
        </p:txBody>
      </p:sp>
    </p:spTree>
    <p:extLst>
      <p:ext uri="{BB962C8B-B14F-4D97-AF65-F5344CB8AC3E}">
        <p14:creationId xmlns:p14="http://schemas.microsoft.com/office/powerpoint/2010/main" val="34832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Making Decisions (1/2)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8058227-3831-46E7-804D-6C6B3595587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44209"/>
            <a:ext cx="8305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We cover only sequential execution so far: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Instruction is executed in program order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To perform general computing tasks, we need to: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Make decisions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Perform iterations </a:t>
            </a:r>
            <a:r>
              <a:rPr lang="en-US" sz="2400" dirty="0"/>
              <a:t>(in later section)</a:t>
            </a:r>
          </a:p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Decisions making in  high-level language: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if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r>
              <a:rPr lang="en-US" sz="2400" dirty="0"/>
              <a:t> statements</a:t>
            </a:r>
            <a:endParaRPr lang="en-US" sz="2400" b="1" dirty="0">
              <a:latin typeface="Courier New" pitchFamily="49" charset="0"/>
            </a:endParaRP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MIPS decision making instructions are similar to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if</a:t>
            </a:r>
            <a:r>
              <a:rPr lang="en-US" sz="2400" dirty="0">
                <a:solidFill>
                  <a:srgbClr val="3333FF"/>
                </a:solidFill>
              </a:rPr>
              <a:t> </a:t>
            </a:r>
            <a:r>
              <a:rPr lang="en-US" sz="2400" dirty="0"/>
              <a:t>statement with a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endParaRPr lang="en-US" sz="2400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1074738" lvl="2" indent="-358775" fontAlgn="auto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r>
              <a:rPr lang="en-US" sz="2000" dirty="0">
                <a:solidFill>
                  <a:srgbClr val="3333FF"/>
                </a:solidFill>
              </a:rPr>
              <a:t> </a:t>
            </a:r>
            <a:r>
              <a:rPr lang="en-US" sz="2000" dirty="0"/>
              <a:t>is discouraged in high-level languages but necessary in assembly </a:t>
            </a:r>
            <a:r>
              <a:rPr lang="en-US" sz="2000" dirty="0">
                <a:sym typeface="Wingdings" pitchFamily="2" charset="2"/>
              </a:rPr>
              <a:t></a:t>
            </a:r>
            <a:r>
              <a:rPr lang="en-US" sz="2000" b="1" dirty="0">
                <a:latin typeface="Courier New" pitchFamily="49" charset="0"/>
              </a:rPr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5521D1-BF85-9082-F835-DC0533A4E50F}"/>
                  </a:ext>
                </a:extLst>
              </p14:cNvPr>
              <p14:cNvContentPartPr/>
              <p14:nvPr/>
            </p14:nvContentPartPr>
            <p14:xfrm>
              <a:off x="470520" y="2631600"/>
              <a:ext cx="8378640" cy="375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5521D1-BF85-9082-F835-DC0533A4E5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160" y="2622240"/>
                <a:ext cx="8397360" cy="377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27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Making Decisions (2/2)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0D84A6F-8681-4DC7-921F-600D4C51C15D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234158"/>
            <a:ext cx="8501449" cy="5290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Decision-making instructions</a:t>
            </a:r>
          </a:p>
          <a:p>
            <a:pPr marL="715963" lvl="1" indent="-357188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Alter the control flow of the program</a:t>
            </a:r>
          </a:p>
          <a:p>
            <a:pPr marL="715963" lvl="1" indent="-357188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Change the next instruction to be executed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Two types of decision-making statements in MIPS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Conditional </a:t>
            </a:r>
            <a:r>
              <a:rPr lang="en-US" sz="2400" dirty="0"/>
              <a:t>(branch)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	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</a:rPr>
              <a:t>, label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		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</a:rPr>
              <a:t>, label</a:t>
            </a:r>
          </a:p>
          <a:p>
            <a:pPr marL="715963" lvl="1" indent="-357188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Unconditional</a:t>
            </a:r>
            <a:r>
              <a:rPr lang="en-US" sz="2400" dirty="0"/>
              <a:t> (jump)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0000CC"/>
                </a:solidFill>
                <a:latin typeface="Courier New" pitchFamily="49" charset="0"/>
              </a:rPr>
              <a:t>		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label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label is an “anchor” in the assembly code to indicate point of interest, usually as branch target</a:t>
            </a:r>
          </a:p>
          <a:p>
            <a:pPr marL="715963" lvl="1" indent="-357188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Labels are </a:t>
            </a:r>
            <a:r>
              <a:rPr lang="en-US" sz="2400" u="sng" dirty="0">
                <a:solidFill>
                  <a:srgbClr val="C00000"/>
                </a:solidFill>
              </a:rPr>
              <a:t>NOT</a:t>
            </a:r>
            <a:r>
              <a:rPr lang="en-US" sz="2400" dirty="0">
                <a:solidFill>
                  <a:srgbClr val="C00000"/>
                </a:solidFill>
              </a:rPr>
              <a:t> instructions!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DA7152-41D6-FC8C-013A-B6EE18102D6B}"/>
                  </a:ext>
                </a:extLst>
              </p14:cNvPr>
              <p14:cNvContentPartPr/>
              <p14:nvPr/>
            </p14:nvContentPartPr>
            <p14:xfrm>
              <a:off x="5204160" y="3115800"/>
              <a:ext cx="3686400" cy="87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DA7152-41D6-FC8C-013A-B6EE18102D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4800" y="3106440"/>
                <a:ext cx="3705120" cy="89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497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3.1 Conditional Branch: </a:t>
            </a:r>
            <a:r>
              <a:rPr lang="en-SG" sz="3600" b="1" dirty="0" err="1">
                <a:solidFill>
                  <a:srgbClr val="0000FF"/>
                </a:solidFill>
              </a:rPr>
              <a:t>beq</a:t>
            </a:r>
            <a:r>
              <a:rPr lang="en-SG" sz="3600" dirty="0">
                <a:solidFill>
                  <a:srgbClr val="0000FF"/>
                </a:solidFill>
              </a:rPr>
              <a:t> and </a:t>
            </a:r>
            <a:r>
              <a:rPr lang="en-SG" sz="3600" b="1" dirty="0" err="1">
                <a:solidFill>
                  <a:srgbClr val="0000FF"/>
                </a:solidFill>
              </a:rPr>
              <a:t>bne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3580302-C504-4D07-82A2-09DFB570DEF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8"/>
            <a:ext cx="8305800" cy="503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Processor follows the branch only when the condition is satisfied (true)</a:t>
            </a:r>
            <a:endParaRPr lang="en-US" b="1" dirty="0">
              <a:solidFill>
                <a:srgbClr val="3333FF"/>
              </a:solidFill>
              <a:latin typeface="Courier New" pitchFamily="49" charset="0"/>
            </a:endParaRP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$r1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$r2</a:t>
            </a:r>
            <a:r>
              <a:rPr lang="en-US" b="1" dirty="0">
                <a:latin typeface="Courier New" pitchFamily="49" charset="0"/>
              </a:rPr>
              <a:t>, L1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Go to statement labeled </a:t>
            </a:r>
            <a:r>
              <a:rPr lang="en-US" b="1" dirty="0">
                <a:latin typeface="Courier New" pitchFamily="49" charset="0"/>
              </a:rPr>
              <a:t>L1</a:t>
            </a:r>
            <a:r>
              <a:rPr lang="en-US" dirty="0"/>
              <a:t> if the value in register </a:t>
            </a:r>
            <a:r>
              <a:rPr lang="en-US" b="1" dirty="0">
                <a:latin typeface="Courier New" pitchFamily="49" charset="0"/>
              </a:rPr>
              <a:t>$r1</a:t>
            </a:r>
            <a:r>
              <a:rPr lang="en-US" dirty="0"/>
              <a:t> equals the value in register </a:t>
            </a:r>
            <a:r>
              <a:rPr lang="en-US" b="1" dirty="0">
                <a:latin typeface="Courier New" pitchFamily="49" charset="0"/>
              </a:rPr>
              <a:t>$r2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dirty="0"/>
              <a:t> is “</a:t>
            </a:r>
            <a:r>
              <a:rPr lang="en-US" b="1" dirty="0"/>
              <a:t>branch if equal</a:t>
            </a:r>
            <a:r>
              <a:rPr lang="en-US" dirty="0"/>
              <a:t>”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 code: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</a:rPr>
              <a:t> (a == b)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r>
              <a:rPr lang="en-US" b="1" dirty="0">
                <a:latin typeface="Courier New" pitchFamily="49" charset="0"/>
              </a:rPr>
              <a:t> L1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$r1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$r2</a:t>
            </a:r>
            <a:r>
              <a:rPr lang="en-US" b="1" dirty="0">
                <a:latin typeface="Courier New" pitchFamily="49" charset="0"/>
              </a:rPr>
              <a:t>, L1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Go to statement labeled </a:t>
            </a:r>
            <a:r>
              <a:rPr lang="en-US" b="1" dirty="0">
                <a:latin typeface="Courier New" pitchFamily="49" charset="0"/>
              </a:rPr>
              <a:t>L1</a:t>
            </a:r>
            <a:r>
              <a:rPr lang="en-US" dirty="0"/>
              <a:t> if the value in register </a:t>
            </a:r>
            <a:r>
              <a:rPr lang="en-US" b="1" dirty="0">
                <a:latin typeface="Courier New" pitchFamily="49" charset="0"/>
              </a:rPr>
              <a:t>$r1</a:t>
            </a:r>
            <a:r>
              <a:rPr lang="en-US" dirty="0"/>
              <a:t> does not equal the value in register </a:t>
            </a:r>
            <a:r>
              <a:rPr lang="en-US" b="1" dirty="0">
                <a:latin typeface="Courier New" pitchFamily="49" charset="0"/>
              </a:rPr>
              <a:t>$r2 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dirty="0"/>
              <a:t> is “</a:t>
            </a:r>
            <a:r>
              <a:rPr lang="en-US" b="1" dirty="0"/>
              <a:t>branch if not equal</a:t>
            </a:r>
            <a:r>
              <a:rPr lang="en-US" dirty="0"/>
              <a:t>”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 code: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</a:rPr>
              <a:t> (a != b)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r>
              <a:rPr lang="en-US" b="1" dirty="0">
                <a:latin typeface="Courier New" pitchFamily="49" charset="0"/>
              </a:rPr>
              <a:t> L1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26556-E59E-47E4-ABC4-FBDF5F2722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9E7902-9AB2-5633-0342-06368AA63BA3}"/>
                  </a:ext>
                </a:extLst>
              </p14:cNvPr>
              <p14:cNvContentPartPr/>
              <p14:nvPr/>
            </p14:nvContentPartPr>
            <p14:xfrm>
              <a:off x="1836360" y="3982680"/>
              <a:ext cx="3113280" cy="166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9E7902-9AB2-5633-0342-06368AA63B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7000" y="3973320"/>
                <a:ext cx="3132000" cy="16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4015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3.2 Unconditional Jump: </a:t>
            </a:r>
            <a:r>
              <a:rPr lang="en-SG" sz="3600" b="1" dirty="0">
                <a:solidFill>
                  <a:srgbClr val="0000FF"/>
                </a:solidFill>
              </a:rPr>
              <a:t>j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BB76F50-AB8A-49F7-8BCD-20C79315D07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4"/>
            <a:ext cx="8305800" cy="4088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Processor </a:t>
            </a:r>
            <a:r>
              <a:rPr lang="en-US" b="1" dirty="0"/>
              <a:t>always</a:t>
            </a:r>
            <a:r>
              <a:rPr lang="en-US" dirty="0"/>
              <a:t> follows the branch</a:t>
            </a:r>
            <a:endParaRPr lang="en-US" b="1" dirty="0">
              <a:solidFill>
                <a:srgbClr val="3333FF"/>
              </a:solidFill>
              <a:latin typeface="Courier New" pitchFamily="49" charset="0"/>
            </a:endParaRP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b="1" dirty="0">
                <a:latin typeface="Courier New" pitchFamily="49" charset="0"/>
              </a:rPr>
              <a:t> L1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Jump to label </a:t>
            </a:r>
            <a:r>
              <a:rPr lang="en-US" b="1" dirty="0">
                <a:latin typeface="Courier New" pitchFamily="49" charset="0"/>
              </a:rPr>
              <a:t>L1</a:t>
            </a:r>
            <a:r>
              <a:rPr lang="en-US" dirty="0"/>
              <a:t> unconditionally</a:t>
            </a:r>
            <a:endParaRPr lang="en-US" b="1" dirty="0">
              <a:latin typeface="Courier New" pitchFamily="49" charset="0"/>
            </a:endParaRP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 code: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goto</a:t>
            </a:r>
            <a:r>
              <a:rPr lang="en-US" b="1" dirty="0">
                <a:latin typeface="Courier New" pitchFamily="49" charset="0"/>
              </a:rPr>
              <a:t> L1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Technically equivalent to such statement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b="1" dirty="0">
                <a:latin typeface="Courier New" pitchFamily="49" charset="0"/>
              </a:rPr>
              <a:t>, L1</a:t>
            </a:r>
            <a:br>
              <a:rPr lang="en-US" b="1" dirty="0">
                <a:solidFill>
                  <a:srgbClr val="9900CC"/>
                </a:solidFill>
                <a:latin typeface="Courier New" pitchFamily="49" charset="0"/>
              </a:rPr>
            </a:br>
            <a:endParaRPr lang="en-US" b="1" dirty="0">
              <a:solidFill>
                <a:srgbClr val="9900CC"/>
              </a:solidFill>
              <a:latin typeface="Courier New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0797C-8FCB-4013-909A-7E44DCF448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B2D7B2-E3B3-718D-A61A-59751BACD7BE}"/>
                  </a:ext>
                </a:extLst>
              </p14:cNvPr>
              <p14:cNvContentPartPr/>
              <p14:nvPr/>
            </p14:nvContentPartPr>
            <p14:xfrm>
              <a:off x="918000" y="2419200"/>
              <a:ext cx="3114720" cy="209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B2D7B2-E3B3-718D-A61A-59751BACD7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8640" y="2409840"/>
                <a:ext cx="3133440" cy="21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423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3.3 IF statement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C7D09834-E5AA-4555-8BF5-7539B12A0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5080356"/>
            <a:ext cx="8229600" cy="1447799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Two equivalent translations:</a:t>
            </a:r>
          </a:p>
          <a:p>
            <a:pPr marL="715963" lvl="1" indent="-3571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one on the right is more efficient</a:t>
            </a:r>
          </a:p>
          <a:p>
            <a:pPr marL="444500" indent="-444500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Common technique: Invert the condition for shorter code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6182BB-8A4B-445C-8082-06A05BE8FAF2}"/>
              </a:ext>
            </a:extLst>
          </p:cNvPr>
          <p:cNvGraphicFramePr>
            <a:graphicFrameLocks noGrp="1"/>
          </p:cNvGraphicFramePr>
          <p:nvPr/>
        </p:nvGraphicFramePr>
        <p:xfrm>
          <a:off x="588738" y="1295400"/>
          <a:ext cx="8229600" cy="1922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3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6638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if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i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== j)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   f = g + h;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</a:rPr>
                        <a:t>f </a:t>
                      </a:r>
                      <a:r>
                        <a:rPr lang="en-US" sz="1800" dirty="0">
                          <a:sym typeface="Wingdings" pitchFamily="2" charset="2"/>
                        </a:rPr>
                        <a:t> </a:t>
                      </a:r>
                      <a:r>
                        <a:rPr lang="en-US" sz="1800" b="1" dirty="0">
                          <a:latin typeface="Courier New" pitchFamily="49" charset="0"/>
                        </a:rPr>
                        <a:t>$s0</a:t>
                      </a:r>
                      <a:endParaRPr lang="en-US" sz="1800" b="1" dirty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</a:rPr>
                        <a:t>g </a:t>
                      </a:r>
                      <a:r>
                        <a:rPr lang="en-US" sz="1800" dirty="0">
                          <a:sym typeface="Wingdings" pitchFamily="2" charset="2"/>
                        </a:rPr>
                        <a:t>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$s1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h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$s2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atin typeface="Courier New" pitchFamily="49" charset="0"/>
                          <a:sym typeface="Wingdings" pitchFamily="2" charset="2"/>
                        </a:rPr>
                        <a:t>i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$s3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j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5BBED004-FAE1-4AB1-85CE-05FB39EF4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338" y="3581400"/>
            <a:ext cx="3962400" cy="121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 marL="212725" indent="-325438">
              <a:spcBef>
                <a:spcPct val="50000"/>
              </a:spcBef>
              <a:buClr>
                <a:srgbClr val="CCB400"/>
              </a:buClr>
              <a:buSzPct val="60000"/>
            </a:pPr>
            <a:r>
              <a:rPr lang="en-US" sz="2000" b="1" kern="0" dirty="0">
                <a:solidFill>
                  <a:srgbClr val="9900CC"/>
                </a:solidFill>
                <a:latin typeface="Courier New" pitchFamily="49" charset="0"/>
                <a:cs typeface="Arial"/>
                <a:sym typeface="Wingdings" pitchFamily="2" charset="2"/>
              </a:rPr>
              <a:t>	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ourier New" pitchFamily="49" charset="0"/>
                <a:cs typeface="Arial"/>
                <a:sym typeface="Wingdings" pitchFamily="2" charset="2"/>
              </a:rPr>
              <a:t>bne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  <a:sym typeface="Wingdings" pitchFamily="2" charset="2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itchFamily="49" charset="0"/>
                <a:cs typeface="Arial"/>
                <a:sym typeface="Wingdings" pitchFamily="2" charset="2"/>
              </a:rPr>
              <a:t>$s3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  <a:sym typeface="Wingdings" pitchFamily="2" charset="2"/>
              </a:rPr>
              <a:t>, </a:t>
            </a:r>
            <a:r>
              <a:rPr lang="en-US" sz="2000" b="1" kern="0" dirty="0">
                <a:solidFill>
                  <a:srgbClr val="006600"/>
                </a:solidFill>
                <a:latin typeface="Courier New" pitchFamily="49" charset="0"/>
                <a:cs typeface="Arial"/>
                <a:sym typeface="Wingdings" pitchFamily="2" charset="2"/>
              </a:rPr>
              <a:t>$s4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  <a:sym typeface="Wingdings" pitchFamily="2" charset="2"/>
              </a:rPr>
              <a:t>, Exit</a:t>
            </a:r>
          </a:p>
          <a:p>
            <a:pPr marL="212725" indent="-325438">
              <a:spcBef>
                <a:spcPct val="10000"/>
              </a:spcBef>
              <a:buClr>
                <a:srgbClr val="CCB400"/>
              </a:buClr>
              <a:buSzPct val="60000"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</a:rPr>
              <a:t>      </a:t>
            </a:r>
            <a:r>
              <a:rPr lang="en-US" sz="2000" b="1" kern="0" dirty="0">
                <a:solidFill>
                  <a:srgbClr val="660066"/>
                </a:solidFill>
                <a:latin typeface="Courier New" pitchFamily="49" charset="0"/>
                <a:cs typeface="Arial"/>
                <a:sym typeface="Wingdings" pitchFamily="2" charset="2"/>
              </a:rPr>
              <a:t>add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cs typeface="Arial"/>
              </a:rPr>
              <a:t>$s0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</a:rPr>
              <a:t>, </a:t>
            </a:r>
            <a:r>
              <a:rPr lang="en-US" sz="2000" b="1" kern="0" dirty="0">
                <a:solidFill>
                  <a:srgbClr val="006600"/>
                </a:solidFill>
                <a:latin typeface="Courier New" pitchFamily="49" charset="0"/>
                <a:cs typeface="Arial"/>
                <a:sym typeface="Wingdings" pitchFamily="2" charset="2"/>
              </a:rPr>
              <a:t>$s1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</a:rPr>
              <a:t>, </a:t>
            </a:r>
            <a:r>
              <a:rPr lang="en-US" sz="2000" b="1" kern="0" dirty="0">
                <a:solidFill>
                  <a:srgbClr val="006600"/>
                </a:solidFill>
                <a:latin typeface="Courier New" pitchFamily="49" charset="0"/>
                <a:cs typeface="Arial"/>
                <a:sym typeface="Wingdings" pitchFamily="2" charset="2"/>
              </a:rPr>
              <a:t>$s2</a:t>
            </a:r>
          </a:p>
          <a:p>
            <a:pPr marL="212725" indent="-325438">
              <a:spcBef>
                <a:spcPct val="10000"/>
              </a:spcBef>
              <a:buClr>
                <a:srgbClr val="CCB400"/>
              </a:buClr>
              <a:buSzPct val="60000"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itchFamily="49" charset="0"/>
                <a:cs typeface="Arial"/>
              </a:rPr>
              <a:t>Exit: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B79372-3347-44B0-BC93-D354C149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38" y="3505200"/>
            <a:ext cx="3733800" cy="1447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$s4</a:t>
            </a:r>
            <a:r>
              <a:rPr lang="en-US" sz="2000" b="1" dirty="0">
                <a:latin typeface="Courier New" pitchFamily="49" charset="0"/>
              </a:rPr>
              <a:t>, L1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000" b="1" dirty="0">
                <a:latin typeface="Courier New" pitchFamily="49" charset="0"/>
              </a:rPr>
              <a:t>   Exit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L1: 	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Exit: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itchFamily="49" charset="0"/>
              <a:cs typeface="Arial"/>
            </a:endParaRPr>
          </a:p>
        </p:txBody>
      </p:sp>
      <p:sp>
        <p:nvSpPr>
          <p:cNvPr id="22" name="Down Arrow 11">
            <a:extLst>
              <a:ext uri="{FF2B5EF4-FFF2-40B4-BE49-F238E27FC236}">
                <a16:creationId xmlns:a16="http://schemas.microsoft.com/office/drawing/2014/main" id="{D7A260B0-72B0-46DC-A49E-2EFEAFDF1825}"/>
              </a:ext>
            </a:extLst>
          </p:cNvPr>
          <p:cNvSpPr/>
          <p:nvPr/>
        </p:nvSpPr>
        <p:spPr>
          <a:xfrm>
            <a:off x="664938" y="2971800"/>
            <a:ext cx="381000" cy="6858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12">
            <a:extLst>
              <a:ext uri="{FF2B5EF4-FFF2-40B4-BE49-F238E27FC236}">
                <a16:creationId xmlns:a16="http://schemas.microsoft.com/office/drawing/2014/main" id="{884D19C8-FC4C-47C1-B402-BAC81E0F37BE}"/>
              </a:ext>
            </a:extLst>
          </p:cNvPr>
          <p:cNvSpPr/>
          <p:nvPr/>
        </p:nvSpPr>
        <p:spPr>
          <a:xfrm rot="19210666">
            <a:off x="4269345" y="2938057"/>
            <a:ext cx="381000" cy="6858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D2FC83F-3CC5-4021-9F63-BD6C17547D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D83C3A-B61A-B1E5-198A-98A1896790F4}"/>
                  </a:ext>
                </a:extLst>
              </p14:cNvPr>
              <p14:cNvContentPartPr/>
              <p14:nvPr/>
            </p14:nvContentPartPr>
            <p14:xfrm>
              <a:off x="4205520" y="3605040"/>
              <a:ext cx="4800600" cy="119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D83C3A-B61A-B1E5-198A-98A1896790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6160" y="3595680"/>
                <a:ext cx="4819320" cy="121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79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 autoUpdateAnimBg="0"/>
      <p:bldP spid="2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3.3 IF statement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B50E088-7595-4650-98E4-23870138E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483481"/>
            <a:ext cx="4495791" cy="657824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Question: Rewrite with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dirty="0"/>
              <a:t>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7925C6-DE83-4C7E-990B-4C36DBC4542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34159"/>
          <a:ext cx="8229600" cy="1922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3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6638">
                <a:tc>
                  <a:txBody>
                    <a:bodyPr/>
                    <a:lstStyle/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if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i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== j)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   f = g + h;</a:t>
                      </a:r>
                      <a:b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</a:br>
                      <a:r>
                        <a:rPr lang="en-US" sz="1800" b="1" kern="1200" dirty="0">
                          <a:solidFill>
                            <a:srgbClr val="660066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else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</a:t>
                      </a:r>
                    </a:p>
                    <a:p>
                      <a:pPr marL="0" marR="0" lvl="0" indent="0" algn="l" defTabSz="904875" rtl="0" eaLnBrk="0" fontAlgn="base" latinLnBrk="0" hangingPunct="0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2438" algn="l"/>
                          <a:tab pos="904875" algn="l"/>
                          <a:tab pos="1357313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   f = g - h;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urier New" pitchFamily="49" charset="0"/>
                        <a:ea typeface="+mn-ea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</a:rPr>
                        <a:t>f </a:t>
                      </a:r>
                      <a:r>
                        <a:rPr lang="en-US" sz="1800" dirty="0">
                          <a:sym typeface="Wingdings" pitchFamily="2" charset="2"/>
                        </a:rPr>
                        <a:t> </a:t>
                      </a:r>
                      <a:r>
                        <a:rPr lang="en-US" sz="1800" b="1" dirty="0">
                          <a:latin typeface="Courier New" pitchFamily="49" charset="0"/>
                        </a:rPr>
                        <a:t>$s0</a:t>
                      </a:r>
                      <a:endParaRPr lang="en-US" sz="1800" b="1" dirty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</a:rPr>
                        <a:t>g </a:t>
                      </a:r>
                      <a:r>
                        <a:rPr lang="en-US" sz="1800" dirty="0">
                          <a:sym typeface="Wingdings" pitchFamily="2" charset="2"/>
                        </a:rPr>
                        <a:t>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$s1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h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$s2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atin typeface="Courier New" pitchFamily="49" charset="0"/>
                          <a:sym typeface="Wingdings" pitchFamily="2" charset="2"/>
                        </a:rPr>
                        <a:t>i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$s3</a:t>
                      </a:r>
                      <a:endParaRPr lang="en-US" sz="18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j</a:t>
                      </a:r>
                      <a:r>
                        <a:rPr lang="en-US" sz="18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1800" b="1" dirty="0">
                          <a:latin typeface="Courier New" pitchFamily="49" charset="0"/>
                          <a:sym typeface="Wingdings" pitchFamily="2" charset="2"/>
                        </a:rPr>
                        <a:t>$s4</a:t>
                      </a:r>
                      <a:endParaRPr lang="en-US" sz="24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346894A-AE9B-437A-8666-23FEAF64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443959"/>
            <a:ext cx="4114800" cy="175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bne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$s3</a:t>
            </a:r>
            <a:r>
              <a:rPr lang="en-US" sz="2000" b="1" dirty="0">
                <a:latin typeface="Courier New" pitchFamily="49" charset="0"/>
                <a:sym typeface="Wingdings" pitchFamily="2" charset="2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$s4</a:t>
            </a:r>
            <a:r>
              <a:rPr lang="en-US" sz="2000" b="1" dirty="0">
                <a:latin typeface="Courier New" pitchFamily="49" charset="0"/>
                <a:sym typeface="Wingdings" pitchFamily="2" charset="2"/>
              </a:rPr>
              <a:t>, Else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sym typeface="Wingdings" pitchFamily="2" charset="2"/>
              </a:rPr>
              <a:t>      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$s1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$s2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     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000" b="1" dirty="0">
                <a:latin typeface="Courier New" pitchFamily="49" charset="0"/>
              </a:rPr>
              <a:t>   Exit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Else: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sub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$s1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sym typeface="Wingdings" pitchFamily="2" charset="2"/>
              </a:rPr>
              <a:t>$s2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</a:rPr>
              <a:t> Exit: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04772E5-4FAD-4579-B33E-C48C989A65B8}"/>
              </a:ext>
            </a:extLst>
          </p:cNvPr>
          <p:cNvSpPr/>
          <p:nvPr/>
        </p:nvSpPr>
        <p:spPr>
          <a:xfrm>
            <a:off x="533400" y="2910559"/>
            <a:ext cx="381000" cy="6858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24">
            <a:extLst>
              <a:ext uri="{FF2B5EF4-FFF2-40B4-BE49-F238E27FC236}">
                <a16:creationId xmlns:a16="http://schemas.microsoft.com/office/drawing/2014/main" id="{FE66E055-DC9E-4A82-88DF-3C921052B2E4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443959"/>
            <a:ext cx="3810000" cy="2805113"/>
            <a:chOff x="3216" y="2016"/>
            <a:chExt cx="2400" cy="1767"/>
          </a:xfrm>
        </p:grpSpPr>
        <p:sp>
          <p:nvSpPr>
            <p:cNvPr id="14" name="AutoShape 4">
              <a:extLst>
                <a:ext uri="{FF2B5EF4-FFF2-40B4-BE49-F238E27FC236}">
                  <a16:creationId xmlns:a16="http://schemas.microsoft.com/office/drawing/2014/main" id="{A813E335-4A52-41F5-9DB9-D43274C2F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016"/>
              <a:ext cx="1008" cy="448"/>
            </a:xfrm>
            <a:prstGeom prst="flowChartDecision">
              <a:avLst/>
            </a:prstGeom>
            <a:solidFill>
              <a:srgbClr val="CC99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en-US" sz="2000">
                <a:latin typeface="Verdana" pitchFamily="34" charset="0"/>
              </a:endParaRPr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D5D2466E-6485-472B-A3CA-CED7347E6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22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27808AB9-842A-42EA-A6BA-3D39E829C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4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ADF3DBCD-FA76-4AD8-B85B-77059E4EE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4" y="22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F946B9E2-CFAB-4BB1-BAFF-D41398182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24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BC730E20-56DA-46CD-9C56-A2C76FD7C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864"/>
              <a:ext cx="864" cy="336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2097039F-AAF2-420F-83F8-55C2ED0FF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864"/>
              <a:ext cx="864" cy="336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702793EA-A173-47BC-9C70-A8F1B7F97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AB381B01-8731-4E47-9E92-4D27BFE07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488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B58CC248-4B93-4770-A45A-D7A226609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3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B8B28705-B062-4383-BE29-6038DB7EA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48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BAC12C57-7515-4D5F-9DEA-C9B946363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348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9" name="Text Box 16">
              <a:extLst>
                <a:ext uri="{FF2B5EF4-FFF2-40B4-BE49-F238E27FC236}">
                  <a16:creationId xmlns:a16="http://schemas.microsoft.com/office/drawing/2014/main" id="{0687C91C-1AE6-463F-A4EE-5A73F03FE7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2112"/>
              <a:ext cx="56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i==j?</a:t>
              </a:r>
            </a:p>
          </p:txBody>
        </p:sp>
        <p:sp>
          <p:nvSpPr>
            <p:cNvPr id="30" name="Text Box 17">
              <a:extLst>
                <a:ext uri="{FF2B5EF4-FFF2-40B4-BE49-F238E27FC236}">
                  <a16:creationId xmlns:a16="http://schemas.microsoft.com/office/drawing/2014/main" id="{164CA889-4E2C-4C97-A6C2-56AF6992E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912"/>
              <a:ext cx="729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f = g+h</a:t>
              </a:r>
            </a:p>
          </p:txBody>
        </p:sp>
        <p:sp>
          <p:nvSpPr>
            <p:cNvPr id="31" name="Text Box 18">
              <a:extLst>
                <a:ext uri="{FF2B5EF4-FFF2-40B4-BE49-F238E27FC236}">
                  <a16:creationId xmlns:a16="http://schemas.microsoft.com/office/drawing/2014/main" id="{ADFB09D7-49F6-43CA-9CD7-3C5CF5324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912"/>
              <a:ext cx="673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f = g-h</a:t>
              </a:r>
            </a:p>
          </p:txBody>
        </p:sp>
        <p:sp>
          <p:nvSpPr>
            <p:cNvPr id="32" name="Text Box 19">
              <a:extLst>
                <a:ext uri="{FF2B5EF4-FFF2-40B4-BE49-F238E27FC236}">
                  <a16:creationId xmlns:a16="http://schemas.microsoft.com/office/drawing/2014/main" id="{E9C4BBAC-7048-4E6B-9E45-39A66E58E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2" y="3552"/>
              <a:ext cx="483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Exit:</a:t>
              </a:r>
            </a:p>
          </p:txBody>
        </p:sp>
        <p:sp>
          <p:nvSpPr>
            <p:cNvPr id="33" name="Text Box 20">
              <a:extLst>
                <a:ext uri="{FF2B5EF4-FFF2-40B4-BE49-F238E27FC236}">
                  <a16:creationId xmlns:a16="http://schemas.microsoft.com/office/drawing/2014/main" id="{BEE45BDF-378C-4DFF-B6DE-2F584E798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544"/>
              <a:ext cx="50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Else:</a:t>
              </a:r>
            </a:p>
          </p:txBody>
        </p:sp>
        <p:sp>
          <p:nvSpPr>
            <p:cNvPr id="34" name="Text Box 21">
              <a:extLst>
                <a:ext uri="{FF2B5EF4-FFF2-40B4-BE49-F238E27FC236}">
                  <a16:creationId xmlns:a16="http://schemas.microsoft.com/office/drawing/2014/main" id="{1D3F4E5F-C218-47DB-ABE1-C91CCC37F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2016"/>
              <a:ext cx="453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true</a:t>
              </a:r>
            </a:p>
          </p:txBody>
        </p:sp>
        <p:sp>
          <p:nvSpPr>
            <p:cNvPr id="35" name="Text Box 22">
              <a:extLst>
                <a:ext uri="{FF2B5EF4-FFF2-40B4-BE49-F238E27FC236}">
                  <a16:creationId xmlns:a16="http://schemas.microsoft.com/office/drawing/2014/main" id="{516E5CE3-DCE6-4F1E-A5DA-41D3AC90C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2016"/>
              <a:ext cx="503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latin typeface="Verdana" pitchFamily="34" charset="0"/>
                </a:rPr>
                <a:t>false</a:t>
              </a:r>
            </a:p>
          </p:txBody>
        </p:sp>
      </p:grpSp>
      <p:sp>
        <p:nvSpPr>
          <p:cNvPr id="36" name="Slide Number Placeholder 6">
            <a:extLst>
              <a:ext uri="{FF2B5EF4-FFF2-40B4-BE49-F238E27FC236}">
                <a16:creationId xmlns:a16="http://schemas.microsoft.com/office/drawing/2014/main" id="{F2092D54-FCF4-43AA-BC8B-C1789FE8BD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5BE46C-4308-7A56-2565-86ED88FF7436}"/>
                  </a:ext>
                </a:extLst>
              </p14:cNvPr>
              <p14:cNvContentPartPr/>
              <p14:nvPr/>
            </p14:nvContentPartPr>
            <p14:xfrm>
              <a:off x="5439960" y="3751920"/>
              <a:ext cx="3021480" cy="259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5BE46C-4308-7A56-2565-86ED88FF74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0600" y="3742560"/>
                <a:ext cx="3040200" cy="261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41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3.4 Exercise #1: IF statement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6560E387-65FA-42BE-A91C-68C235328F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371739"/>
            <a:ext cx="8305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is the corresponding high-level statement?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ECA3E19-39A4-4246-A4B7-DB1E2E54F855}"/>
              </a:ext>
            </a:extLst>
          </p:cNvPr>
          <p:cNvGraphicFramePr>
            <a:graphicFrameLocks noGrp="1"/>
          </p:cNvGraphicFramePr>
          <p:nvPr/>
        </p:nvGraphicFramePr>
        <p:xfrm>
          <a:off x="495300" y="1420392"/>
          <a:ext cx="8229600" cy="1761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24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MIPS code to translate into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4830">
                <a:tc>
                  <a:txBody>
                    <a:bodyPr/>
                    <a:lstStyle/>
                    <a:p>
                      <a:pPr marL="212725" marR="0" lvl="0" indent="-3254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B40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  <a:sym typeface="Wingdings" pitchFamily="2" charset="2"/>
                        </a:rPr>
                        <a:t>     </a:t>
                      </a:r>
                      <a:r>
                        <a:rPr kumimoji="0" lang="en-US" sz="20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  <a:sym typeface="Wingdings" pitchFamily="2" charset="2"/>
                        </a:rPr>
                        <a:t>beq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$s1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$s2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  <a:sym typeface="Wingdings" pitchFamily="2" charset="2"/>
                        </a:rPr>
                        <a:t>, Exit</a:t>
                      </a:r>
                    </a:p>
                    <a:p>
                      <a:pPr marL="212725" marR="0" lvl="0" indent="-3254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B40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    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add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$s0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$zero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$zero</a:t>
                      </a: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   </a:t>
                      </a:r>
                    </a:p>
                    <a:p>
                      <a:pPr marL="212725" marR="0" lvl="0" indent="-3254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CCB40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Exit: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f </a:t>
                      </a:r>
                      <a:r>
                        <a:rPr lang="en-US" sz="2000" dirty="0">
                          <a:sym typeface="Wingdings" pitchFamily="2" charset="2"/>
                        </a:rPr>
                        <a:t> </a:t>
                      </a:r>
                      <a:r>
                        <a:rPr lang="en-US" sz="2000" b="1" dirty="0">
                          <a:latin typeface="Courier New" pitchFamily="49" charset="0"/>
                        </a:rPr>
                        <a:t>$s0</a:t>
                      </a:r>
                      <a:endParaRPr lang="en-US" sz="2000" b="1" dirty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i </a:t>
                      </a:r>
                      <a:r>
                        <a:rPr lang="en-US" sz="2000" dirty="0">
                          <a:sym typeface="Wingdings" pitchFamily="2" charset="2"/>
                        </a:rPr>
                        <a:t>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$s1</a:t>
                      </a:r>
                      <a:endParaRPr lang="en-US" sz="20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>
                          <a:latin typeface="Courier New" pitchFamily="49" charset="0"/>
                          <a:sym typeface="Wingdings" pitchFamily="2" charset="2"/>
                        </a:rPr>
                        <a:t>j 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$s2</a:t>
                      </a:r>
                      <a:endParaRPr lang="en-US" sz="2000" b="1" dirty="0">
                        <a:latin typeface="+mn-lt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5">
            <a:extLst>
              <a:ext uri="{FF2B5EF4-FFF2-40B4-BE49-F238E27FC236}">
                <a16:creationId xmlns:a16="http://schemas.microsoft.com/office/drawing/2014/main" id="{4317ECB9-620D-47CD-A8C8-5AC18CB52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448" y="4118713"/>
            <a:ext cx="3157151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lvl="0" defTabSz="904875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  <a:defRPr/>
            </a:pP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  if </a:t>
            </a:r>
            <a:r>
              <a:rPr lang="en-US" sz="2400" b="1" dirty="0">
                <a:latin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</a:rPr>
              <a:t>i</a:t>
            </a:r>
            <a:r>
              <a:rPr lang="en-US" sz="2400" b="1" dirty="0">
                <a:latin typeface="Courier New" pitchFamily="49" charset="0"/>
              </a:rPr>
              <a:t> != j) {</a:t>
            </a:r>
          </a:p>
          <a:p>
            <a:pPr lvl="0" defTabSz="904875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  <a:defRPr/>
            </a:pPr>
            <a:r>
              <a:rPr lang="en-US" sz="2400" b="1" dirty="0">
                <a:latin typeface="Courier New" pitchFamily="49" charset="0"/>
              </a:rPr>
              <a:t>    f = 0;</a:t>
            </a:r>
          </a:p>
          <a:p>
            <a:pPr lvl="0" defTabSz="904875">
              <a:lnSpc>
                <a:spcPts val="2400"/>
              </a:lnSpc>
              <a:tabLst>
                <a:tab pos="452438" algn="l"/>
                <a:tab pos="904875" algn="l"/>
                <a:tab pos="1357313" algn="l"/>
              </a:tabLst>
              <a:defRPr/>
            </a:pPr>
            <a:r>
              <a:rPr lang="en-US" sz="2400" b="1" dirty="0">
                <a:latin typeface="Courier New" pitchFamily="49" charset="0"/>
              </a:rPr>
              <a:t>  }</a:t>
            </a:r>
            <a:endParaRPr lang="en-US" altLang="en-US" sz="2400" b="1" dirty="0">
              <a:solidFill>
                <a:srgbClr val="9900CC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25AC1140-9924-46AF-94A6-952D763D8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5468E0C-2230-4352-9CF1-D5789FB294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551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4. Loops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9ECA1BB3-0426-4393-ABFB-B2930FFCE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2667000"/>
          </a:xfrm>
        </p:spPr>
        <p:txBody>
          <a:bodyPr/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 while-loop:</a:t>
            </a:r>
          </a:p>
        </p:txBody>
      </p:sp>
      <p:sp>
        <p:nvSpPr>
          <p:cNvPr id="24" name="Content Placeholder 17">
            <a:extLst>
              <a:ext uri="{FF2B5EF4-FFF2-40B4-BE49-F238E27FC236}">
                <a16:creationId xmlns:a16="http://schemas.microsoft.com/office/drawing/2014/main" id="{80FC6B8E-B7FD-4D00-8DE0-49945BA75538}"/>
              </a:ext>
            </a:extLst>
          </p:cNvPr>
          <p:cNvSpPr txBox="1">
            <a:spLocks/>
          </p:cNvSpPr>
          <p:nvPr/>
        </p:nvSpPr>
        <p:spPr>
          <a:xfrm>
            <a:off x="4648200" y="1371600"/>
            <a:ext cx="4038600" cy="27432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Rewritten with </a:t>
            </a:r>
            <a:r>
              <a:rPr lang="en-US" dirty="0" err="1"/>
              <a:t>goto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714327-D74A-4037-AF76-069FF59A58FF}"/>
              </a:ext>
            </a:extLst>
          </p:cNvPr>
          <p:cNvSpPr/>
          <p:nvPr/>
        </p:nvSpPr>
        <p:spPr>
          <a:xfrm>
            <a:off x="685800" y="4419600"/>
            <a:ext cx="7620000" cy="13716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30000"/>
              </a:spcBef>
            </a:pPr>
            <a:r>
              <a:rPr lang="en-US" sz="2800" b="1" dirty="0">
                <a:solidFill>
                  <a:srgbClr val="C00000"/>
                </a:solidFill>
              </a:rPr>
              <a:t>Key concept: </a:t>
            </a:r>
          </a:p>
          <a:p>
            <a:pPr algn="ctr" eaLnBrk="1" hangingPunct="1">
              <a:spcBef>
                <a:spcPct val="30000"/>
              </a:spcBef>
            </a:pPr>
            <a:r>
              <a:rPr lang="en-US" sz="2400" dirty="0">
                <a:solidFill>
                  <a:schemeClr val="tx1"/>
                </a:solidFill>
              </a:rPr>
              <a:t>Any form of loop can be written in assembly with the help of conditional branches and jumps.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AC5146-DA5F-4C2D-B671-3DF3BF49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133599"/>
            <a:ext cx="2590800" cy="1752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</a:rPr>
              <a:t> while</a:t>
            </a:r>
            <a:r>
              <a:rPr lang="en-US" sz="2000" b="1" dirty="0">
                <a:latin typeface="Courier New" pitchFamily="49" charset="0"/>
              </a:rPr>
              <a:t> (j == k) </a:t>
            </a:r>
            <a:br>
              <a:rPr lang="en-US" sz="2000" b="1" dirty="0">
                <a:latin typeface="Courier New" pitchFamily="49" charset="0"/>
              </a:rPr>
            </a:br>
            <a:r>
              <a:rPr lang="en-US" sz="2000" b="1" dirty="0">
                <a:latin typeface="Courier New" pitchFamily="49" charset="0"/>
              </a:rPr>
              <a:t>   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 + 1;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9D2E58-9F22-45BB-9985-04FEDEB9A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133599"/>
            <a:ext cx="3505200" cy="1752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9050" tIns="26988" rIns="19050" bIns="26988"/>
          <a:lstStyle/>
          <a:p>
            <a:pPr marL="212725" indent="-325438">
              <a:spcBef>
                <a:spcPct val="50000"/>
              </a:spcBef>
              <a:buClr>
                <a:srgbClr val="CCB400"/>
              </a:buClr>
              <a:buSzPct val="60000"/>
            </a:pPr>
            <a:r>
              <a:rPr lang="en-US" sz="2000" b="1" dirty="0">
                <a:latin typeface="Courier New" pitchFamily="49" charset="0"/>
                <a:sym typeface="Wingdings" pitchFamily="2" charset="2"/>
              </a:rPr>
              <a:t> Loop:  </a:t>
            </a: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if</a:t>
            </a:r>
            <a:r>
              <a:rPr lang="en-US" sz="2000" b="1" dirty="0">
                <a:latin typeface="Courier New" pitchFamily="49" charset="0"/>
                <a:sym typeface="Wingdings" pitchFamily="2" charset="2"/>
              </a:rPr>
              <a:t> (j != k) </a:t>
            </a:r>
            <a:br>
              <a:rPr lang="en-US" sz="2000" b="1" dirty="0">
                <a:latin typeface="Courier New" pitchFamily="49" charset="0"/>
                <a:sym typeface="Wingdings" pitchFamily="2" charset="2"/>
              </a:rPr>
            </a:br>
            <a:r>
              <a:rPr lang="en-US" sz="2000" b="1" dirty="0">
                <a:latin typeface="Courier New" pitchFamily="49" charset="0"/>
                <a:sym typeface="Wingdings" pitchFamily="2" charset="2"/>
              </a:rPr>
              <a:t>        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goto</a:t>
            </a:r>
            <a:r>
              <a:rPr lang="en-US" sz="2000" b="1" dirty="0">
                <a:latin typeface="Courier New" pitchFamily="49" charset="0"/>
                <a:sym typeface="Wingdings" pitchFamily="2" charset="2"/>
              </a:rPr>
              <a:t> Exit;</a:t>
            </a:r>
            <a:br>
              <a:rPr lang="en-US" sz="2000" b="1" dirty="0">
                <a:latin typeface="Courier New" pitchFamily="49" charset="0"/>
                <a:sym typeface="Wingdings" pitchFamily="2" charset="2"/>
              </a:rPr>
            </a:br>
            <a:r>
              <a:rPr lang="en-US" sz="2000" b="1" dirty="0">
                <a:latin typeface="Courier New" pitchFamily="49" charset="0"/>
                <a:sym typeface="Wingdings" pitchFamily="2" charset="2"/>
              </a:rPr>
              <a:t>       </a:t>
            </a:r>
            <a:r>
              <a:rPr lang="en-US" sz="2000" b="1" dirty="0" err="1">
                <a:latin typeface="Courier New" pitchFamily="49" charset="0"/>
                <a:sym typeface="Wingdings" pitchFamily="2" charset="2"/>
              </a:rPr>
              <a:t>i</a:t>
            </a:r>
            <a:r>
              <a:rPr lang="en-US" sz="2000" b="1" dirty="0">
                <a:latin typeface="Courier New" pitchFamily="49" charset="0"/>
                <a:sym typeface="Wingdings" pitchFamily="2" charset="2"/>
              </a:rPr>
              <a:t> = i+1;</a:t>
            </a:r>
            <a:r>
              <a:rPr lang="en-US" sz="2000" b="1" dirty="0">
                <a:latin typeface="Courier New" pitchFamily="49" charset="0"/>
              </a:rPr>
              <a:t> </a:t>
            </a:r>
            <a:br>
              <a:rPr lang="en-US" sz="2000" b="1" dirty="0">
                <a:latin typeface="Courier New" pitchFamily="49" charset="0"/>
              </a:rPr>
            </a:br>
            <a:r>
              <a:rPr lang="en-US" sz="2000" b="1" dirty="0">
                <a:latin typeface="Courier New" pitchFamily="49" charset="0"/>
              </a:rPr>
              <a:t>      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goto</a:t>
            </a:r>
            <a:r>
              <a:rPr lang="en-US" sz="2000" b="1" dirty="0">
                <a:latin typeface="Courier New" pitchFamily="49" charset="0"/>
              </a:rPr>
              <a:t> Loop;</a:t>
            </a:r>
          </a:p>
          <a:p>
            <a:pPr marL="212725" indent="-325438">
              <a:spcBef>
                <a:spcPct val="50000"/>
              </a:spcBef>
              <a:buClr>
                <a:srgbClr val="CCB400"/>
              </a:buClr>
              <a:buSzPct val="60000"/>
            </a:pPr>
            <a:r>
              <a:rPr lang="en-US" sz="2000" b="1" dirty="0">
                <a:latin typeface="Courier New" pitchFamily="49" charset="0"/>
              </a:rPr>
              <a:t> Exit:</a:t>
            </a:r>
          </a:p>
        </p:txBody>
      </p:sp>
      <p:sp>
        <p:nvSpPr>
          <p:cNvPr id="28" name="Right Arrow 11">
            <a:extLst>
              <a:ext uri="{FF2B5EF4-FFF2-40B4-BE49-F238E27FC236}">
                <a16:creationId xmlns:a16="http://schemas.microsoft.com/office/drawing/2014/main" id="{ABA13822-A1AE-4A6E-B16D-5A420E5EC58D}"/>
              </a:ext>
            </a:extLst>
          </p:cNvPr>
          <p:cNvSpPr/>
          <p:nvPr/>
        </p:nvSpPr>
        <p:spPr>
          <a:xfrm>
            <a:off x="3581400" y="2666999"/>
            <a:ext cx="1066800" cy="5334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9055CD23-4025-4E5B-A95E-435163E0F7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016D15-893C-9E1C-1A34-337E26CA450C}"/>
                  </a:ext>
                </a:extLst>
              </p14:cNvPr>
              <p14:cNvContentPartPr/>
              <p14:nvPr/>
            </p14:nvContentPartPr>
            <p14:xfrm>
              <a:off x="490320" y="2030760"/>
              <a:ext cx="7920360" cy="199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016D15-893C-9E1C-1A34-337E26CA4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960" y="2021400"/>
                <a:ext cx="7939080" cy="20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77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 autoUpdateAnimBg="0"/>
      <p:bldP spid="2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4. Loops (2/2)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73CFC7A6-F146-4721-BADD-B657EFFC3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370D7F-CDC9-45C7-BAAC-D1D13A1E6C5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72998"/>
          <a:ext cx="82296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3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6638">
                <a:tc>
                  <a:txBody>
                    <a:bodyPr/>
                    <a:lstStyle/>
                    <a:p>
                      <a:pPr marL="212725" indent="-325438">
                        <a:spcBef>
                          <a:spcPct val="50000"/>
                        </a:spcBef>
                        <a:buClr>
                          <a:srgbClr val="CCB400"/>
                        </a:buClr>
                        <a:buSzPct val="60000"/>
                      </a:pP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Loop:  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sym typeface="Wingdings" pitchFamily="2" charset="2"/>
                        </a:rPr>
                        <a:t>if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(j != k) </a:t>
                      </a:r>
                      <a:b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</a:b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  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sym typeface="Wingdings" pitchFamily="2" charset="2"/>
                        </a:rPr>
                        <a:t>goto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Exit;</a:t>
                      </a:r>
                      <a:b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</a:b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     </a:t>
                      </a:r>
                      <a:r>
                        <a:rPr lang="en-US" sz="2000" b="1" dirty="0" err="1">
                          <a:latin typeface="Courier New" pitchFamily="49" charset="0"/>
                          <a:sym typeface="Wingdings" pitchFamily="2" charset="2"/>
                        </a:rPr>
                        <a:t>i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 = i+1;</a:t>
                      </a:r>
                      <a:r>
                        <a:rPr lang="en-US" sz="2000" b="1" dirty="0">
                          <a:latin typeface="Courier New" pitchFamily="49" charset="0"/>
                        </a:rPr>
                        <a:t> </a:t>
                      </a:r>
                      <a:br>
                        <a:rPr lang="en-US" sz="2000" b="1" dirty="0">
                          <a:latin typeface="Courier New" pitchFamily="49" charset="0"/>
                        </a:rPr>
                      </a:br>
                      <a:r>
                        <a:rPr lang="en-US" sz="2000" b="1" dirty="0">
                          <a:latin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sym typeface="Wingdings" pitchFamily="2" charset="2"/>
                        </a:rPr>
                        <a:t>goto</a:t>
                      </a:r>
                      <a:r>
                        <a:rPr lang="en-US" sz="2000" b="1" dirty="0">
                          <a:latin typeface="Courier New" pitchFamily="49" charset="0"/>
                        </a:rPr>
                        <a:t> Loop;</a:t>
                      </a:r>
                    </a:p>
                    <a:p>
                      <a:pPr marL="212725" indent="-325438">
                        <a:spcBef>
                          <a:spcPct val="50000"/>
                        </a:spcBef>
                        <a:buClr>
                          <a:srgbClr val="CCB400"/>
                        </a:buClr>
                        <a:buSzPct val="60000"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Exit: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Courier New" pitchFamily="49" charset="0"/>
                          <a:sym typeface="Wingdings" pitchFamily="2" charset="2"/>
                        </a:rPr>
                        <a:t>i</a:t>
                      </a:r>
                      <a:r>
                        <a:rPr lang="en-US" sz="20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$s3</a:t>
                      </a:r>
                      <a:endParaRPr lang="en-US" sz="20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j</a:t>
                      </a:r>
                      <a:r>
                        <a:rPr lang="en-US" sz="20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k  $s5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CFB10F6B-3896-47BD-BF25-070A60EEB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758998"/>
            <a:ext cx="830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is the corresponding MIPS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code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8E0C2506-2425-4A63-854C-DCE5E379D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20998"/>
            <a:ext cx="7391400" cy="14157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Loop: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$s4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$s5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Exit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# if (j!= k) Exit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$s3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$s3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  <a:latin typeface="Courier New" pitchFamily="49" charset="0"/>
              </a:rPr>
              <a:t>1</a:t>
            </a:r>
            <a:endParaRPr lang="en-US" altLang="en-US" sz="2000" b="1" dirty="0">
              <a:solidFill>
                <a:srgbClr val="9900CC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j   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Loop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# repeat loop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 Exit: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F2A7C22-C412-4313-ADFB-0E4BA376A2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440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4.1 Exercise #2: FOR loop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3" name="Text Box 36">
            <a:extLst>
              <a:ext uri="{FF2B5EF4-FFF2-40B4-BE49-F238E27FC236}">
                <a16:creationId xmlns:a16="http://schemas.microsoft.com/office/drawing/2014/main" id="{653625B5-E7B1-40D1-A1C5-7CB4AF046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1735B90-2BAE-48D7-846B-B00B7F46FB92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1278917"/>
            <a:ext cx="83058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500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Write the following loop statement in MIPS</a:t>
            </a:r>
          </a:p>
          <a:p>
            <a:pPr lvl="1" fontAlgn="auto">
              <a:spcBef>
                <a:spcPct val="5000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Wingdings" pitchFamily="2" charset="2"/>
              <a:buNone/>
            </a:pPr>
            <a:r>
              <a:rPr lang="en-US" sz="2400" dirty="0"/>
              <a:t>	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8C7190E-72A0-42E7-BD06-842D0F6DC307}"/>
              </a:ext>
            </a:extLst>
          </p:cNvPr>
          <p:cNvGraphicFramePr>
            <a:graphicFrameLocks noGrp="1"/>
          </p:cNvGraphicFramePr>
          <p:nvPr/>
        </p:nvGraphicFramePr>
        <p:xfrm>
          <a:off x="495300" y="1888517"/>
          <a:ext cx="8229600" cy="1207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 Statement to translate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Variables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Mapping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010">
                <a:tc>
                  <a:txBody>
                    <a:bodyPr/>
                    <a:lstStyle/>
                    <a:p>
                      <a:pPr marL="212725" indent="-325438">
                        <a:spcBef>
                          <a:spcPct val="50000"/>
                        </a:spcBef>
                        <a:buClr>
                          <a:srgbClr val="CCB400"/>
                        </a:buClr>
                        <a:buSzPct val="60000"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for 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( </a:t>
                      </a:r>
                      <a:r>
                        <a:rPr lang="en-US" sz="2000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=0; </a:t>
                      </a:r>
                      <a:r>
                        <a:rPr lang="en-US" sz="2000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&lt;10; </a:t>
                      </a:r>
                      <a:r>
                        <a:rPr lang="en-US" sz="2000" b="1" dirty="0" err="1"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++) </a:t>
                      </a:r>
                      <a:b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    a = a + 5;</a:t>
                      </a:r>
                      <a:endParaRPr lang="en-US" sz="2000" b="1" dirty="0">
                        <a:latin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Courier New" pitchFamily="49" charset="0"/>
                          <a:sym typeface="Wingdings" pitchFamily="2" charset="2"/>
                        </a:rPr>
                        <a:t>i</a:t>
                      </a:r>
                      <a:r>
                        <a:rPr lang="en-US" sz="2000" b="1" baseline="0" dirty="0">
                          <a:latin typeface="Courier New" pitchFamily="49" charset="0"/>
                          <a:sym typeface="Wingdings" pitchFamily="2" charset="2"/>
                        </a:rPr>
                        <a:t> 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$s0</a:t>
                      </a:r>
                      <a:endParaRPr lang="en-US" sz="2000" b="1" dirty="0">
                        <a:latin typeface="+mn-lt"/>
                        <a:sym typeface="Wingdings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>
                          <a:latin typeface="Courier New" pitchFamily="49" charset="0"/>
                          <a:sym typeface="Wingdings" pitchFamily="2" charset="2"/>
                        </a:rPr>
                        <a:t>a  </a:t>
                      </a:r>
                      <a:r>
                        <a:rPr lang="en-US" sz="2000" b="1" dirty="0">
                          <a:latin typeface="Courier New" pitchFamily="49" charset="0"/>
                          <a:sym typeface="Wingdings" pitchFamily="2" charset="2"/>
                        </a:rPr>
                        <a:t>$s2</a:t>
                      </a:r>
                      <a:endParaRPr lang="en-US" sz="24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Text Box 35">
            <a:extLst>
              <a:ext uri="{FF2B5EF4-FFF2-40B4-BE49-F238E27FC236}">
                <a16:creationId xmlns:a16="http://schemas.microsoft.com/office/drawing/2014/main" id="{2071698F-96EC-4F84-8C56-4F734C7CE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260117"/>
            <a:ext cx="6324600" cy="30100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add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$zero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$zero</a:t>
            </a:r>
            <a:endParaRPr lang="en-US" altLang="en-US" sz="2400" b="1" dirty="0">
              <a:solidFill>
                <a:srgbClr val="9900CC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$s1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$zero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10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Loop: 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Exit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$s2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5</a:t>
            </a:r>
            <a:endParaRPr lang="en-US" altLang="en-US" sz="2400" b="1" dirty="0">
              <a:solidFill>
                <a:srgbClr val="9900CC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$s0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$s0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1</a:t>
            </a:r>
            <a:endParaRPr lang="en-US" altLang="en-US" sz="2400" b="1" dirty="0">
              <a:solidFill>
                <a:srgbClr val="9900CC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      j    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Loop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en-US" sz="2400" b="1" dirty="0">
                <a:latin typeface="Courier New" pitchFamily="49" charset="0"/>
                <a:cs typeface="Courier New" pitchFamily="49" charset="0"/>
              </a:rPr>
              <a:t>Exit: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1C696D5-2DD8-4222-8EDD-BD09DF482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4ED4F1-9D27-B7BC-9E7F-35F6EABA7ED0}"/>
                  </a:ext>
                </a:extLst>
              </p14:cNvPr>
              <p14:cNvContentPartPr/>
              <p14:nvPr/>
            </p14:nvContentPartPr>
            <p14:xfrm>
              <a:off x="2048760" y="2183040"/>
              <a:ext cx="1068120" cy="45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4ED4F1-9D27-B7BC-9E7F-35F6EABA7E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9400" y="2173680"/>
                <a:ext cx="1086840" cy="4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0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4.2 Inequalities (1/2)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D80495E-D3FC-4EB2-831C-0348373D3F99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524000"/>
            <a:ext cx="8229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have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800" dirty="0"/>
              <a:t> and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sz="2800" dirty="0"/>
              <a:t>, what about branch-if-less-than? </a:t>
            </a:r>
          </a:p>
          <a:p>
            <a:pPr marL="715963" lvl="1" indent="-35718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There is no real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blt</a:t>
            </a:r>
            <a:r>
              <a:rPr lang="en-US" sz="2400" dirty="0"/>
              <a:t> instruction in MIPS</a:t>
            </a:r>
          </a:p>
          <a:p>
            <a:pPr marL="358775" indent="-35877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Use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slt</a:t>
            </a:r>
            <a:r>
              <a:rPr lang="en-US" sz="2800" dirty="0"/>
              <a:t> (set on less than) or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slti</a:t>
            </a:r>
            <a:r>
              <a:rPr lang="en-US" sz="2800" dirty="0"/>
              <a:t>.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9EEE761A-BABE-4D68-8D76-33EF218DC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4114800"/>
            <a:ext cx="350520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slt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5900421D-2FBB-4233-B5C4-9B4790D845C9}"/>
              </a:ext>
            </a:extLst>
          </p:cNvPr>
          <p:cNvGrpSpPr>
            <a:grpSpLocks/>
          </p:cNvGrpSpPr>
          <p:nvPr/>
        </p:nvGrpSpPr>
        <p:grpSpPr bwMode="auto">
          <a:xfrm>
            <a:off x="4419599" y="3657600"/>
            <a:ext cx="3581400" cy="1565275"/>
            <a:chOff x="1536" y="2496"/>
            <a:chExt cx="2256" cy="986"/>
          </a:xfrm>
        </p:grpSpPr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BA5F785C-152F-43F0-90A8-599C88185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832"/>
              <a:ext cx="275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/>
                <a:t>=</a:t>
              </a:r>
            </a:p>
          </p:txBody>
        </p: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B79EC1C3-0E83-4645-B33F-19C3F5DFF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96"/>
              <a:ext cx="1824" cy="98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</a:rPr>
                <a:t>if</a:t>
              </a:r>
              <a:r>
                <a:rPr lang="en-US" sz="2400" b="1" dirty="0">
                  <a:latin typeface="Courier New" pitchFamily="49" charset="0"/>
                </a:rPr>
                <a:t> ($s1 &lt; $s2)</a:t>
              </a:r>
            </a:p>
            <a:p>
              <a:pPr>
                <a:tabLst>
                  <a:tab pos="463550" algn="l"/>
                </a:tabLst>
              </a:pPr>
              <a:r>
                <a:rPr lang="en-US" sz="2400" b="1" dirty="0">
                  <a:latin typeface="Courier New" pitchFamily="49" charset="0"/>
                </a:rPr>
                <a:t>	  $t0 = 1;</a:t>
              </a:r>
            </a:p>
            <a:p>
              <a:pPr>
                <a:tabLst>
                  <a:tab pos="463550" algn="l"/>
                </a:tabLst>
              </a:pPr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</a:rPr>
                <a:t>else</a:t>
              </a:r>
            </a:p>
            <a:p>
              <a:pPr>
                <a:tabLst>
                  <a:tab pos="463550" algn="l"/>
                </a:tabLst>
              </a:pPr>
              <a:r>
                <a:rPr lang="en-US" sz="2400" b="1" dirty="0">
                  <a:latin typeface="Courier New" pitchFamily="49" charset="0"/>
                </a:rPr>
                <a:t>	  $t0 = 0;</a:t>
              </a:r>
            </a:p>
          </p:txBody>
        </p:sp>
      </p:grp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CFADE3E-A8F7-48CB-8428-6983ACC74D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061479-F3E0-F127-9186-393B6414C650}"/>
                  </a:ext>
                </a:extLst>
              </p14:cNvPr>
              <p14:cNvContentPartPr/>
              <p14:nvPr/>
            </p14:nvContentPartPr>
            <p14:xfrm>
              <a:off x="1577880" y="2045520"/>
              <a:ext cx="7294320" cy="332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061479-F3E0-F127-9186-393B6414C6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8520" y="2036160"/>
                <a:ext cx="7313040" cy="33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653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4.2 Inequalities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C58F7584-8340-4A7A-B496-F09DE3394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394001"/>
            <a:ext cx="8229600" cy="4228323"/>
          </a:xfrm>
        </p:spPr>
        <p:txBody>
          <a:bodyPr/>
          <a:lstStyle/>
          <a:p>
            <a:pPr marL="358775" indent="-358775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build a </a:t>
            </a:r>
            <a:r>
              <a:rPr lang="en-US" sz="2800" b="1" dirty="0"/>
              <a:t>“</a:t>
            </a:r>
            <a:r>
              <a:rPr lang="en-US" sz="2800" b="1" dirty="0" err="1">
                <a:solidFill>
                  <a:srgbClr val="C00000"/>
                </a:solidFill>
                <a:latin typeface="Courier New" pitchFamily="49" charset="0"/>
              </a:rPr>
              <a:t>blt</a:t>
            </a:r>
            <a:r>
              <a:rPr lang="en-US" sz="28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800" b="1" dirty="0">
                <a:latin typeface="Courier New" pitchFamily="49" charset="0"/>
              </a:rPr>
              <a:t>,</a:t>
            </a:r>
            <a:r>
              <a:rPr lang="en-US" sz="2800" b="1" dirty="0">
                <a:solidFill>
                  <a:srgbClr val="0000CC"/>
                </a:solidFill>
                <a:latin typeface="Courier New" pitchFamily="49" charset="0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  <a:r>
              <a:rPr lang="en-US" sz="2800" b="1" dirty="0">
                <a:latin typeface="Courier New" pitchFamily="49" charset="0"/>
              </a:rPr>
              <a:t>,</a:t>
            </a:r>
            <a:r>
              <a:rPr lang="en-US" sz="2800" b="1" dirty="0">
                <a:solidFill>
                  <a:srgbClr val="0000CC"/>
                </a:solidFill>
                <a:latin typeface="Courier New" pitchFamily="49" charset="0"/>
              </a:rPr>
              <a:t> L</a:t>
            </a:r>
            <a:r>
              <a:rPr lang="en-US" sz="2800" b="1" dirty="0"/>
              <a:t>”</a:t>
            </a:r>
            <a:r>
              <a:rPr lang="en-US" sz="2800" dirty="0"/>
              <a:t> instruction: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marL="358775" indent="-358775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This is another example of </a:t>
            </a:r>
            <a:r>
              <a:rPr lang="en-US" sz="2800" b="1" dirty="0"/>
              <a:t>pseudo-instruction</a:t>
            </a:r>
            <a:r>
              <a:rPr lang="en-US" sz="2800" dirty="0"/>
              <a:t>:</a:t>
            </a:r>
          </a:p>
          <a:p>
            <a:pPr marL="715963" lvl="1" indent="-357188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Assembler translates (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blt</a:t>
            </a:r>
            <a:r>
              <a:rPr lang="en-US" sz="2400" dirty="0"/>
              <a:t>) instruction in an assembly program into the equivalent MIPS (two) instructions</a:t>
            </a: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5F1BC9D7-48B3-43CB-BC69-DA316D110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173" y="2265406"/>
            <a:ext cx="3505200" cy="101566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slt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$s1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$s2</a:t>
            </a:r>
          </a:p>
          <a:p>
            <a:pPr algn="ctr">
              <a:spcBef>
                <a:spcPct val="50000"/>
              </a:spcBef>
            </a:pP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$t0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$zero</a:t>
            </a:r>
            <a:r>
              <a:rPr lang="en-US" sz="2400" b="1" dirty="0">
                <a:latin typeface="Courier New" pitchFamily="49" charset="0"/>
              </a:rPr>
              <a:t>, L</a:t>
            </a:r>
            <a:endParaRPr lang="en-US" sz="2400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grpSp>
        <p:nvGrpSpPr>
          <p:cNvPr id="31" name="Group 8">
            <a:extLst>
              <a:ext uri="{FF2B5EF4-FFF2-40B4-BE49-F238E27FC236}">
                <a16:creationId xmlns:a16="http://schemas.microsoft.com/office/drawing/2014/main" id="{E08FFF8C-E6EB-4A4B-B650-AF110298FE48}"/>
              </a:ext>
            </a:extLst>
          </p:cNvPr>
          <p:cNvGrpSpPr>
            <a:grpSpLocks/>
          </p:cNvGrpSpPr>
          <p:nvPr/>
        </p:nvGrpSpPr>
        <p:grpSpPr bwMode="auto">
          <a:xfrm>
            <a:off x="4674973" y="2341606"/>
            <a:ext cx="3581400" cy="830263"/>
            <a:chOff x="1536" y="2688"/>
            <a:chExt cx="2256" cy="523"/>
          </a:xfrm>
        </p:grpSpPr>
        <p:sp>
          <p:nvSpPr>
            <p:cNvPr id="32" name="Text Box 5">
              <a:extLst>
                <a:ext uri="{FF2B5EF4-FFF2-40B4-BE49-F238E27FC236}">
                  <a16:creationId xmlns:a16="http://schemas.microsoft.com/office/drawing/2014/main" id="{E3A08CBA-9197-4712-9C00-A72D90B84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832"/>
              <a:ext cx="384" cy="29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dirty="0"/>
                <a:t>==</a:t>
              </a:r>
            </a:p>
          </p:txBody>
        </p:sp>
        <p:sp>
          <p:nvSpPr>
            <p:cNvPr id="33" name="Text Box 6">
              <a:extLst>
                <a:ext uri="{FF2B5EF4-FFF2-40B4-BE49-F238E27FC236}">
                  <a16:creationId xmlns:a16="http://schemas.microsoft.com/office/drawing/2014/main" id="{50F950E7-29BD-47F8-A563-9A45A9BC8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688"/>
              <a:ext cx="1824" cy="52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2400" b="1" dirty="0">
                  <a:solidFill>
                    <a:srgbClr val="660066"/>
                  </a:solidFill>
                  <a:latin typeface="Courier New" pitchFamily="49" charset="0"/>
                </a:rPr>
                <a:t>if</a:t>
              </a:r>
              <a:r>
                <a:rPr lang="en-US" sz="2400" b="1" dirty="0">
                  <a:latin typeface="Courier New" pitchFamily="49" charset="0"/>
                </a:rPr>
                <a:t> ($s1 &lt; $s2)</a:t>
              </a:r>
            </a:p>
            <a:p>
              <a:pPr>
                <a:tabLst>
                  <a:tab pos="463550" algn="l"/>
                </a:tabLst>
              </a:pPr>
              <a:r>
                <a:rPr lang="en-US" sz="2400" b="1" dirty="0">
                  <a:latin typeface="Courier New" pitchFamily="49" charset="0"/>
                </a:rPr>
                <a:t>	  </a:t>
              </a:r>
              <a:r>
                <a:rPr lang="en-US" sz="2400" b="1" dirty="0" err="1">
                  <a:solidFill>
                    <a:srgbClr val="660066"/>
                  </a:solidFill>
                  <a:latin typeface="Courier New" pitchFamily="49" charset="0"/>
                </a:rPr>
                <a:t>goto</a:t>
              </a:r>
              <a:r>
                <a:rPr lang="en-US" sz="2400" b="1" dirty="0">
                  <a:latin typeface="Courier New" pitchFamily="49" charset="0"/>
                </a:rPr>
                <a:t> L;</a:t>
              </a:r>
            </a:p>
          </p:txBody>
        </p:sp>
      </p:grp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4CEDC8F-F8E1-4E85-BF1C-B3807FF9BC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CD6139-8C87-DF23-2838-97453E55310C}"/>
                  </a:ext>
                </a:extLst>
              </p14:cNvPr>
              <p14:cNvContentPartPr/>
              <p14:nvPr/>
            </p14:nvContentPartPr>
            <p14:xfrm>
              <a:off x="791640" y="1735200"/>
              <a:ext cx="7014960" cy="4587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CD6139-8C87-DF23-2838-97453E5531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2280" y="1725840"/>
                <a:ext cx="7033680" cy="46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85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Array and Loop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46969DF-C2D4-4319-A54C-1C42F968E0C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4503"/>
            <a:ext cx="8229600" cy="482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US" dirty="0"/>
              <a:t>Typical example of accessing array elements in a loop: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85BDF7B6-140E-45E7-B54B-422729E12145}"/>
              </a:ext>
            </a:extLst>
          </p:cNvPr>
          <p:cNvGrpSpPr>
            <a:grpSpLocks/>
          </p:cNvGrpSpPr>
          <p:nvPr/>
        </p:nvGrpSpPr>
        <p:grpSpPr bwMode="auto">
          <a:xfrm>
            <a:off x="1719649" y="1968482"/>
            <a:ext cx="4975225" cy="4319588"/>
            <a:chOff x="1056" y="1198"/>
            <a:chExt cx="3134" cy="2721"/>
          </a:xfrm>
        </p:grpSpPr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D43D6B98-B734-455F-816E-6EBE95A1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" y="1198"/>
              <a:ext cx="1784" cy="512"/>
            </a:xfrm>
            <a:prstGeom prst="rect">
              <a:avLst/>
            </a:prstGeom>
            <a:solidFill>
              <a:srgbClr val="FFFFCC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27432" rIns="9144" bIns="27432">
              <a:spAutoFit/>
            </a:bodyPr>
            <a:lstStyle/>
            <a:p>
              <a:pPr algn="ctr"/>
              <a:r>
                <a:rPr lang="en-US" sz="1600" b="1"/>
                <a:t>Initialization for result variables, loop counter, and array pointers.</a:t>
              </a:r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0065D313-C107-4187-900C-1386AC7A2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" y="2005"/>
              <a:ext cx="1784" cy="666"/>
            </a:xfrm>
            <a:prstGeom prst="rect">
              <a:avLst/>
            </a:prstGeom>
            <a:solidFill>
              <a:srgbClr val="FFFFCC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27432" rIns="9144" bIns="27432">
              <a:spAutoFit/>
            </a:bodyPr>
            <a:lstStyle/>
            <a:p>
              <a:pPr marL="287338" indent="-287338" algn="ctr"/>
              <a:r>
                <a:rPr lang="en-US" sz="1600" b="1"/>
                <a:t>Work by:</a:t>
              </a:r>
            </a:p>
            <a:p>
              <a:pPr marL="287338" indent="-287338" algn="ctr">
                <a:buFontTx/>
                <a:buAutoNum type="arabicPeriod"/>
              </a:pPr>
              <a:r>
                <a:rPr lang="en-US" sz="1600" b="1"/>
                <a:t>Calculating address</a:t>
              </a:r>
            </a:p>
            <a:p>
              <a:pPr marL="287338" indent="-287338" algn="ctr">
                <a:buFontTx/>
                <a:buAutoNum type="arabicPeriod"/>
              </a:pPr>
              <a:r>
                <a:rPr lang="en-US" sz="1600" b="1"/>
                <a:t>Load data</a:t>
              </a:r>
            </a:p>
            <a:p>
              <a:pPr marL="287338" indent="-287338" algn="ctr">
                <a:buFontTx/>
                <a:buAutoNum type="arabicPeriod"/>
              </a:pPr>
              <a:r>
                <a:rPr lang="en-US" sz="1600" b="1"/>
                <a:t>Perform task</a:t>
              </a:r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496BE574-726D-48C6-9CBE-F3F10FE12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" y="2863"/>
              <a:ext cx="1784" cy="358"/>
            </a:xfrm>
            <a:prstGeom prst="rect">
              <a:avLst/>
            </a:prstGeom>
            <a:solidFill>
              <a:srgbClr val="FFFFCC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27432" rIns="9144" bIns="27432">
              <a:spAutoFit/>
            </a:bodyPr>
            <a:lstStyle/>
            <a:p>
              <a:pPr algn="ctr"/>
              <a:r>
                <a:rPr lang="en-US" sz="1600" b="1"/>
                <a:t>Update loop counter and array pointers.</a:t>
              </a:r>
            </a:p>
          </p:txBody>
        </p:sp>
        <p:sp>
          <p:nvSpPr>
            <p:cNvPr id="23" name="Text Box 8">
              <a:extLst>
                <a:ext uri="{FF2B5EF4-FFF2-40B4-BE49-F238E27FC236}">
                  <a16:creationId xmlns:a16="http://schemas.microsoft.com/office/drawing/2014/main" id="{B067F2C7-6F1E-479B-8569-585956E32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" y="3423"/>
              <a:ext cx="1784" cy="204"/>
            </a:xfrm>
            <a:prstGeom prst="rect">
              <a:avLst/>
            </a:prstGeom>
            <a:solidFill>
              <a:srgbClr val="FFFFCC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144" tIns="27432" rIns="9144" bIns="27432">
              <a:spAutoFit/>
            </a:bodyPr>
            <a:lstStyle/>
            <a:p>
              <a:pPr algn="ctr"/>
              <a:r>
                <a:rPr lang="en-US" sz="1600" b="1"/>
                <a:t>Compare and branch.</a:t>
              </a:r>
            </a:p>
          </p:txBody>
        </p:sp>
        <p:sp>
          <p:nvSpPr>
            <p:cNvPr id="24" name="Text Box 9">
              <a:extLst>
                <a:ext uri="{FF2B5EF4-FFF2-40B4-BE49-F238E27FC236}">
                  <a16:creationId xmlns:a16="http://schemas.microsoft.com/office/drawing/2014/main" id="{D49B5989-782C-4B60-87AD-F778027F3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017"/>
              <a:ext cx="688" cy="188"/>
            </a:xfrm>
            <a:prstGeom prst="rect">
              <a:avLst/>
            </a:prstGeom>
            <a:noFill/>
            <a:ln w="25400" cap="sq">
              <a:noFill/>
              <a:miter lim="800000"/>
              <a:headEnd type="none" w="sm" len="sm"/>
              <a:tailEnd type="none" w="sm" len="sm"/>
            </a:ln>
          </p:spPr>
          <p:txBody>
            <a:bodyPr lIns="9144" tIns="27432" rIns="9144" bIns="27432">
              <a:spAutoFit/>
            </a:bodyPr>
            <a:lstStyle/>
            <a:p>
              <a:pPr algn="ctr"/>
              <a:r>
                <a:rPr lang="en-US" sz="1600" b="1"/>
                <a:t>Label:</a:t>
              </a:r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FFC81B5D-AA40-4731-8E34-CF414CF5E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1718"/>
              <a:ext cx="0" cy="281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1C0EBE31-ECE8-44F5-ADCD-0E7AC9988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2672"/>
              <a:ext cx="0" cy="192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2">
              <a:extLst>
                <a:ext uri="{FF2B5EF4-FFF2-40B4-BE49-F238E27FC236}">
                  <a16:creationId xmlns:a16="http://schemas.microsoft.com/office/drawing/2014/main" id="{3A837EB6-CA57-4664-997C-BFD62B04C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3235"/>
              <a:ext cx="0" cy="201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3">
              <a:extLst>
                <a:ext uri="{FF2B5EF4-FFF2-40B4-BE49-F238E27FC236}">
                  <a16:creationId xmlns:a16="http://schemas.microsoft.com/office/drawing/2014/main" id="{C2B5774F-6C2D-4F58-8F21-5B6E819C4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3634"/>
              <a:ext cx="0" cy="285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4">
              <a:extLst>
                <a:ext uri="{FF2B5EF4-FFF2-40B4-BE49-F238E27FC236}">
                  <a16:creationId xmlns:a16="http://schemas.microsoft.com/office/drawing/2014/main" id="{C67D51FD-1A01-4781-ACF7-4137243ED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7" y="1808"/>
              <a:ext cx="133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id="{3FB987DA-7A19-499D-A051-82DBCE80E2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7" y="3790"/>
              <a:ext cx="1333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13153AF3-71CF-479E-B721-7FB8BDDA9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0" y="1808"/>
              <a:ext cx="0" cy="198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7">
              <a:extLst>
                <a:ext uri="{FF2B5EF4-FFF2-40B4-BE49-F238E27FC236}">
                  <a16:creationId xmlns:a16="http://schemas.microsoft.com/office/drawing/2014/main" id="{12660BAC-DE37-4704-B7BB-81D229CBD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1885"/>
              <a:ext cx="2089" cy="184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" name="Slide Number Placeholder 6">
            <a:extLst>
              <a:ext uri="{FF2B5EF4-FFF2-40B4-BE49-F238E27FC236}">
                <a16:creationId xmlns:a16="http://schemas.microsoft.com/office/drawing/2014/main" id="{129CBABD-DC74-4D7E-9BCE-188428AFBE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6FAA58-EDC5-2436-F9E4-1D1E0999FEF5}"/>
                  </a:ext>
                </a:extLst>
              </p14:cNvPr>
              <p14:cNvContentPartPr/>
              <p14:nvPr/>
            </p14:nvContentPartPr>
            <p14:xfrm>
              <a:off x="3427920" y="2196720"/>
              <a:ext cx="3418920" cy="391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6FAA58-EDC5-2436-F9E4-1D1E0999FE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8560" y="2187360"/>
                <a:ext cx="3437640" cy="39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9153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Array and Loop: Question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58A0D8FA-8998-49BA-82C0-213A3F236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0200"/>
            <a:ext cx="781685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  <a:tabLst>
                <a:tab pos="179388" algn="l"/>
                <a:tab pos="682625" algn="l"/>
                <a:tab pos="1365250" algn="l"/>
                <a:tab pos="3144838" algn="l"/>
              </a:tabLst>
            </a:pPr>
            <a:r>
              <a:rPr lang="en-US" b="1" dirty="0"/>
              <a:t>		</a:t>
            </a:r>
            <a:endParaRPr lang="en-US" b="1" dirty="0">
              <a:solidFill>
                <a:srgbClr val="CC0000"/>
              </a:solidFill>
            </a:endParaRPr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DE1CA702-A483-467D-BC2B-B8373CC5D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" y="1246913"/>
            <a:ext cx="8153400" cy="1447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GB" sz="2600" dirty="0"/>
              <a:t>Count the number of zeros in an Array </a:t>
            </a:r>
            <a:r>
              <a:rPr lang="en-GB" sz="2600" b="1" dirty="0"/>
              <a:t>A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GB" sz="2600" b="1" dirty="0"/>
              <a:t>A</a:t>
            </a:r>
            <a:r>
              <a:rPr lang="en-GB" sz="2600" dirty="0"/>
              <a:t> is word array with 40 elements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GB" sz="2600" dirty="0"/>
              <a:t>Address of A[] </a:t>
            </a:r>
            <a:r>
              <a:rPr lang="en-GB" sz="2600" dirty="0">
                <a:sym typeface="Wingdings" pitchFamily="2" charset="2"/>
              </a:rPr>
              <a:t> </a:t>
            </a:r>
            <a:r>
              <a:rPr lang="en-GB" sz="2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$t0</a:t>
            </a:r>
            <a:r>
              <a:rPr lang="en-GB" sz="2600" dirty="0">
                <a:sym typeface="Wingdings" pitchFamily="2" charset="2"/>
              </a:rPr>
              <a:t>,   Result </a:t>
            </a:r>
            <a:r>
              <a:rPr lang="en-GB" sz="2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$t8</a:t>
            </a:r>
            <a:endParaRPr lang="en-GB" sz="26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79F8C89-22AB-4082-915A-3EF9CBFAA038}"/>
              </a:ext>
            </a:extLst>
          </p:cNvPr>
          <p:cNvGraphicFramePr>
            <a:graphicFrameLocks noGrp="1"/>
          </p:cNvGraphicFramePr>
          <p:nvPr/>
        </p:nvGraphicFramePr>
        <p:xfrm>
          <a:off x="641350" y="2993572"/>
          <a:ext cx="3733800" cy="3177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46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Simple C Code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897">
                <a:tc>
                  <a:txBody>
                    <a:bodyPr/>
                    <a:lstStyle/>
                    <a:p>
                      <a:pPr marL="212725" marR="0" lvl="0" indent="-3254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>
                          <a:srgbClr val="CCB400"/>
                        </a:buClr>
                        <a:buSzPct val="60000"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Courier New" pitchFamily="49" charset="0"/>
                        </a:rPr>
                        <a:t>result = 0;</a:t>
                      </a:r>
                    </a:p>
                    <a:p>
                      <a:pPr marL="212725" marR="0" lvl="0" indent="-3254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>
                          <a:srgbClr val="CCB400"/>
                        </a:buClr>
                        <a:buSzPct val="60000"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Courier New" pitchFamily="49" charset="0"/>
                        </a:rPr>
                        <a:t> = 0;</a:t>
                      </a:r>
                    </a:p>
                    <a:p>
                      <a:pPr marL="212725" marR="0" lvl="0" indent="-3254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>
                          <a:srgbClr val="CCB400"/>
                        </a:buClr>
                        <a:buSzPct val="60000"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Courier New" pitchFamily="49" charset="0"/>
                        </a:rPr>
                        <a:t>while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( </a:t>
                      </a:r>
                      <a:r>
                        <a:rPr kumimoji="0" 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&lt; 40 ) {</a:t>
                      </a:r>
                      <a:b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</a:b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 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if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( A[</a:t>
                      </a:r>
                      <a:r>
                        <a:rPr kumimoji="0" 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i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] == 0 ) </a:t>
                      </a:r>
                      <a:b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</a:b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     result++;</a:t>
                      </a:r>
                      <a:b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</a:b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  </a:t>
                      </a:r>
                      <a:r>
                        <a:rPr kumimoji="0" lang="en-US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i</a:t>
                      </a: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+mn-cs"/>
                        </a:rPr>
                        <a:t>++;</a:t>
                      </a:r>
                    </a:p>
                    <a:p>
                      <a:pPr marL="212725" marR="0" lvl="0" indent="-3254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>
                          <a:srgbClr val="CCB400"/>
                        </a:buClr>
                        <a:buSzPct val="60000"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cs typeface="Courier New" pitchFamily="49" charset="0"/>
                        </a:rPr>
                        <a:t>}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Rectangle 18">
            <a:extLst>
              <a:ext uri="{FF2B5EF4-FFF2-40B4-BE49-F238E27FC236}">
                <a16:creationId xmlns:a16="http://schemas.microsoft.com/office/drawing/2014/main" id="{910C2D45-BB2E-40AE-A36A-B2C193DE0905}"/>
              </a:ext>
            </a:extLst>
          </p:cNvPr>
          <p:cNvSpPr txBox="1">
            <a:spLocks noChangeArrowheads="1"/>
          </p:cNvSpPr>
          <p:nvPr/>
        </p:nvSpPr>
        <p:spPr>
          <a:xfrm>
            <a:off x="4419600" y="3581400"/>
            <a:ext cx="4495800" cy="25146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>
                <a:srgbClr val="F07F09"/>
              </a:buClr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prstClr val="black"/>
                </a:solidFill>
              </a:rPr>
              <a:t>Think about:</a:t>
            </a:r>
          </a:p>
          <a:p>
            <a:pPr lvl="1">
              <a:buClr>
                <a:srgbClr val="F07F09"/>
              </a:buClr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prstClr val="black"/>
                </a:solidFill>
              </a:rPr>
              <a:t>How to perform the right comparison</a:t>
            </a:r>
          </a:p>
          <a:p>
            <a:pPr lvl="1">
              <a:buClr>
                <a:srgbClr val="F07F09"/>
              </a:buClr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prstClr val="black"/>
                </a:solidFill>
              </a:rPr>
              <a:t>How to translate A[</a:t>
            </a:r>
            <a:r>
              <a:rPr lang="en-US" kern="0" dirty="0" err="1">
                <a:solidFill>
                  <a:prstClr val="black"/>
                </a:solidFill>
              </a:rPr>
              <a:t>i</a:t>
            </a:r>
            <a:r>
              <a:rPr lang="en-US" kern="0" dirty="0">
                <a:solidFill>
                  <a:prstClr val="black"/>
                </a:solidFill>
              </a:rPr>
              <a:t>] correctly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B9955203-7F8C-4B5E-A390-46D1FC15BD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2F836D-AF15-E495-4C7A-54C4542E7CE8}"/>
                  </a:ext>
                </a:extLst>
              </p14:cNvPr>
              <p14:cNvContentPartPr/>
              <p14:nvPr/>
            </p14:nvContentPartPr>
            <p14:xfrm>
              <a:off x="779760" y="1638360"/>
              <a:ext cx="7792560" cy="398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2F836D-AF15-E495-4C7A-54C4542E7C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400" y="1629000"/>
                <a:ext cx="7811280" cy="400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60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FF12-7782-DB01-E9BF-CC922CAB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C4CF-0926-8909-8465-BFFA7F4EE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487EE1-95D7-659C-61D2-2BC6D2DEE9B3}"/>
                  </a:ext>
                </a:extLst>
              </p14:cNvPr>
              <p14:cNvContentPartPr/>
              <p14:nvPr/>
            </p14:nvContentPartPr>
            <p14:xfrm>
              <a:off x="60120" y="641520"/>
              <a:ext cx="5540400" cy="5704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487EE1-95D7-659C-61D2-2BC6D2DEE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60" y="632160"/>
                <a:ext cx="5559120" cy="57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913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AD09-DAA9-9C47-48BB-DF14AC81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C0AD-70B3-8FB8-7A26-DEADCD86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18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Array and Loop: Version 1.0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BA618C-460F-4D0A-AABD-94609A53F15F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48946"/>
          <a:ext cx="80772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Address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A[]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$t0</a:t>
                      </a:r>
                    </a:p>
                    <a:p>
                      <a:pPr algn="l"/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Result 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$t8</a:t>
                      </a:r>
                    </a:p>
                    <a:p>
                      <a:pPr algn="l"/>
                      <a:r>
                        <a:rPr lang="en-US" sz="2000" baseline="0" dirty="0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$t1</a:t>
                      </a:r>
                      <a:endParaRPr lang="en-US" sz="2000" b="1" kern="1200" baseline="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927">
                <a:tc>
                  <a:txBody>
                    <a:bodyPr/>
                    <a:lstStyle/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0</a:t>
                      </a:r>
                      <a:endParaRPr lang="en-US" sz="2000" b="1" dirty="0">
                        <a:solidFill>
                          <a:schemeClr val="tx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$t1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$t2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40 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loop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bge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$t2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end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sll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$t3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2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add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$t4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$t0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$t3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baseline="0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$t5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$t4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)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bne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$t5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00CC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skip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algn="l" defTabSz="914400" rtl="0" eaLnBrk="1" latinLnBrk="0" hangingPunct="1"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skip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j </a:t>
                      </a: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loop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end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end point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* 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&amp;A[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$t3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  <a:sym typeface="Wingdings" panose="05000000000000000000" pitchFamily="2" charset="2"/>
                        </a:rPr>
                        <a:t>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A[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endParaRPr lang="en-US" sz="2000" b="1" baseline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result++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# </a:t>
                      </a:r>
                      <a:r>
                        <a:rPr lang="en-US" sz="2000" b="1" kern="1200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++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9F504-1E6F-471F-A20A-FB61BB0C2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533624-49C0-1AB5-2451-8DC33B90D164}"/>
                  </a:ext>
                </a:extLst>
              </p14:cNvPr>
              <p14:cNvContentPartPr/>
              <p14:nvPr/>
            </p14:nvContentPartPr>
            <p14:xfrm>
              <a:off x="1743840" y="2210760"/>
              <a:ext cx="7368120" cy="1541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533624-49C0-1AB5-2451-8DC33B90D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4480" y="2201400"/>
                <a:ext cx="7386840" cy="156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266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Array and Loop: Version 2.0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1C66DD7D-60AE-44FF-92A9-DF3880758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842079"/>
            <a:ext cx="8229600" cy="644525"/>
          </a:xfrm>
        </p:spPr>
        <p:txBody>
          <a:bodyPr>
            <a:normAutofit/>
          </a:bodyPr>
          <a:lstStyle/>
          <a:p>
            <a:pPr marL="358775" indent="-358775"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Use of “pointers” can produce more efficient code!</a:t>
            </a:r>
            <a:endParaRPr lang="en-SG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E948EF-93C4-4BBD-A6D7-3D962CEDE507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1272259"/>
          <a:ext cx="8001000" cy="4432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598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Address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A[]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$t0</a:t>
                      </a:r>
                    </a:p>
                    <a:p>
                      <a:pPr algn="l"/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Result 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$t8</a:t>
                      </a:r>
                    </a:p>
                    <a:p>
                      <a:pPr algn="l"/>
                      <a:r>
                        <a:rPr lang="en-US" sz="2000" baseline="0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&amp;A[</a:t>
                      </a:r>
                      <a:r>
                        <a:rPr lang="en-US" sz="2000" baseline="0" dirty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sz="2000" baseline="0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]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  <a:sym typeface="Wingdings" panose="05000000000000000000" pitchFamily="2" charset="2"/>
                        </a:rPr>
                        <a:t>$t1</a:t>
                      </a:r>
                      <a:endParaRPr lang="en-US" sz="2000" b="1" kern="1200" baseline="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026">
                <a:tc>
                  <a:txBody>
                    <a:bodyPr/>
                    <a:lstStyle/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0</a:t>
                      </a:r>
                      <a:endParaRPr lang="en-US" sz="2000" b="1" dirty="0">
                        <a:solidFill>
                          <a:schemeClr val="tx2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$t1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$t0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$t2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66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$t0</a:t>
                      </a:r>
                      <a:r>
                        <a:rPr lang="en-US" sz="2000" b="1" dirty="0">
                          <a:latin typeface="Courier New" pitchFamily="49" charset="0"/>
                          <a:cs typeface="Courier New" pitchFamily="49" charset="0"/>
                        </a:rPr>
                        <a:t>, 160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loop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bge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$t2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end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baseline="0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lw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$t3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(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)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bne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$t3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$zero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dirty="0">
                          <a:solidFill>
                            <a:srgbClr val="0000CC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skip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$t8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</a:t>
                      </a:r>
                    </a:p>
                    <a:p>
                      <a:pPr marL="0" algn="l" defTabSz="914400" rtl="0" eaLnBrk="1" latinLnBrk="0" hangingPunct="1"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skip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addi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rgbClr val="0066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$t1</a:t>
                      </a: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, 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4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baseline="0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     j </a:t>
                      </a: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loop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dirty="0">
                          <a:solidFill>
                            <a:srgbClr val="0000CC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end</a:t>
                      </a: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endParaRPr lang="en-US" sz="2000" b="1" dirty="0">
                        <a:solidFill>
                          <a:srgbClr val="660066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# </a:t>
                      </a:r>
                      <a:r>
                        <a:rPr lang="en-US" sz="2000" b="1" kern="1200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addr</a:t>
                      </a: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of current item</a:t>
                      </a: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&amp;A[40]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comparing address!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$t3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  <a:sym typeface="Wingdings" panose="05000000000000000000" pitchFamily="2" charset="2"/>
                        </a:rPr>
                        <a:t>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A[</a:t>
                      </a:r>
                      <a:r>
                        <a:rPr lang="en-US" sz="2000" b="1" baseline="0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]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endParaRPr lang="en-US" sz="2000" b="1" baseline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  <a:defRPr/>
                      </a:pP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# result++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>
                        <a:spcBef>
                          <a:spcPct val="10000"/>
                        </a:spcBef>
                        <a:tabLst>
                          <a:tab pos="179388" algn="l"/>
                          <a:tab pos="682625" algn="l"/>
                          <a:tab pos="1365250" algn="l"/>
                          <a:tab pos="3144838" algn="l"/>
                        </a:tabLst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# move to next item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1A3F96F-0D6B-4AC2-BC31-0418FEDDA4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8915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6.1 Exercise #3: Simple Loop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2F57D4E-EF52-4135-93A5-F9516F90E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EE53BF-B9DD-46F5-BA47-3A67FAEF659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34159"/>
            <a:ext cx="8229600" cy="2514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ct val="20000"/>
              </a:spcAft>
              <a:buSzPct val="100000"/>
              <a:buFont typeface="Wingdings" pitchFamily="2" charset="2"/>
              <a:buChar char="§"/>
            </a:pPr>
            <a:r>
              <a:rPr lang="en-US" dirty="0"/>
              <a:t>Given the following MIPS code: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10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	      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10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Loop: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10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-1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Loop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2142DF26-D807-444C-AA36-19665844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901159"/>
            <a:ext cx="8229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sz="2400" dirty="0"/>
              <a:t>How many instructions are executed?</a:t>
            </a:r>
          </a:p>
          <a:p>
            <a:pPr marL="1222375" lvl="1" indent="-536575"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6      (b) 30     (c) 33      (d) 36       (e) None of the above</a:t>
            </a:r>
          </a:p>
          <a:p>
            <a:pPr marL="1222375" lvl="1" indent="-536575"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endParaRPr lang="en-US" sz="2000" dirty="0"/>
          </a:p>
          <a:p>
            <a:pPr marL="514350" indent="-514350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sz="2400" dirty="0"/>
              <a:t>What is the final value in </a:t>
            </a:r>
            <a:r>
              <a:rPr 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</a:t>
            </a:r>
            <a:r>
              <a:rPr lang="en-US" sz="2400" dirty="0"/>
              <a:t>?</a:t>
            </a:r>
          </a:p>
          <a:p>
            <a:pPr marL="1222375" lvl="1" indent="-536575"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10     (b) 20    (c) 300    (d) 310     (e) None of the above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9AB1E031-AB0A-4C39-8BA3-D7C42FF98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877346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(a)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54066578-1970-4ACC-9C5C-559383622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96559"/>
            <a:ext cx="186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(b)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7883955-314E-44B9-9A98-D500E65CBF2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647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6.2 Exercise #4: Simple Loop II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2F57D4E-EF52-4135-93A5-F9516F90E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9C64657-3197-4C94-A46D-4655FCF1078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86188"/>
            <a:ext cx="8229600" cy="2362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ct val="20000"/>
              </a:spcAft>
              <a:buSzPct val="100000"/>
              <a:buFont typeface="Wingdings" pitchFamily="2" charset="2"/>
              <a:buChar char="§"/>
            </a:pPr>
            <a:r>
              <a:rPr lang="en-US" dirty="0"/>
              <a:t>Given the following MIPS code: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9900CC"/>
                </a:solidFill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	      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4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Again: </a:t>
            </a: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1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Again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6FAD9F9C-960A-4C2D-A984-21FCDA985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42951"/>
            <a:ext cx="8229600" cy="2496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19125" indent="-619125"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sz="2400" dirty="0"/>
              <a:t>How many instructions are executed?</a:t>
            </a:r>
          </a:p>
          <a:p>
            <a:pPr marL="1282700" lvl="1" indent="-703263"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6      (b) 12     (c) 15      (d) 18       (e) None of the above</a:t>
            </a:r>
          </a:p>
          <a:p>
            <a:pPr marL="1282700" lvl="1" indent="-703263"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endParaRPr lang="en-US" sz="2000" dirty="0"/>
          </a:p>
          <a:p>
            <a:pPr marL="619125" indent="-6191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sz="2400" dirty="0"/>
              <a:t>What is the final value in </a:t>
            </a:r>
            <a:r>
              <a:rPr 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$t1</a:t>
            </a:r>
            <a:r>
              <a:rPr lang="en-US" sz="2400" dirty="0"/>
              <a:t>?</a:t>
            </a:r>
          </a:p>
          <a:p>
            <a:pPr marL="1282700" lvl="1" indent="-703263"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0      (b) 4      (c) 6         (d) 10      (e) None of the above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0E3C2E15-5EDA-45FB-9FD5-D13AD6C1B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3842951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(c)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64B76FA4-8612-42E2-B582-ECB090AD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88011"/>
            <a:ext cx="184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(c)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14D6E84-6B42-41FF-B4A2-C3287356EC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696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6.3 Exercise #5: Simple Loop III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2F57D4E-EF52-4135-93A5-F9516F90E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E05CE67-66D1-4D68-9505-9A14E5A49D63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317172"/>
            <a:ext cx="8229600" cy="2895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ct val="20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the following MIPS code accessing a word array of elements in memory with the starting address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dirty="0"/>
              <a:t>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10</a:t>
            </a: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Loop: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ulw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$t3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0(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ulw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unaligned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lw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$t3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-1</a:t>
            </a: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Loop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5C54F753-7A65-4570-8E5D-121F4E99A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95785"/>
            <a:ext cx="8229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19125" indent="-619125"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altLang="en-US" sz="2400" dirty="0"/>
              <a:t>How many times is the </a:t>
            </a:r>
            <a:r>
              <a:rPr lang="en-US" altLang="en-US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altLang="en-US" sz="2400" dirty="0"/>
              <a:t> instruction executed</a:t>
            </a:r>
            <a:r>
              <a:rPr lang="en-US" sz="2400" dirty="0"/>
              <a:t>?</a:t>
            </a:r>
          </a:p>
          <a:p>
            <a:pPr marL="1282700" lvl="1" indent="-703263"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1      (b) 3       (c) 9       (d) 10      (e) 11</a:t>
            </a:r>
          </a:p>
          <a:p>
            <a:pPr marL="619125" indent="-6191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romanLcPeriod"/>
            </a:pPr>
            <a:r>
              <a:rPr lang="en-US" altLang="en-US" sz="2400" dirty="0"/>
              <a:t>How many times does the </a:t>
            </a:r>
            <a:r>
              <a:rPr lang="en-US" altLang="en-US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altLang="en-US" sz="2400" dirty="0"/>
              <a:t> instruction actually branch to the label </a:t>
            </a:r>
            <a:r>
              <a:rPr lang="en-US" alt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Loop</a:t>
            </a:r>
            <a:r>
              <a:rPr lang="en-US" sz="2400" dirty="0"/>
              <a:t>?</a:t>
            </a:r>
          </a:p>
          <a:p>
            <a:pPr marL="1282700" lvl="1" indent="-703263"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1      (b) 8       (c) 9       (d) 10      (e) 11</a:t>
            </a: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6381D95-8856-4299-B04D-6B5589352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285" y="4669972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(d)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DE6B61E-BE55-48BC-A3FE-3EA431133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285" y="5812972"/>
            <a:ext cx="184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(c)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EA93101E-B445-4AE3-B7D9-03CEBF69EE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10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23" grpId="0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6.3 Exercise #5: Simple Loop III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2F57D4E-EF52-4135-93A5-F9516F90E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E05CE67-66D1-4D68-9505-9A14E5A49D63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317172"/>
            <a:ext cx="8229600" cy="2895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Aft>
                <a:spcPct val="20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Given the following MIPS code accessing a word array of elements in memory with the starting address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dirty="0"/>
              <a:t>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 10</a:t>
            </a: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$zero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Loop: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ulw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$t3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0(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ulw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: unaligned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lw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add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$t3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-1</a:t>
            </a:r>
          </a:p>
          <a:p>
            <a:pPr marL="0" lvl="1" indent="0" fontAlgn="auto">
              <a:spcBef>
                <a:spcPct val="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$t0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Loop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6AC2879-64B2-4277-A293-005DA7390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295785"/>
            <a:ext cx="8229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19125" indent="-619125">
              <a:buClr>
                <a:schemeClr val="tx1"/>
              </a:buClr>
              <a:buFont typeface="+mj-lt"/>
              <a:buAutoNum type="romanLcPeriod" startAt="3"/>
            </a:pPr>
            <a:r>
              <a:rPr lang="en-US" altLang="en-US" sz="2400" dirty="0"/>
              <a:t>How many instructions are executed</a:t>
            </a:r>
            <a:r>
              <a:rPr lang="en-US" sz="2400" dirty="0"/>
              <a:t>?</a:t>
            </a:r>
          </a:p>
          <a:p>
            <a:pPr marL="1282700" lvl="1" indent="-703263">
              <a:spcAft>
                <a:spcPct val="20000"/>
              </a:spcAft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6      (b) 12       (c) 41      (d) 42     (e) 46</a:t>
            </a:r>
          </a:p>
          <a:p>
            <a:pPr marL="619125" indent="-619125">
              <a:spcBef>
                <a:spcPct val="20000"/>
              </a:spcBef>
              <a:buClr>
                <a:schemeClr val="tx1"/>
              </a:buClr>
              <a:buFont typeface="Wingdings" pitchFamily="2" charset="2"/>
              <a:buAutoNum type="romanLcPeriod" startAt="3"/>
            </a:pPr>
            <a:r>
              <a:rPr lang="en-US" altLang="en-US" sz="2400" dirty="0"/>
              <a:t>How many </a:t>
            </a:r>
            <a:r>
              <a:rPr lang="en-US" altLang="en-US" sz="2400" dirty="0">
                <a:solidFill>
                  <a:srgbClr val="0000CC"/>
                </a:solidFill>
              </a:rPr>
              <a:t>unique</a:t>
            </a:r>
            <a:r>
              <a:rPr lang="en-US" altLang="en-US" sz="2400" dirty="0"/>
              <a:t> bytes of data are read from the memory</a:t>
            </a:r>
            <a:r>
              <a:rPr lang="en-US" sz="2400" dirty="0"/>
              <a:t>?</a:t>
            </a:r>
          </a:p>
          <a:p>
            <a:pPr marL="1282700" lvl="1" indent="-703263">
              <a:buClr>
                <a:schemeClr val="accent2"/>
              </a:buClr>
              <a:buSzPct val="120000"/>
              <a:buFont typeface="Wingdings" pitchFamily="2" charset="2"/>
              <a:buNone/>
            </a:pPr>
            <a:r>
              <a:rPr lang="en-US" sz="2000" dirty="0"/>
              <a:t>(a) 4      (b) 10       (c) 11       (d) 13      (e) 40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DB7D2F98-3504-4B3F-AE6D-95E1E049C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800" y="460058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(d)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EF336B07-2046-4D57-9BCF-D38330FC2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800" y="5743585"/>
            <a:ext cx="18774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CC0000"/>
                </a:solidFill>
              </a:rPr>
              <a:t>Answer: (d)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3E6D865E-4675-4900-983A-FD1CF61C1F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452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0A42-F4F3-430D-42AB-AD8BF538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44CAA-8BF7-629D-768F-FCDDB903A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30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#8: MIPS Part 2: More Instructions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Summary: Focus </a:t>
            </a:r>
            <a:r>
              <a:rPr lang="en-SG" sz="3600">
                <a:solidFill>
                  <a:srgbClr val="0000FF"/>
                </a:solidFill>
              </a:rPr>
              <a:t>of IT5002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E6D3980-60A3-49B6-A2CC-52D0BBA52A6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19140"/>
            <a:ext cx="8229600" cy="4951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Basic MIPS programming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Arithmetic: among registers only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Handling of large constants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Memory accesses: load/store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Control flow: branch and jump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Accessing array elements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System calls (covered in labs)</a:t>
            </a:r>
          </a:p>
          <a:p>
            <a:pPr marL="358775" indent="-358775" fontAlgn="auto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Things we are not going to cover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Support for procedures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Linkers, loaders, memory layout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Stacks, frames, recursion</a:t>
            </a:r>
          </a:p>
          <a:p>
            <a:pPr marL="715963" lvl="1" indent="-357188" fontAlgn="auto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Interrupts and exceptions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C3BDF-45C5-46C1-9CD6-71006FFB621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15388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13303</TotalTime>
  <Words>4381</Words>
  <Application>Microsoft Office PowerPoint</Application>
  <PresentationFormat>On-screen Show (4:3)</PresentationFormat>
  <Paragraphs>721</Paragraphs>
  <Slides>42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Blank</vt:lpstr>
      <vt:lpstr>PowerPoint Presentation</vt:lpstr>
      <vt:lpstr>Q &amp; A</vt:lpstr>
      <vt:lpstr>Lecture #8: MIPS Part 2: More Instructions</vt:lpstr>
      <vt:lpstr>Lecture #8: MIPS Part 2: More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161</cp:revision>
  <cp:lastPrinted>2018-02-28T02:01:21Z</cp:lastPrinted>
  <dcterms:created xsi:type="dcterms:W3CDTF">2018-02-10T09:13:59Z</dcterms:created>
  <dcterms:modified xsi:type="dcterms:W3CDTF">2025-02-11T11:47:47Z</dcterms:modified>
</cp:coreProperties>
</file>