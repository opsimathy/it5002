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9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notesSlides/notesSlide10.xml" ContentType="application/vnd.openxmlformats-officedocument.presentationml.notesSlide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notesSlides/notesSlide15.xml" ContentType="application/vnd.openxmlformats-officedocument.presentationml.notesSlide+xml"/>
  <Override PartName="/ppt/ink/ink63.xml" ContentType="application/inkml+xml"/>
  <Override PartName="/ppt/notesSlides/notesSlide16.xml" ContentType="application/vnd.openxmlformats-officedocument.presentationml.notesSlide+xml"/>
  <Override PartName="/ppt/ink/ink64.xml" ContentType="application/inkml+xml"/>
  <Override PartName="/ppt/ink/ink65.xml" ContentType="application/inkml+xml"/>
  <Override PartName="/ppt/ink/ink66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notesSlides/notesSlide24.xml" ContentType="application/vnd.openxmlformats-officedocument.presentationml.notesSlide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3"/>
  </p:notesMasterIdLst>
  <p:sldIdLst>
    <p:sldId id="256" r:id="rId2"/>
    <p:sldId id="257" r:id="rId3"/>
    <p:sldId id="344" r:id="rId4"/>
    <p:sldId id="345" r:id="rId5"/>
    <p:sldId id="346" r:id="rId6"/>
    <p:sldId id="347" r:id="rId7"/>
    <p:sldId id="370" r:id="rId8"/>
    <p:sldId id="383" r:id="rId9"/>
    <p:sldId id="382" r:id="rId10"/>
    <p:sldId id="384" r:id="rId11"/>
    <p:sldId id="376" r:id="rId12"/>
    <p:sldId id="348" r:id="rId13"/>
    <p:sldId id="352" r:id="rId14"/>
    <p:sldId id="349" r:id="rId15"/>
    <p:sldId id="350" r:id="rId16"/>
    <p:sldId id="351" r:id="rId17"/>
    <p:sldId id="353" r:id="rId18"/>
    <p:sldId id="380" r:id="rId19"/>
    <p:sldId id="381" r:id="rId20"/>
    <p:sldId id="385" r:id="rId21"/>
    <p:sldId id="354" r:id="rId22"/>
    <p:sldId id="356" r:id="rId23"/>
    <p:sldId id="357" r:id="rId24"/>
    <p:sldId id="358" r:id="rId25"/>
    <p:sldId id="359" r:id="rId26"/>
    <p:sldId id="386" r:id="rId27"/>
    <p:sldId id="377" r:id="rId28"/>
    <p:sldId id="378" r:id="rId29"/>
    <p:sldId id="379" r:id="rId30"/>
    <p:sldId id="258" r:id="rId31"/>
    <p:sldId id="343" r:id="rId32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12"/>
        <p:sld r:id="rId13"/>
        <p:sld r:id="rId14"/>
        <p:sld r:id="rId18"/>
        <p:sld r:id="rId19"/>
        <p:sld r:id="rId20"/>
        <p:sld r:id="rId21"/>
        <p:sld r:id="rId22"/>
        <p:sld r:id="rId23"/>
        <p:sld r:id="rId26"/>
        <p:sld r:id="rId27"/>
        <p:sld r:id="rId28"/>
        <p:sld r:id="rId29"/>
        <p:sld r:id="rId30"/>
        <p:sld r:id="rId31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003300"/>
    <a:srgbClr val="0033CC"/>
    <a:srgbClr val="FFFFCC"/>
    <a:srgbClr val="000000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1" autoAdjust="0"/>
    <p:restoredTop sz="90812" autoAdjust="0"/>
  </p:normalViewPr>
  <p:slideViewPr>
    <p:cSldViewPr>
      <p:cViewPr varScale="1">
        <p:scale>
          <a:sx n="110" d="100"/>
          <a:sy n="110" d="100"/>
        </p:scale>
        <p:origin x="19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1:39.3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789 110 8467,'0'-14'-280,"0"5"1,0-1 0,0 0 0,2-1 144,2 2 0,-1-2 0,7 6 120,0 2 1,-2 0 0,1 0 211,2-2 0,-3 1 0,-1 2 1232,0-2-1074,-3 2 1,-5-3-1,-4 10-293,-4 4 1,-4 5 0,-2 5 0,-3 4-254,-5 3 0,-4 3 0,0 3 0,-2 5 54,-4 3 0,2 8 0,-4 4 0,1 5 17,4 3 1,0 0 0,4-5 0,3-1 108,5-3 0,8 1 0,6-6 0,2-3 63,2-4 0,0-4 0,0-4 1,2 1-1,2-1 0,-2-6 1,3-2-1,-2 1 27,1 2 0,-2 7 0,2-1 1,-2 0-54,-2 2 0,-5-3 0,-1 6 1,0 1-3,0 2 0,-5 3 0,3 2 1,-1 1-59,0-1 1,6-2-1,-2-3 1,4-4 20,1-3 1,0-6-1,0-2 1,0-3 84,0-2 1,0-2 0,0-4 0,-2 0 49,-2 0 0,-4-1 0,-6 1 0,0 0-43,0 0 0,1 4 0,-3 2 0,-1 0-44,-1 0 1,-5 0 0,4-3 0,2 2-15,2-2 0,1 3 0,0 0 0,2 0-6,3 0 1,3-7 0,4-3 22,-3 0 360,4-3-455,-5-1 1,10-8-39,1-2 142,0 2 1,-7-4 224,-3 6 1,2 0-10,-6 0 0,1-2 0,-1-2 0,3-6-24,0-2 1,4-8 0,-2-1 0,2-2-159,2-1 1,-4 1 0,-1-6-1,2-2-91,1-1 0,1 0 0,-2 4 0,-2 1-38,2-1 0,-3 2 0,0 1 0,0 4-5,0 1 0,-1 3 1,4 6-443,-1 2-1120,-7 6 761,9-4 0,-4 9 1,8 3 853,2 4 0,4 3 0,6 2 0</inkml:trace>
  <inkml:trace contextRef="#ctx0" brushRef="#br0" timeOffset="216">208 2061 8303,'0'-23'53,"0"0"89,0 0 1,-5 1-1,1 4 922,1 2 1,3 3-929,4-1 0,-1 6 1,6 3-1,2 4-296,2 1 0,2 1 0,2 2 1,1 4 86,-1 0 1,5-2-1,1 3 1,3-1-212,2 1 1,-1 0-1,2 1 1,2-4 283,2-4 0,-1 5 0,-5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1:51.5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1023 179 8187,'-13'-2'0,"3"-2"0,0-4-217,0 0 1,2-2 0,0 3 0,1 1 537,-1 0 0,5-5-332,-2 2 0,5-3 0,3-2-12,2 0 1,6 0-1,-4 1 180,1-1 0,3 4-71,-7 1 1,0 6-98,-9-1 1,-4 5 0,-8 7 0,-3 7-14,-2 5 1,-1 3 0,-4 6-1,0 4-8,4 4 0,-1-2 1,5 0-1,2 1 97,2-1 1,3-3 0,2 5-1,6 2 94,2 1 1,2-3-1,0-1 1,0 3-59,0 1 1,0 3-1,-1 3 1,-4 5-42,-4 3 1,-5 6 0,-4 3 0,-5 4-110,-4 9 1,0-1-1,-1 2 1,2-2-45,3-2 0,-2-3 0,7-2 0,1-3 14,2-5 1,5-10-1,3-4 1,-1-3 121,0-1 0,5-11 0,-3-4 0,1-2 108,1-3 1,-7 2-1,3-4 1,-1 0 43,0 0 1,0-6 0,-5-5-10,0 2 0,0-3 0,-1-1 0,-2-1-53,-2-2 0,-1 2 0,3 0 0,-1 0-229,1 0 1,6 0-124,2-1 246,6-4 0,-3-1 0,7-9 0,3-5 77,0-4 1,5 1-1,-4-6 1,-2-2 210,-1-1 0,-2-1 0,-2-1 0,-3 0 25,-4 0 1,-3 5 0,-2 0 0,0 0-334,0 2 0,1-1 0,-1 5 0,0-1-235,0 1 1,0 8 0,2 3 0,1 1-1447,2 0 458,6 1 1,-2 8 0,10 2 1215,4 2 0,16 1 0,4 5 0</inkml:trace>
  <inkml:trace contextRef="#ctx0" brushRef="#br0" timeOffset="199">234 2033 8187,'-14'0'-45,"5"-4"0,1-2 0,2-2 697,3-3 1,1-6 0,2-3 0,3-1-110,7-4 1,7-3 0,16-2-1,9-4-258,7-2 1,10 1-1,2-2 1,4 5-240,5 3 0,-2 7 1,1 5-1,-7 7-452,-5 5 0,-7 3 1,-2 4-1,-3 4-1841,-5 8 2247,-14 6 0,6 14 0,-10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2:19.79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4844 858 19977,'5'-9'-1380,"0"0"0,-1 4 0,-2-3-1073,2 2 1997,-2 2 0,3 4 0,-10 0 507,-4 0 1,1 0-1,-1 0 114,-2 0 0,3 0 12,-1 0 0,6-7-210,-1-2 0,2-3 0,2-2-235,0 0 0,0 0 0,0 1 0,-2-3 258,-2-2 1,1 1-1,-5-5 1,0 1 86,1-1 1,-4 1 0,-6-4 0,-3 2-102,-2-2 0,-1 4 1,-4-1-1,-1 1-95,0-1 0,-1 5 0,-3-1 0,-4 3 95,1 1 1,-5-5 0,3-1-1,-3 0 3,-1 0 0,-1-3 1,-1 3-1,-3-1 171,-5-4 0,-3 1 0,-1-1 0,0 3 53,-1 2 1,-4-3-1,0 5 1,2 1-138,1 2 0,-4 2 0,-5 3 1,-7 2-110,-5 2 1,1 1 0,0 5 0,0 0 57,0 0 0,2 0 0,0 0 0,7 0 0,5 0 0,3 0 0,3 0 0,-1 0 83,-2 0 1,-2 5 0,2 1 0,-4 0-3,-4 0 0,-1 3 0,-1-2 1,1 0-85,0 4 1,0 1 0,0 2 0,-1 0-135,1 0 1,-1 0 0,-3-1-1,-2 3 9,-2 2 0,2-1 0,1 5 0,9-1 73,7 1 0,7-1 0,2 5 0,1 1 118,4 2 0,2-3 1,4-3-1,1 3-11,-2 5 0,-5-2 0,-2 5 0,-1-2-74,0 1 1,-4 5-1,-7-1 1,-2 3-29,1 1 1,4 1 0,4-1 0,5 1-126,3 0 0,9 2 0,5 1 0,6-4-27,3-1 1,6 3-1,6-6 1,1 2-54,-1-3 0,5 4 1,-2-4-1,4 1 186,1 0 0,0-5 1,-2 3-1,-1 1 7,-2-1 1,-4-3-1,3 5 1,-2 0 36,-2-1 0,-1 2 0,0-4 0,3 1-155,2 4 0,2-4 1,4 0-1,0 1-49,0-1 1,10-4 0,6 1 0,5-3 222,9-1 1,-1-5-1,8 0 1,3 2 73,4 1 1,2-5-1,8-1 1,5-1 119,2-1 1,10 2 0,7-3 0,2 2-92,-1-2 1,2 3-1,-4-2 1,2-1-142,-1-2 0,-1-1 0,1 0 0,-2 0-13,-1 0 0,8 0 1,8-1-1,1 0 32,0-4 0,-1 2 0,4-5 0,4 0-23,-46-3 1,1 0 0,-1 2 0,0-1 0,5-1 0,0-1 0,0 0 0,1-1-70,-1 0 0,1 0 0,2-1 0,1 0 0,-4 0 1,0 0-1,0 0 0,-2 0 70,-3 0 1,0 0 0,0-3 0,0-1 0,1 1 0,0-1 0,3-1 0,0 0 32,3 1 0,0-1 0,-4 1 1,-2-1-1,0-2 0,-1 0 1,-3 0-1,0 0-17,46-6 1,-46 6 0,0 0 0,2 0-1,-1 0 1,3-1 0,0 0 2,0-1 1,0 0 0,-3 1 0,-1-1 0,1-1 0,0-1 0,-2 0 0,0 0-40,48-10 0,-6-3 1,-5-3-1,-5-1-24,-2 0 0,-6-1 0,3-2 0,-5-2 33,-8-3 1,-10 4 0,-5-5 0,-2-3 88,-1-5 0,-11 2 1,3-3-1,-7 2 117,-2-2 1,0 1 0,-2-3 0,-3 4-66,-5 4 1,-4 1-1,-3-2 1,-3-1-7,-2 1 1,-2 4-1,-4 1 1,-1 3-78,-4 2 1,-2 2 0,-9 3 0,-2 1-28,-5 2 0,-3 4 0,-4-4 0,-2-1-224,-5-2 1,-3 3 0,-3-1 0,-5 0 143,-7-2 1,-8-4-1,-9 0 1,-4-3 82,-1 3 0,-6 0 1,-4 3-1,-1-1 65,-1 0 1,6 1 0,1 1 0,12 3 84,8 4 0,5 4 0,5 1 0,6 2-77,9 2 0,12 4 1,8 8-568,7 2 0,4 4 503,6 6 0,6 12 0,1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2:32.8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706 357 8491,'0'-13'-460,"0"-1"460,0 0 0,0 0 0,0 0 0</inkml:trace>
  <inkml:trace contextRef="#ctx0" brushRef="#br0" timeOffset="715">706 136 7806,'0'-14'-629,"0"0"0,2 1 759,3-1 1,-4 4 0,5 3 0,-1-1 11,-1 0 0,1 4 0,-3-4-38,2 2 1,-1-3-23,7 4-24,-7-6 1,1 10 0,-8-2 0,-6 6-97,-2 6 1,-3 3-1,-2 4 1,-3 1 179,-2 1 1,1 11-1,-4 0 1,2 5-39,-2 5 1,-1 7 0,-1 5 0,-1 6-42,0 7 1,2 7 0,3 12 0,5 0-151,2 0 1,2-6 0,2-5 0,1-4-30,2-4 1,1-11-1,-2-3 1,2-7 60,2-6 1,-3-3 0,2-6 0,0-2 65,-4-3 0,3 2 1,1-5-1,-1 0-13,0 0 0,1 3 0,-4-5 0,3 1 33,2 1 0,-3 0 0,4 4 0,1-2-31,-3-2 0,6 3 0,-4-5 1,4-1 11,1-1 0,0-3 142,0 1 0,-2 0 21,-2 0 1,2 0-161,-3 0 1,4-5-1,1 0-59,0 2 1,0-4 188,0 3 0,0-1 326,0 5 439,0-7-674,0 0 1,0-9 0,0-3 0,0-4-60,0-3 1,0-2 0,0-1-1,-2-4-118,-2-4 1,2 2-1,-4-2 1,1 0 6,1 1 0,-2-3 0,3 5 0,-4 0-138,0 0 0,-3-3 0,-2 5 0,1 1-79,2 2 0,0-1 1,-3-1-273,2-1 1,0 4 0,4 6-1163,-2 2 0,5 3 1585,-2 8 0,4 2 0,1 7 0</inkml:trace>
  <inkml:trace contextRef="#ctx0" brushRef="#br0" timeOffset="898">139 1783 8452,'0'-14'767,"-5"5"0,1 0-387,1-2 0,7 0 0,6 0 0,3 2-398,6-2 1,-2 4-1,6-1 1,0 0-206,-2 1 0,6 4 0,-4-4 1,3 3-109,1-1 1,-3 1-1,-1 4 1,1 0-202,2 0 1,-3 4 0,0 2 531,2 2 0,1 1 0,2 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2:38.948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83 817 22551,'-9'0'-861,"0"0"291,-2 0 1,3-2 0,-1-1 304,-2-1 0,4-7-842,-2 2 1,6-4 968,-2 0 1,3-1 0,2 0 0,0 0 201,0 0 0,5 0 0,1 1 1,0-3 99,0-2 1,5 2 0,-2-4-1,2 2 27,-2-1 1,4-4 0,-6 3-1,3 0 64,-1 0 0,-5 0 0,4 4-114,-2-3 0,0 1 1,-2 4 272,0 0 0,1 5 1270,-5-1-1486,0 7-751,0-3 257,0 6 1,0-1 0,1-2 339,4-2 0,-4-1 0,6 3 270,-1-2 1,-5-1 0,5 3 174,1-2 1,-4 1-115,6 4 0,0 0-400,5 0 0,0 0 1,0 0-1,1 0 263,3 0 0,4 0 0,6 0 0,-1-2 1,1-2 1,1 2-1,4-4 1,3 0 19,4-3 1,2 1 0,1-1 0,2-1-253,1 3 0,4-6 0,-3 4 0,-1-2-101,1 2 1,-4-2-1,5 5 1,-3 0-71,-4 0 1,4-3 0,-8 4 0,1 2 108,-1 1 1,2 2 0,-6-1 0,3-2 152,2-2 1,2-1 0,2 3 0,-1-3-25,1-2 1,1 4-1,1-4 1,4 0-127,1 1 0,2 3 0,4 0 1,1 2-101,-1 2 0,0 0 1,4 0-1,2 2-32,4 2 1,1-2 0,-8 3 0,4-4 114,1-1 1,0 0-1,2-1 1,-5-4 174,-3-4 0,-7-4 1,1 0-1,0 0 40,-2 4 0,-1-2 0,-8 7 0,-2-1 66,-1-1 1,0 4 0,3-2 0,-2 2-245,-1 2 0,0 2 0,5 1 1,-1 1-60,1 0 0,4-3 0,0-1 1,0 2-26,2 2 0,-4-2 0,6 2 0,-3-2 132,-2-2 0,2-2 0,1-1 0,0-1 69,-1 1 1,0-4 0,-6 3 0,-1 1-61,-3 1 0,3 1 1,-5-2-1,-1-2 96,-6 2 0,0 1 0,-4 2 0,5 2-219,4 3 1,-6-2 0,-4 6 0,0 0-89,-1-1 1,4 4 0,-3-3 0,2 2-29,-2-2 0,3 4 0,-3-4 0,3 2-48,2-2 1,-5 3 0,-2-4 0,1 1-164,0 0 0,-6-1 1,4 3 164,0-2 1,-4-1 0,2 1 0,-4-3-30,-5 0 1,4-4 0,-4 4 80,3 0 0,0-3 1,-1 5-1,-2-1-46,2 1 0,2 1 0,0 5 0,3 0 55,2 0 0,-1-5 0,5 0 1,-1 2 36,1 1 0,-1 1 1,2-3-1,-3-2-17,0-2 0,-6 0 0,1-2 55,-4 0 343,-2 1-65,-1-5 0,0 6-237,-4 3 1,-2-1 0,4 0 0,0-1 71,4 1 1,-3 1 0,2 7 0,1 0-212,-3 3 0,6-1 0,-6-2 0,3 1-97,-1 1 1,0 5 0,5-4 0,0-2 24,0-2 0,-5-1 0,0-2 0,0-1-124,-1-2 1,3-4-1,-7 4 244,-1 2 0,0-4 1,0 3-1,2 0-53,-2 3 0,-1-4 0,-2 0 0,0 2 199,0 1 1,0 3 0,0 2 0,0 2-344,0-2 1,0-2-1,0-1 434,0 0 1,6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2:43.880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278 125 32767,'-34'0'-79,"-3"0"1,-3 6-1,-2 2 1</inkml:trace>
  <inkml:trace contextRef="#ctx0" brushRef="#br0" timeOffset="501">153 152 31571,'-14'0'-742,"0"0"0,0 0 0,1 0 730,-1 0 0,0 0 0,0 0 18,0 0 1,0 0 195,1 0 1,5 0 1,2-1 0,7-2-635,4-2 0,-2-4 141,6 4 1,-4-1 121,4 2 0,0 2 0,5-2 75,0 2 1,1 2-1,2-2 1,5-1 61,4-1 1,0-1-1,9 5 1,1-1 25,-1-4 0,7 2 0,4-5 0,-3 1-23,-5-1 1,1 3 0,-7-2 0,-1-1-26,-2 0 1,-12 5 0,-5-3 112,-4 0 1,-5 3-1,-8-5-21,-4 2 0,-8 1 0,-3 5 0,0 0-109,0 0 1,-3 5-1,3 1 1,-1 0-157,-4 0 0,0 5 0,1-3 0,1 1 110,-2 0 0,5-6 0,2 3 0,2-1 190,3 0 1,-1-1 0,1-2 1219,4 2-1405,3-2 0,14 4 0,6-6 0,7 0 618,5 0 1,3-4-1,2-3 1,3 1-244,1 0 0,1-3 0,1 4 1,-4 1-373,1-3 1,-9 6 0,3-4 0,-2 4-433,0 1 0,-5 1 285,-2 4 0,-10 15 0,-3 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2:56.333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84 331 28157,'-10'-6'-794,"1"-4"0,-2 0-709,-1 1 1,3-4-1,0 4 516,-2-3 0,5 2 162,1 1 0,4 0 232,1-5 1,0 5 0,1 1 417,4 2 0,-2 1 724,6 5 0,-4 2-833,4 3 1,-5-2 0,6 4-1,0 0 466,3-4 1,1 3 0,1-2-1,3-1 240,5-1 1,5-2 0,6 0 0,9 0 124,11 0 0,9-2 0,11-2 0,4-5 21,4-4 1,-4-1 0,-3 1 0,-5 0 73,-12 4 1,-7-3-1,-11 3 1,-3-4-221,-5-1 0,-11 1 0,-5-1-733,-5 0 1,-8 0-1,1 0-337,-2 0 0,-7 5 0,-1 1-117,-2 2 0,4 3 0,-5 8 482,-2 4 0,-2 16 0,0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3:04.383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817 471 30146,'-69'1'-213,"1"2"-499,4 2 0,-7 6 1,5-4-1,1 3 337,2-1 0,9-1 0,8 1 0,5-5 421,4-2 1,8-2-1,9-2 1,3-2-595,4-5 1,9-8 0,-1-3 0,2-2-112,-1-2 0,2 2 0,-4 1 0,0-1-236,-4 0 0,3 6 421,-2-3 0,-7-2 0,-5-1 0</inkml:trace>
  <inkml:trace contextRef="#ctx0" brushRef="#br0" timeOffset="266">84 402 29804,'0'-14'-2458,"0"0"0,0 0 1,0 0-1,-2 2 1265,-2 3 0,2-4 0,-4 6 0,1-2 695,1-1 0,-1 1 0,5-5 38,0 0 1,0 5-1,2 1 1,2 1 1063,5-1 1,11 5 0,8-3 0,9 0 105,8-4 0,7-2 1,11-3-1,8-2-75,4-2 1,2-4 0,1 3 0,-4 0-731,-3 0 0,-20 2 0,-11 6 459,-13 2 1,-16 4 0,-16 8-582,-12 2 539,-7 4 0,-10 12 1,-1 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3:18.3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2173 347 7573,'-4'-14'-201,"-1"0"463,2 0 1,2 4 0,1-3-1,0-2-99,0 0 1,0-1 0,1 1 0,2-2 5,2-2 1,1 1-1,-3 3 1,2-2-61,-2-2 0,-2 1 0,-1 4-33,0 0 0,-1 2 0,-4 3 1,-6 4 30,-6 3 1,0-2 0,-7-1 0,-4 2-36,-3 2 1,-9-1 0,0-1 0,-6-2-62,-3 2 1,-3 2-1,-8-1 1,-5-1-80,-2-1 0,-7-1 1,0 5-1,3 0-45,5 0 0,5 0 1,5 0-1,3 1 57,2 4 0,3 3 1,5 7-1,-2 2 17,-1 2 0,-4 5 0,2-1 0,-1 5-3,-4 4 1,4-1 0,-3 6 0,-3 1 47,-4 2 0,-1 2 0,5-1 1,-1 1 19,1-1 1,-3 4 0,2-2 0,9-3 31,7 0 0,7-5 0,9 1 1,4-1-11,4 0 0,6-4 0,10 3 1,1-2-11,4 1 0,4 5 1,9-3-1,6 2 108,2 0 1,7-1-1,6 4 1,4-2-233,3 0 0,2 5 0,-2-6 1,5 2 53,2-2 1,7 3 0,0-5 0,0 2-2,2 0 1,-4-8-1,7 0 1,-1-6 105,0-3 0,-3-3 0,-6-7 0,1-6 73,-1-2 0,5-2 1,2 0-1,1-2 35,3-2 1,-2-10 0,6-11 0,2-4-101,-1-3 1,2-2-1,-10 5 1,0-1-69,-3 4 0,-4 3 0,-5-2 0,-5 4-245,-3 1 0,3 2 1,2 2-1,1-2-8,3-5 1,-4 1-1,-1-1 1,-1-2 99,1-1 1,-3-1-1,-7-3 1,-5 0 65,-2-3 1,-4-7 0,-3-1 0,-6-7 192,-6-1 0,-1-5 0,-5 3 1,-2-2 232,-2-3 0,-11 2 1,-6 4-1,-5 5-65,-8 7 1,1 4 0,-6 8 0,0 3-265,-3 4 0,4 5 1,0 4-1,4 2-142,1 2 1,1-4 0,1 6 0,1 1-18,2 1 1,4 1 0,-2-2 0,1-4 50,3 0 1,-3-1-1,2-3 1,1 2 75,1-2 1,2-1-1,1 0-180,-1 3 0,0 1 0,0 5 0,0-2-94,0 2 0,-1 2 0,-2 1 0,-3 0-47,-1 0 1,-3 0 0,-3 1 0,-1 4-498,0 4 1,-1-1 826,-3 1 0,-3 6 0,-7 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3:27.2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42 128 7711,'7'-14'-482,"4"0"740,-6 0 0,1 7-182,-2 2 1,-2 5-1,3 5 1,-4 4-8,-1 3 1,-1 2-1,-3 0 1,-2 1-14,-1 4 1,-1-4 0,-1 3 0,3-1 41,-1 2 1,6-4 0,-5 2-1,1-5-17,1-2 0,-1-1 0,5 5 0,0-1-131,0 1 1,-2-4-1,-1-1 1,-1 2-38,1 1 1,1-3 431,2 0 62,0 0 0,5-9 0,1-7-252,2-9 1,-4-8-1,5 1 1,2-3-142,1-2 0,-2 0 0,-1 1 1,2-1-60,1 0 1,3 1 0,2 0 0,2 4-120,-2 5 0,3 3 1,0 2-1,1 2-243,4 2 1,-4 6-1,1-1 1,-2 2-53,-3 2 1,0 2 0,0 2 0,1 5 458,-1 4 0,-2-6 0,5 12 0,2-4 0</inkml:trace>
  <inkml:trace contextRef="#ctx0" brushRef="#br0" timeOffset="465">471 211 8062,'-7'-20'-161,"6"4"-1032,-4-2 1436,4 3 0,-4 8-69,1 7 0,-6 7 0,6 6 0,1 1-2,1 0 1,-3 0 0,1 0-149,1 0 1,1-1 0,2 1 0,0 0-27,0 0 0,2 0 0,1 0 0,3-1 32,2 1 1,-4-1 0,6-3-1,-1 0-48,-2 0 1,6-2 0,-4 0 0,2-1 13,-2 1 0,3-5 68,-2 2 1,2-4-66,2-1 0,-5-6 1,0-3-43,2-3 1,0-2-1,-1 0 1,-2 0-72,-2 0 1,3 5-1,-2 1 62,0 2 1,3 2 0,3 4-5,1 0 1,-5 0 0,1 1 0,-1 4 69,-1 4 0,4-1 0,-3 1 131,3 2 0,2-1 0,0 0 109,0-6 0,0-2 1,0-2-264,-1 0 1,1-2 0,0-2 0,-2-6-153,-2-2 0,2 3 1,-4 0-1,1-2-818,0-1 979,0-2 0,5-6 0,0-2 0</inkml:trace>
  <inkml:trace contextRef="#ctx0" brushRef="#br0" timeOffset="681">1301 169 8062,'8'-1'1339,"-4"-4"-1387,-2-3-280,-2 1 0,-2 1 297,-2 6 0,1 1 1,-7 4-1,0 5-56,-3 7 1,-5 0 0,-2 6 0,0 3-97,0 5 0,-3 0 0,3 4 1,0 1-109,0-1 0,1-4 0,6 1 0,0-4 291,4-5 0,3-9 0,18-14 0,4-8 0</inkml:trace>
  <inkml:trace contextRef="#ctx0" brushRef="#br0" timeOffset="832">1218 321 7691,'0'-27'-165,"0"-1"0,0 0 0,0 1 0,0 1 920,0 3 0,-2 9 0,-2 9-528,-5 4 1,1 2 0,0 4 0,2 4-213,3 3 1,-3 7 0,1-1 0,2-1-172,2-2 1,2 4-1,4-1 1,4-1-439,3-1 1,2-3 0,0 1-1,1 0 594,4 0 0,2 6 0,7 1 0</inkml:trace>
  <inkml:trace contextRef="#ctx0" brushRef="#br0" timeOffset="1181">1965 266 8062,'-14'-6'-96,"1"3"0,-1-5 0,0 2 92,0 3 0,0 1 47,0 2 0,2 7 1,1 2-1,4 3 137,0 2 0,-2 0 0,3 0 0,0 1-68,0 3 0,-3-1 1,2 5-1,1-1-120,0 1 1,-3-4 0,4 4-1,2-2-208,2-3 0,1-2 231,0-1 1,1-8 0,4-6 201,4-7 0,3-7 0,2-3 0,0-3-137,0-2 1,0 4 0,0-5 0,-1 0-123,1 1 0,0-2 0,0 4 0,0 0-184,0 0 0,4-4 0,0 6 0,-2 0-41,-5-2 0,2 6 0,0-2 0,4 6 21,0-1 0,-2 5 1,-1 1-1,0 4-184,0 1 0,-1 1 430,1 4 0,6 2 0,2 7 0</inkml:trace>
  <inkml:trace contextRef="#ctx0" brushRef="#br0" timeOffset="1597">2339 266 10802,'-8'14'-249,"2"0"1,6 0 0,0-1-5,0 1 1,0 5 0,0-1 0,2 1 35,2 1 0,4-5 1,6 3-1,0-2 145,-1-2 1,1-5 0,0-1 377,0-2 0,0-2 1,0-4-68,-1 0 1,0-1-1,-2-5 1,-2-7-318,2-4 1,-4-1 0,1 3-1,0-2-58,-1-2 1,-2 1 0,3 4-1,-1 0-320,1 0 0,-3 0 15,4 1 542,0 5 0,3 3 0,-2 10 1,-4 3 168,0-1 1,-5 6 0,6-6 0,-3 3-13,1-1 1,6-5 0,-2 4-121,3-2 0,2 3 0,0-4 0,0-2 7,-1-1 1,1-4 0,0-1 0,0-3-261,0-2 1,-5 1 0,0-4 0,0 2-548,-1-2 0,4 0 0,-4 0 0,1 2 662,1-2 0,-1-7 0,5-4 0</inkml:trace>
  <inkml:trace contextRef="#ctx0" brushRef="#br0" timeOffset="1765">3169 100 8035,'8'-9'326,"-2"0"1566,0-2-1601,-4-1 1,-1 10 0,-7 7 0,-1 5-637,-4 4 0,-2 5 0,0-1 1,-1-1-16,0-2 1,0 4 0,0 1 0,0 0 98,1 0 0,-6 4 0,1-2 1,1 1-125,1 0 1,7-1-1,1 2 385,2-1 0,-4-6 0,2 3 0</inkml:trace>
  <inkml:trace contextRef="#ctx0" brushRef="#br0" timeOffset="1929">3059 155 8018,'0'-20'0,"0"-1"-274,0-1 1,0 2 620,0 7 0,4 11 1,2 8-1,0 10-238,1 7 1,3 0-1,-2 3 1,1 3-496,1 0 1,-3-4 0,4-2-1,0 0-446,4-2 832,-1 6 0,12-12 0,-4 5 0</inkml:trace>
  <inkml:trace contextRef="#ctx0" brushRef="#br0" timeOffset="2264">4055 335 8018,'-8'-10'252,"4"-4"1,1 1 0,0 4 1751,-2-2-2151,0 5 128,5 0 0,-1 6 0,-2 2 1,-3 1-90,-2 1 1,-1 12-1,-5-2 1,0 2-223,0 4 1,0 2 0,0 6 0,1-1-42,-1 1 1,5-2-1,1-1 1,0-4 163,0-1 1,5-1 319,-1-5 0,4-7 0,4-4 1,6-6 400,2-6 0,2-9 0,0-5 1,1-4 44,3 0 0,-2-1 1,2 0-1,-2 1-792,-2-1 1,4 0 0,0 1 0,1 0-236,1 4 0,0 2 0,4 4 0,0-1-526,0 1 994,2 1 0,2 2 0,0 1 0</inkml:trace>
  <inkml:trace contextRef="#ctx0" brushRef="#br0" timeOffset="2715">4622 252 8368,'-16'-23'1217,"2"0"-1052,3 6 1,2 2-456,-1 6 241,7 6 1,-3 3 0,6 9 47,0 3 1,0 7-1,0-1 1,0 0-84,0 2 1,0-4 0,2 4-1,1-2 44,1 1 1,3-1 0,-4-4-1,3 0-50,2 0 1,-4-1 0,4 1 93,-2 0 0,5-6 0,-2-4 51,3-2 1,2-2-1,0-2 1,1-2-22,4-5 0,-4-5 0,5-5 1,0-2-72,3-1 1,-3-8 0,0 3 0,-1 1-188,-1 2 1,1 5 0,-6-2 0,1 1-104,0 3 1,-2 6 0,-1 3 265,-2 2 0,-1 3 0,1 8 0,-4 4 63,-4 3 0,-1 2 1,2 1-1,1 2 173,2 2 1,-1-1-1,-4-2 1,0 1 213,0 1 1,2-4-1,1-5 77,1 2 0,7 0 0,-2-2-131,4-5 0,1-4 0,-1-4-394,1-5 1,0-4 0,-2-1 0,-1 1-372,-2-1 1,-4 1 0,3 3-1,-1 0 430,1 0 0,1-9 0,5-2 0</inkml:trace>
  <inkml:trace contextRef="#ctx0" brushRef="#br0" timeOffset="2948">5688 128 7959,'28'-6'29,"6"-2"1,1-4-1,0 1 151,-2 2 0,-6 1 1,-4-3-1,-4 3-145,-4 2 0,-3 0 31,-2 2 1,-10 2 0,-10-3 0,-3 5-94,-6 5 1,-2 3-1,-7 6 1,-1 1-127,-4 3 1,3-2 0,-6 4 0,3-2-15,2 1 1,0 1 0,0-3-1,1 1 54,3-1 1,0 3 0,5 0 0,-1 0-20,0 0 0,6 3 0,-1-3 0,2 0 132,2 0 0,1 4 0,-1-2 0</inkml:trace>
  <inkml:trace contextRef="#ctx0" brushRef="#br0" timeOffset="3099">5577 114 7959,'5'-32'0,"0"-1"1303,-2 3-937,4 13 0,-5 15 0,4 17 0,-1 7-332,-1 7 0,1 0 0,-5 7 1,1-1-266,4 1 0,-2-6 0,6 3 0,2-4-86,1-2 1,7 1 0,-1-2 316,-1-3 0,11-3 0,1-6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3:31.4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56 304 7967,'-8'-6'-1506,"0"4"1878,4-2 0,-3 1 796,-2-2-831,-3 3 0,10-10-226,-2 3 1,2-3 0,2-2 0,2 0-16,2 0 0,4-4 1,7-1-1,2 1-73,2-2 0,-1 4 0,-2-2 0,1 4 20,1 5 1,0-2 0,-4 6 0,0 2-26,0 2 1,0 1-1,0 0 1,1 0 9,4 0 1,-1 6 0,8 2-1,6 1-32,7 0 0,1-4 0,12 2 1,5 0-96,6-4 0,9-2 0,2-1 1,0 0 67,1 0 0,-2-6 0,5-2 0,0-1 80,-1 0 0,-6 0 0,-6-5 0,1 2 39,1 2 0,1 0 0,-3 5 1,-7 0-34,-6-1 1,-10 5-1,-11-4 1,-7 5-51,-5 5 0,-10-2 0,-4 6-36,-4 2 0,-1 1 46,0 2 0,-5-5 0,-1-1 534,-1-2-186,4-2-347,-10-4-118,12 0 1,-5 7 44,6 2 1,0 3-1,0 4 1,0 0-40,0 3 0,0 6 1,0-1-1,0 5 126,0 4 0,1 4 0,2-5 0,2 0-43,-2 2 0,3 0 0,-1 3 1,-1-5-36,2-3 1,-4-3 0,4-1-1,-1-4-308,-1-1 0,1-1 0,-5-5-1028,0 0 1384,0 6 0,-6 1 0,-2 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3:43.48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83 457 8459,'-14'-6'-636,"2"3"0,1-5 838,2 2 1,4 1-1,-2 4-56,0-4-207,3 3-263,4-4 812,0 6-238,0 0 1,-5-1 0,1-4-140,1-4 1,1-3 0,2-4 0,0-1-26,0-1 0,6-8 1,3 0-1,4-5-109,1 0 0,-1 3 1,1 5-1,-1 5 1,-4 2 1,3 3 0,-3 0-94,4 4 1,-4 3 0,0 6 102,2 0 0,3 0 0,3 0 0,3 0 10,1 0 1,2 0-1,6-2 1,2-1-37,1-1 1,5-7-1,-4 3 1,-3-1 5,0 0 1,-3 6-1,-1-2 1,1 4 54,0 1 0,-2 0 0,9 0 0,-2 0-27,0 0 1,7 0 0,-2 0 0,3 0 34,1 0 1,1 0-1,-1 0 1,-1-2 76,-3-3 0,1 2 0,-5-4 0,-3-1-67,0 0 1,-7 5-1,-2-1-221,-1 2 0,-3 4 0,-8 4 40,-4 8 1,-3 1 0,-2 8 0,0 2 97,0 1 0,0 1 1,0 1-1,0 1 114,0 4 0,0 0 0,0 4 1,1-3 147,4 0 1,-2-5 0,6 5 0,2-2 11,1 1 1,7-1-1,1-4 1,1-2-180,4-3 1,1 6 0,1-4 0,1-1-271,0 2 0,0-4 1,-1 1-1,-1 2 217,-3 1 0,4 1 0,-6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01.473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56 623 25150,'6'-14'-3336,"-3"0"1,5 0 2960,-2 1 0,-1 3 1,-5 1-1,0-2-142,0-1 1,0-2-1,0 0 1,0 1 251,0-1 1,0 0 0,-2-1 0,-2-2 152,-6-2 0,3 1 0,-1 4 0,0 0-126,1 0 0,2-1 1,-3-2-1,2-2 7,3 3 1,2 0-1,-1 2 1,-1 0-518,-2 1 1,1-1 0,4 0 766,0 0 1,4 5 0,3 1-1,0 2 460,4 3 1,3 1-1,4 2 1,7 0 70,6 0 1,10 0 0,11 2 0,8 1-218,10 2 0,11-1 1,13-5-1,-44-1 1,0-1-106,3-1 1,0-1 0,2-2 0,-1 0 0,1-1 0,-1-1-1,0 0 1,0 0 225,0 0 1,-2 1 0,36-11 0,-5 4 0,-11 3 234,-7-1 0,-4 7 0,-7 0 0,-3 1 166,-5 1 1,-3-1 0,-2 5-1,1 2-262,-1 2 0,-5 2 1,-4 5-1,-3-2-825,-1 2 1,0 3-1,-2 3 1,-3 1-187,-5-1 1,-7-1 0,-3-2 0,-1-1 780,1 1 0,-5 0 0,2 0 0,-4 0-957,-1 0 1,-4 1-1,-2 2 1,-2 1 206,-3-1 0,-3 0 0,-3 0 0,-3 3-52,-1 2 1,-2-1-1,-5 4 1,1-1-460,-1 6 0,0-1 719,0 8 0,-5 6 0,-3 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11.0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344 62 8389,'-3'-8'0,"0"0"0,0 0 729,-1 1 0,-2-1-155,1 0-938,-2 0 170,3 4 0,0 2 0,4 4 227,0 3 0,0 0 0,1 0 79,2 1 0,-2-2 0,1 1 0,-1 2 10,-1 3 1,3 2 0,-1 4-1,1 2 12,0 2 1,-1 7-1,2 5 1,0 6 138,-3 8 0,3 10 1,-2 7-1,1 5-139,0 5 1,-1 5-1,3 2 1,1 0-146,1-2 1,1-7 0,0-10 0,-1-6-281,1-5 0,-1-5 0,-2-7 1,-2-8-69,-3-7 1,0-5-1,0-4 1,-3-3 31,-2-2 1,1-3 0,-2-7 77,0-2 0,0-4 0,-1-6 0,1-3-344,1-5 593,-1-3 0,-1-10 0,-1-2 0</inkml:trace>
  <inkml:trace contextRef="#ctx0" brushRef="#br0" timeOffset="433">267 69 7950,'0'-7'40,"0"-1"58,0 0 1,0 0 0,1 2-270,1 0 298,-1 3 334,6 3-207,-6 0 1,2 1-1,-4 1-69,-1 0 0,-3 3 1,-5-1-1,-1 0-125,-1 2 1,-1 1 0,-3 1 0,-1-1-168,-1 1 0,-5 0 0,1-1 0,1 1-68,-2 0 1,2-1 0,0-1 0,4-1-419,3 1 1,4-2 120,5 1 1,6-3 0,7 1 471,7-3 0,7-3 0,6-1 0</inkml:trace>
  <inkml:trace contextRef="#ctx0" brushRef="#br0" timeOffset="613">344 38 8096,'-8'-2'0,"1"-2"422,2 0 1,-2 0-2,2-1 0,2 2 0,1 6 0,4 2-578,3 2 1,5 1-1,3 3 1,3 1-344,2 3 1,0 0 0,4 2 0,-1 0 106,0 1 1,1 1-1,1-2 1,1 2 392,2 1 0,-2 0 0,3 3 0</inkml:trace>
  <inkml:trace contextRef="#ctx0" brushRef="#br0" timeOffset="780">614 208 7950,'-8'0'860,"1"0"1,-1 0-440,0 0 0,3 1 0,1 2 1,0 2-480,3 2 1,4 4 0,5 2 0,5 2-2812,4 3 2869,6-2 0,8 3 0,4-3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28.6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292 77 8005,'0'-11'-26,"0"3"0,0-3 1,0 3 506,0 0 1,-1 0 0,-1 1-49,0-1 0,-4 4 0,0 1 1,0 2-331,-2 1 1,-1 1 0,0 2 0,-2 2-154,-1 2 1,-1 4 0,-3 1 0,-2 2-102,0 1 1,0-1 0,0 5 0,0-1-45,1 0 0,-1 3 1,2 0-1,2 0 129,2 0 0,3 4 1,3-1-1,1 1 115,2 2 1,2-1-1,5-3 1,6-1-16,4-1 1,0-1 0,8-4 0,1-5 32,2-4 1,6-5 0,1-5-1,2-6 99,3-5 0,-2-5 0,0-5 1,-3-2 30,-5-2 1,-6-1 0,-6 0 0,-5 4 24,-4 1 1,-3 1-1,-6 2 1,-2 2-194,-2 3 1,0-1 0,-1 6-1,0 0-1098,0 0 1,2 1-154,0 2 0,4 4-186,4 1 1408,6 6 0,4 1 0,4 4 0</inkml:trace>
  <inkml:trace contextRef="#ctx0" brushRef="#br0" timeOffset="233">925 232 8340,'-1'-12'553,"-2"1"1,-1 0 0,-4 1-172,1 1 0,1 3 0,1 1 0,0 3-319,1 3 0,-3 3 0,1 6 1,-3 3-362,-4 2 0,-2 1 0,0 1 1,-2 2 116,-1 1 1,2-3-1,-3 2 1,1-1-100,0 0 1,-1 0-1,2-3 1,-1 0 38,1-2 0,3 0 0,2-2 1,1-3-160,2-2-347,0 1 747,5-6 0,0-1 0,4-4 0</inkml:trace>
  <inkml:trace contextRef="#ctx0" brushRef="#br0" timeOffset="449">655 193 7998,'-8'-19'291,"0"4"0,1-1 0,1 4 2017,1 3-1679,3 0 1,0 8 0,4-1-597,4 4 1,1 5 0,4 4 0,1 1-36,3 1 0,3 3 0,1 2 0,1 2-78,1 3 1,1 1 0,2 2 0,2 3-242,2 3 0,0 0 1,-1 2-1,1 0-204,-1-1 1,-1 1 0,1-4 0,-1-3-412,-4-4 0,-5-4 936,-7-6 0,-1 2 0,-2-3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32.2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216 321 8492,'-3'-12'651,"1"1"1,-2 5-738,0 1 1,1 3 0,0 0 225,-2 1 1,-2 4 0,0 3 0,-2 0-284,-1 2 1,1 1 0,-2 1 0,1 3-132,-1 1 1,-1 1 0,0-1 0,1-1 149,0 0 1,-2 4-1,3 1 1,0 0 141,-1-2 0,3-1 1,-1 1-1,4 0 169,2 2 0,0-2 0,3 2 0,1-1-31,2-2 1,3-2-1,6-1 1,-1-2 139,0-3 0,5-2 0,0-5 0,2-2-95,1-3 1,3-4 0,-2-7 0,0-2-248,1-3 1,-2 1-1,2-3 1,-3-1-230,-2 0 0,-4 0 1,-1 2-1,-4 0-25,-2 2 0,-1 0 0,-4 0 1,-1 2-188,-2 5 1,2 1-1,-4 3-780,-1 1 1267,-1-1 0,2 8 0,2-2 0</inkml:trace>
  <inkml:trace contextRef="#ctx0" brushRef="#br0" timeOffset="450">587 151 8101,'1'-23'171,"0"0"0,2 3 305,-1 2 0,-1 1 0,-1 3 335,0 1 0,-4 2-742,-1 3 1,1 5-1,-1 3 1,1 4-147,0 3 1,1 4 0,-1 3 0,0 4 33,-1 5 1,1 4 0,-2 7-1,2 1-7,0 0 1,2 5 0,2 0 0,0 2 30,0 2 0,0-2 0,1 0 0,0-4-34,2-2 1,3-4 0,-2-5 0,1-4 238,1-6-216,-5-8 0,3-6 0,-3-6 0,0-2-223,2-2 1,4-3-1,0-1 1,5-1 3,3-2 0,3 0 0,1-2 0,1 1 111,1-1 0,-2 4 1,-1 2-1,-2 1 506,0 2 0,-3 2 0,-1 3 0,-1 3 133,-2 4 0,-3 3 0,-2 8 1,0 0-131,-2 2 1,-2-1 0,0 3-1,0 0-332,-3-1 0,-2 3 0,-5 2 0,-3 0-77,-2-2 0,-1-4 0,-2 0 0,-3-1-256,-1-2 0,-1-3 1,-1-2-1,-1-1-54,-1-1 0,0-3 0,4-1 0,2-1-108,1-1 1,7-2 0,1-2-1,3-4 456,0 0 0,4-6 0,0 0 0</inkml:trace>
  <inkml:trace contextRef="#ctx0" brushRef="#br0" timeOffset="570">656 776 7982,'-21'0'0,"-3"0"0,-1-1 1259,1-1 1,3 1 0,6-2 0,4 3-1260,6 3 0,8 1 0,9 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35.4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316 331 8166,'-5'0'939,"0"0"1,0 0-844,-3 0 0,0 0 87,0 0 0,3 0-80,0 0 1,3 0 0,-4 0-129,0 0 0,0 1 1,-2 2-1,-1 4-104,-1 5 1,-5 5 0,-6 9 0,-2 6 51,-3 6 0,1 6 0,-2 6 0,1 4 33,4 1 0,5-7 0,8-6 0,3-7-5,3-6 0,3-15 1,3-6-1,2-5 85,2-3 0,4-5 0,2-2 0,2-5 95,3-3 1,3-5 0,5-3-1,3-6 96,4-6 1,-1-2-1,4-7 1,0-1-62,-1-3 1,-1-4-1,-8-4 1,-6-1-312,-9-1 1,-7 3 0,-10 1 0,-7 5 44,-6 4 1,-6 8 0,-2 10 0,1 8-150,-1 7 1,-2 7 0,2 2-1,0 3-682,4 3 0,1 5 931,4 4 0,0 6 0,2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44.211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0 178 13613,'0'-7'-2801,"0"-1"2612,0 0 0,0 0 0,0 1 313,0-1 1,0 0-1,0 1-93,0-1 0,0 0 0,0 0 0,0 1-98,0-1 1,0 3 0,0 0-114,0-1 1,1-1-413,2-1 180,-2 4 1,5 1 498,0 6 1,0-1-1,3 2 1,0-1 100,2-1 0,0-1 0,-2-1 0,2 0 92,1 0 1,0-4-1,1-1 1,-2-1 11,-3 1 0,-1-2 1,-1 3-535,-1 0 0,-4 0 1,-1 4 135,-4 0 1,-4 1 0,-2 3 0,-2 2-74,0 4 1,-3 0-1,3-2 1,0 0 173,2-1 1,1 0 0,2-2 0,-1-1 531,0-1 1,4-3 0,1 0-137,2-4 0,1-3 0,0-1 0,0 0-42,0-3 1,1 3-1,1-2 1,1 1-260,2 1 1,-1 3-1,2 1 1,0 0-259,3 3 0,-1 0 0,5 1 0,0 0-244,-1 0 1,2 1 0,-1 1 0,2 3-34,0 2 0,-3 1 1,-1 0-1,-3-1 6,0-2 1,-4 2-1,-1-2 316,-2 2 1,-5-1-1,-1 0 1,-3 0 327,-2 0 1,1-3 0,-1 0-1,2-2 99,0 2 1,0-2 0,0 1-142,1-1 0,0 0 0,1 1 235,1 0-373,3 1 0,-1-7-136,3-1 0,0 1 0,0-1-131,0-1 0,2 2 227,1-2 0,0 2 0,-1-2-512,0 1 0,1 2-814,-3-2 967,3 4 1,-1-4 290,3 3 1,-2 1 116,2-2 37,-3 2 0,5-2 0,-3-1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54.6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240 93 8131,'-5'-4'-147,"3"-1"0,-2 1 1,2-1-1,-1 0-100,0 0 0,2-2 0,-2 2 390,-1-2 1,3 0 0,-2-1 234,-1 0 0,4 3 1,-4 0 264,1-1 0,1 3-381,-3 0 1,2 2 0,-1 2-221,1 2 1,-3 2-1,4 5 1,0 3-119,1 1 1,1 5 0,0 2 0,0 2 5,0 3 1,1 4 0,1 4 0,1 2 81,2 4 1,0 1 0,2 4 0,-1 1 57,-1 1 0,0 2 0,2-2 0,-1-1-15,-1-3 0,-3-3 1,1-1-1,0 0-49,-1-1 0,1-3 0,-3-5 0,0-3 10,0-3 1,0-3 0,0-1 0,0 1-76,0-1 0,-3-4 0,1-4 1,0-1 23,1-2 0,0-1 285,-1-3-58,1-1 1,-3-5-1,3-1 1,-1-1-85,-3-2 1,-2 3-1,-2-3 1,-1-1 39,-3-1 1,-1-1 0,-3 0-1,0 1-3,-1-1 1,-3 0-1,3 1 1,1-1-218,1 0 0,4 0 0,2 1 1,2 1-528,3 1 1,1 0-1,4-3 109,0 1 1,4 2 0,1 0-1,3 2-164,2 1 1,-1 3 0,5 4 0,2 5 653,1 4 0,4 9 0,-1 1 0</inkml:trace>
  <inkml:trace contextRef="#ctx0" brushRef="#br0" timeOffset="133">247 1212 8088,'0'-8'-170,"-2"-2"1,-1-2 609,2-2 0,1-2 0,2-6 1,4-3 114,4-2 1,5-4 0,6-1-1,2 2-351,3 3 1,2 7-1,5 2 1,5 2-169,5 3 0,-1 3 0,6 5-36,0 2 0,7-1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4:56.9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39 7692,'-12'-3'-54,"-3"2"0,6-6 836,-1 2 948,5 1-1559,2 1 1,6 4-1,2 1 1,2 2-134,1 3 1,-1 0-1,1 6 1,0 4-145,0 2 0,-1 7 1,-1 2-1,-1 3-190,1 3 0,0 1 1,0 3-1,-1 1-134,1 0 0,-3-4 0,1-3 0,-2-3 14,1-6 1,0-3-1,-1-6 416,1-1 0,-1-5 0,-2-5 0</inkml:trace>
  <inkml:trace contextRef="#ctx0" brushRef="#br0" timeOffset="199">394 78 7692,'-8'0'258,"-2"0"1,0 0 625,1 0 0,0 1 1,1 2-1,0 5-569,-3 4 0,3 3 0,-2 3 0,4 3-498,0 1 1,5 6-1,-2 2 1,3 2-364,3 1 0,2-2 0,5-3 0,3-2-39,2-2 1,3-3 0,0-2-1,2-4 585,2-3 0,0-2 0,1-2 0</inkml:trace>
  <inkml:trace contextRef="#ctx0" brushRef="#br0" timeOffset="500">765 147 7692,'-4'-15'232,"-4"-1"0,-3 3 0,-6 2 0,-1 3 308,-2 3 0,-2 4 1,-1 2-1,2 5-436,0 4 1,4 1-1,0 3 1,3 2-203,4 4 0,4 3 0,2 2 0,0 1-198,2-2 1,5 4 0,3 0 0,3 3 205,4 3 0,2-3 0,0 3 0,1-3 159,-1 0 0,3-3 0,1-4 1,1-5-15,1-6 0,2-7 1,0-4-1,1-4 76,1-5 1,2-7 0,1-13-1,-4-4 36,-3-7 0,-7-2 1,-2-5-1,-5 0-367,-5 0 0,-4 3 0,-4-1 0,-4 1-218,-3 2 1,-1 4 0,-1 6-1,2 6-293,3 6 1,1 6 710,2 4 0,2 7 0,2 5 0</inkml:trace>
  <inkml:trace contextRef="#ctx0" brushRef="#br0" timeOffset="1050">1583 263 7676,'-12'-7'48,"2"1"0,1 2 134,2 0 1,-1-1 0,0 2 0,0-1 519,1 1 1,-1 0 0,0 1-726,1-1 0,-1 1 0,1 3-326,2 1 0,1 3 0,2 6 1,-2 2 76,0 4 0,2 3 0,0 4 0,1 3 144,1 4 0,0 0 0,0 5 1,0 0 39,0 0 0,0-2 0,0-5 0,1-3 155,1-6 1,3-4-1,2-6 1,1-5 105,0-3 1,0-7 0,0-5 0,2-8 35,3-6 0,-1-5 1,0-4-1,-1-2-57,-1-1 1,1 1-1,-1 2 1,0-4-469,-2-3 1,0 1-1,0 0 1,-1 5 315,1 2 0,3 5 0,1 0 0</inkml:trace>
  <inkml:trace contextRef="#ctx0" brushRef="#br0" timeOffset="1417">1969 186 7606,'-5'-12'0,"0"2"-189,-1 1 1,0 1 0,0 1 223,1 2 1,0-1-1,-2 4 129,2 3 0,0 6 0,4 6 0,-2 2-194,1 0 1,-2 3-1,-1 1 1,-2 2 14,-1 3 1,1 0-1,-1 3 1,-1 1 17,-1-1 1,1 1 0,-1 3 0,2-1 145,3-2 0,2-2 0,3-5 0,0-3 0,0-2 1,3-4 0,3-2 0,4-4-72,3-4 1,2-4 0,3-5 0,3-4 47,1-5 1,2-8-1,1-2 1,0-3-6,-3-2 1,-1-2 0,-5-1-1,-5 2-236,-4 0 0,-4 5 1,-3 1-1,-1 4-15,-1 4 1,-6 4 0,-4 9-1,-1 2-170,0 2 1,4 5 0,-1 2 0,2 2-919,3 3 1218,1 2 0,4-1 0,0 4 0</inkml:trace>
  <inkml:trace contextRef="#ctx0" brushRef="#br0" timeOffset="1733">2409 240 7663,'-13'-8'0,"1"0"246,1 1 0,1 2 0,3 2 0,1 0-2,1 1 1,3 0-195,0 5 1,1 1 0,1 5 0,-1 0-179,-2 1 0,2 7 1,-4-1-1,1 2 66,0 1 0,-1 3 0,-2 0 0,1 3 69,1 0 0,2 2 1,-1-2-1,0 0-41,3-1 1,0-4 0,2-3 0,1-3-37,3-4 0,3-5 1,2-4-1,3-5 60,2-6 0,4-11 1,1-5-1,2-4 109,2-3 1,-2 0 0,-1-4 0,-1-1-423,-1-3 1,-4 0-1,-5 3 323,-2-1 0,0 1 0,0-1 0</inkml:trace>
  <inkml:trace contextRef="#ctx0" brushRef="#br0" timeOffset="2234">3444 224 7673,'-31'4'-26,"1"-1"0,1 3 1,5-1 5,2 1 1,3 0 0,4 0 0,0 0 323,2 0 0,0 0 0,2 2 0,2 1-57,0 1 0,2 5 1,-1 4-1,0-1-208,0 1 1,1 2 0,0-3-1,2 0 2,2 1 0,0-4 0,0 1 0,2-6-199,3-4 0,6 0 0,5-4 0,1-1 105,2-2 0,2-5 0,3-5 0,2-3 60,3-3 1,-2-5 0,3 1 0,-3-3-90,0-2 1,0 0 0,-4 2 0,0-2-314,-2-2 1,-5-2 0,-4 0 394,-3 2 0,1-2 0,-3 2 0</inkml:trace>
  <inkml:trace contextRef="#ctx0" brushRef="#br0" timeOffset="2584">3729 232 7830,'0'-15'75,"0"-1"0,0 1 1,0-1-1,0 1-459,0 0 0,0 2 1,-1 1-1,0 3 533,-2 2 1,-3 5 0,1 0 0,-2 4-18,-1 6 0,1 6 0,-1 5 0,0 1-5,1 1 1,-2 1 0,0 1 0,-2 1-25,2-1 0,1-4 1,2-1-1,2-2-88,0-3 0,-1-2 1,2-3-1,-1-1-202,1 1-29,0-4 0,3-1 1,1-5 92,2 0 0,-2-4 0,5 1 0,0-3 198,4-2 1,-1 1 0,2-2 0,-1 0 44,0-2 0,1 1 1,-4-1-1,1 0-161,0 1 1,-1-2 0,-1 3 0,-2 0-181,-1 0 1,0 1 0,-3 2 220,0 0 0,0-3 0,0-1 0</inkml:trace>
  <inkml:trace contextRef="#ctx0" brushRef="#br0" timeOffset="2934">4007 263 7704,'-7'-5'233,"2"0"0,-2 2 0,2-1 233,-2 0 1,2 2 0,0 2-228,-1 0 0,2 0-741,-1 0 1,3 1 275,-1 1 1,2 0-1,1 3 1,0 1 100,0 1 1,3 2 0,0 1-1,-2 3 301,0 1 0,-3 2 0,-3 0 0,-1 2 103,-2 3 1,-2 0 0,3 0 0,-1-4 309,0-3 1,1-2-472,2-2 1,3-9 0,5-4 0,5-9-95,4-8 0,6-2 1,2-8-1,3-2-289,0-3 0,1-1 0,1-3 0,0-2-641,0 0 1,-2-3 905,-2 3 0,-2 0 0,-4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5:02.4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55 501 8047,'-5'-1'42,"0"0"155,-1-2 1,1-2-200,0 2 1,0 1-189,-3 2 1,3 0-397,0 0 461,3 0 1130,-1 0 872,3 0-1795,7 0 0,-2-4 1,5-1-1,0-2-63,0-4 1,2-1-1,3-4 1,2-2 23,1-3 1,2-4 0,6-4 0,2-2-40,2-2 0,4 1 0,0-1 0,0 1-170,1 1 1,-6 5 0,-7 3 0,-6 8-745,-4 6 921,-7 2 1,-3 6 37,-4-2-144,-3 6 357,1-2 709,1 2-544,3-3 1,-4 0 0,-1 1-429,-2 1 0,2-1 0,0 3 0,-1-2-187,-1 1 0,-2 2 0,0-2 0,-1 1-94,0-1 1,2 2 0,0-1 0,0-1 7,1 1 1,1 1-1,1-3 1,0 1-2,1 0 0,-3-2 1,3 3-171,-1-1 0,1-2-302,2 2 747,1-3 0,-3 0 0</inkml:trace>
  <inkml:trace contextRef="#ctx0" brushRef="#br0" timeOffset="115">464 92 8037,'-5'-3'315,"0"-2"1664,-1-2-2538,2 2 1,1 4 0,3 6 558,0 5 0,0 7 0,0 3 0</inkml:trace>
  <inkml:trace contextRef="#ctx0" brushRef="#br0" timeOffset="634">873 169 7963,'-3'-4'717,"2"-3"-406,-2 2 0,2-2 1,1 0-266,-3 2 0,2 1-462,-1 1 290,1 2 2231,1-2-1656,0 10 1,2 1 0,2 5-1,-1 1-255,1 2 1,2 7-1,-1 5 1,2 4-376,0 4 1,1 3 0,0 8-1,-1 2 10,1 3 0,0-5 0,-1-3 0,0-3-472,0-6 1,-3-5 0,3-4-492,0-5 1062,0-7 1,-3-14-1,-1-5 1,-3-2-146,-3-1 0,2-2 0,-4-1 0,1-1 217,0-2 0,-1-4 0,-3-2 0</inkml:trace>
  <inkml:trace contextRef="#ctx0" brushRef="#br0" timeOffset="883">842 162 7871,'-10'-11'227,"0"1"1,-1 0 0,4 2 0,-1 0 370,0 1 1,4-1 0,0 1 464,1 2-1007,2 1 1,-6 5 0,2 3 0,-3 3-13,-2 2 0,-2 5 0,-4-1 1,-1 1-218,-1 2 0,-4 2 1,2 0-1,-2 1-251,2 0 0,1 0 1,4-2 423,2 1 0,2 4 0,3-3 0</inkml:trace>
  <inkml:trace contextRef="#ctx0" brushRef="#br0" timeOffset="1065">997 15 7871,'-20'-4'399,"2"0"0,1 0 958,-1 1 1,5 3-1,0 4 1,4 4-617,1 7 0,4 7 0,1 7 0,2 3-609,1 2 1,4 5-1,5 0 1,6 4-619,8 1 1,4-2 0,7-1-1,2-1-825,1-2 0,6-2 1311,4 0 0,-1-3 0,4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5:04.8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30 587 8211,'-12'4'-407,"-2"-3"1,10 2 406,4-3 0,7 0 0,8 0 0</inkml:trace>
  <inkml:trace contextRef="#ctx0" brushRef="#br0" timeOffset="649">277 533 7397,'9'-1'-298,"1"-1"1,-1 1-1,1-2 1,-2 0 267,0 0 0,1 1 0,0 2 0,1 0 148,0 0 0,-1 0 1,-2 0 111,1 0 1,-3 0 84,0 0 0,-4 0-215,-1 0 1,-3 0 0,-4-1 0,1-1 75,1 0 1,2-2-1,-1 2 1,0-3-69,3-2 1,1-4-1,3-3 1,4-3-110,2-4 0,6-1 0,0-3 0,4-3-134,1-6 1,2 0 0,-2-1 0,0 0-5,-2 3 1,-3 3 0,-2 5 0,-3 2 142,-4 4 1,-3 8-1,-3 2 56,0 1 1,0 3 51,0-1 0,3 0 0,3-2 1,0 1-20,2 1 1,3 0 0,2-3 0,2 1-123,0 2 0,4-1 0,1 3 0,0 1-39,1 2 0,0 0 1,4 0-1,2 0-11,0 0 0,2 0 0,4 2 0,2 2 127,3 0 0,2-1 0,7 1 0,1-1 75,3-1 0,8-1 1,9-1-1,1 0-17,0 0 1,1 0-1,3 0 1,2 0-71,3 0 0,0 0 1,4 0-1,2 0-114,0 0 1,-1 1 0,0 1-1,-1 3-47,-3 2 0,-6 4 0,-6 2 0,-3 1 121,-4-1 1,-6 1 0,-6-1 0,-3 2-22,-1 0 0,-3 3 0,1 0 0,-2-1-45,-5-4 1,-6 1 0,-4-4 0,-5 1 242,-4 0 1,-5-5 147,-6 2 1,-2-5 0,-7 2 0,-3 1 62,-5 1 0,-6 1 0,-4-1 0,-3 1-341,-3 0 1,1 0-1,-1-2 1,1 0-554,-1 0 1,2-5-1,0 1 510,2-4 0,-4-5 0,3-5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5:09.2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394 31 8311,'-8'-4'-44,"0"-1"1,-2-1 0,0 0-1,0 2 257,2 1 1,0 0-214,0 3 1,3 1 0,1 1 0,1 4-159,1 4 1,0 0-1,0 5 1,-4 2 33,0 2 1,-2 0 0,-1 3 0,-1 3 58,-3 1 1,-2 3 0,0 2-1,-1 3 35,-2 2 0,-2 3 0,-2 1 0,1 0 34,3-2 1,5-1 0,3-6 0,2-4 20,3-2 1,2-9 0,3-4 77,3-5 1,1-3 0,3-6 0,-1-2 73,-1-4 0,0-6 1,0 0-1,-3-4 67,-1 1 0,-1 1 0,0 1 0,0-1-38,0 1 1,0-1-1,-1 2 1,0 0-112,-2 1 0,-2 4 0,2-2 0,-1 2-149,1-1 1,0 4-1,2-2-1221,-1 1 777,1 4 0,-3 0 0,4 6 0,0 2 498,0 2 0,-3 4 0,-1 1 0</inkml:trace>
  <inkml:trace contextRef="#ctx0" brushRef="#br0" timeOffset="149">31 517 8067,'-7'-1'0,"1"0"699,1-2 1,2 0-122,-2 0 0,4-1 1,-2-4-584,2 0 0,5 1 0,4-1 0,5 0-381,4 1 0,4-1 1,5-1-1,6 0 386,6-2 0,7-2 0,6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5:27.082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2581 733 19963,'13'-7'-976,"-1"-5"0,-1 3 0,-2-3 260,1-2 0,2 0 0,1-1 1,-3-1 545,-1-2 0,0-1 1,3 4-1,-1-1 93,-2-2 0,-6 0 0,1 3 0,-1-2-54,2-1 1,-4 0-1,4 4 1,-5-1-13,-5-3 0,2 3 0,-6-3 0,-3 3 159,-4 1 0,-1-1 0,-5-2 1,-3-1-130,0 2 1,-2 1-1,-1 1 1,1 2 199,0 3 0,-2-3 1,-2 3-1,-4-3 113,0-2 1,-2 5-1,3 0 1,0-1 14,-4-3 1,-6-2 0,-2-1 0,-1-2 8,0 1 1,-4 0 0,-2 1 0,-7-2 47,-8 1 0,-6 8 0,-3 5 0,-11 2-89,-8 2 1,41 1-1,-2 0 1,-2 0-1,1 2 1,0 2 0,1 1-121,1 2 1,0 0-1,2 0 1,1-1-1,0 3 1,1 0-1,1 0 1,0 0 19,-45 12 1,5 4-1,16 1 1,7 0-108,8 0 0,7 7 1,9 2-1,11 4-139,7 6 1,5 4-1,-3 8 1,1 6-50,-1 2 1,5 6-1,1 4 1,4 4 21,5 7 1,3 10 0,5-47 0,2 1 0,-1 0 0,1 1 32,1 0 1,1 1 0,0 3-1,2 1 1,1 3 0,3-1 0,-1 3-1,2 0-55,0 2 1,2-1 0,1-2 0,2-1 0,0-3 0,1-1 0,2-2 0,2 0 59,0-1 1,4-2 0,3-4 0,4-3-1,3-6 1,3-5 0,43 17 127,12-19 1,-40-21-1,2-5 1,5-2 0,1-4-1,1-3 1,0-3 128,0-4 0,1-5 0,1-2 0,-1-5 0,-2-5 0,-1-4 1,3-2-1,0-1 173,1-5 0,0 0 0,5-1 1,-1 0-1,-4-1 0,-1-2 0,-4 2 1,-2 0 23,-3-1 0,-1 0 1,-4 1-1,0 1 0,0-2 1,-1 0-1,-1 2 1,-1 0-170,-4 3 1,-1-1 0,26-33-1,-23 9 1,-12 4-309,-13 3 1,-10-3 0,-14 2 0,-8 3-166,-7 2 1,-4 4-1,-3-3 1,1 2-82,0 3 0,0 6 0,0 10 0,-2 6-305,-2 6 1,0 9 725,-5 5 0,3 7 0,-8 1 0,-3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5:36.199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489 185 24836,'5'-23'-6301,"1"0"5975,1-1 0,-4 3 1,3 0-1,-1 1 670,-1 4 0,2 1-48,-1 1-288,-4 7 1,4 7 0,-8 9 0,-3 3 135,-2 1 1,1 5 0,-4 2-1,2 1 52,-1 3 0,-3 2 1,0 1-1,-1 2-296,1 2 0,-1 4 1,1 7-1,-1 2 231,0 1 1,1 7 0,-1-2 0,1 2-129,-1 3 0,1 2 0,0-1 0,3-3-166,1-1 0,4 0 0,-4 0 0,0 0-229,2-1 1,-4-1 0,5-9 0,0-1-98,0 1 0,-3-2 1,4-3-1,1-4 83,-2-3 0,4-2 0,-4 0 1,2-1 181,-1-4 1,1-2-1,2-6 1,-1-1 31,-1 1 1,-1-5-147,5 0 0,0-5-815,0 5 422,0-6 916,0 3 0,0-7 1,0-4 232,0-4 0,-1-7 1,-2-4-1,-2 1 66,2-1 0,0-4 1,0 1-1,-3-3-60,-1-1 1,2 0 0,-3 0 0,1 1-441,-1 4 1,4 1 0,-4 4-1,1-3-338,-1-1 1,1 5 0,-4-2 0,4 3-215,1 1 0,-4 0 1,4 1-1,0-1-153,0 1 0,2 4 1,2 0-1175,-2-2 932,2-1 963,-4 4 0,12 8 0,2 8 0</inkml:trace>
  <inkml:trace contextRef="#ctx0" brushRef="#br1" timeOffset="166">68 1488 8307,'-9'-1'163,"2"-4"1,1-4 482,2-3 1,3-3-1,1-2 1,1-1 440,4 2 1,6-1 0,13 0-1,13-2-955,15-2 0,11-3 0,16-7 0,11 1-435,-40 17 0,1 1 1,2-1-1,1 1 1,-1 5-1,0 1 0,45-2 303,-12 5 0,-9 9 0,-9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5:40.5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516 162 8081,'0'-20'-462,"0"11"0,0-14 506,0 10 0,0-4 0,1 4 0,2-1 131,2 0 1,4 5 0,-3 0 24,2-1-137,-5 4 0,3 1 0,-6 10 0,-2 4 240,-2 3 1,-5 6 0,-8 2 0,-1 2-128,1 7 1,-2 0-1,1 7 1,1 3-130,2 5 0,0-1 0,0 9 0,0 2-64,3 3 0,3 4 0,-1-2 1,4 5-180,0 7 1,5-6 0,-5 2 0,1-6 60,1-3 1,-1-1 0,5-1 0,-1-2 187,-4-5 0,4-6 0,-4-2 0,4-2 23,1-3 1,1-2-1,2-7 1,2 1-31,-2 4 0,-2-3 1,-1 2-1,2-2 33,2-2 0,-2 0 0,2 1 0,-2-1-64,-2 0 0,0-6 1,0-3-1,-2-4 23,-2-5 254,2-3 1,-5-6-1,4-2-105,-2-2 1,-1 2-1,3-4-25,-1 0 0,-1 3 1,4-4-51,-4 1 1,4 0-1,-5 1 22,0-4 1,-1-3-1,-3-2 1,2 1 12,2-1 0,-4-4 0,1-2 0,-3 1 0,-2-1 0,1-4 0,-3 3 0,0-2-95,-2 1 1,0 1-1,4-4 1,0 4-217,1 2 1,-1-4 0,2 5 0,2 1-165,1 2 1,4 3 0,-2 2-968,1 1-415,1 0-500,5 1 2210,0 2 0,6 6 0,2 0 0</inkml:trace>
  <inkml:trace contextRef="#ctx0" brushRef="#br0" timeOffset="216">177 1574 8181,'-7'7'698,"6"-1"1,-5-7 0,7-4-1,4-2-563,4-1 1,3-4 0,3 2 0,3-6-101,5-2 1,7-4 0,3 4 0,3-1-275,7 0 1,-1 2 0,6-4 0,1 3-1882,-1 6 2120,-4-2 0,2 13 0,-5-5 0</inkml:trace>
  <inkml:trace contextRef="#ctx0" brushRef="#br0" timeOffset="366">706 1750 8099,'-35'-47'537,"5"8"1,6 11 1416,6 8 1,10 11-1,8 7-1954,8 10 0,16 19 0,5 15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6:04.9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799 96 8446,'-21'-11'-72,"3"-2"1,2 4 0,1-7-1,-1 7-33,-2 3 1,0-3-1,4 3 347,0-1-615,1 4 243,5-3 1,2 7-1,6 4 202,0 4 0,0 3 0,0 1 1,-1 1 156,-4 0 1,-2 5-1,-7 5 1,-1 6-130,-3 7 0,-3 3 0,-6 6 0,-1 5-53,1 6 1,0 7 0,0 10 0,0 9-21,0 10 1,1 2 0,14-45 0,1 0-1,-7 46-86,3-1 0,2-6 1,1-6-1,1-9-34,2-10 0,6-9 0,-2-5 0,2-5 57,-1-2 0,1-9 0,-6-2 0,-2-3 162,-1-2 1,3-6 0,0-3-1,-1-3 22,-3-1 0,0-1 0,-1-1 1,1-1 157,-1-2 1,5-2 13,0 3-172,6-4 1,-3-8-1,6-2 1,0-7-177,0-6 1,5-4 0,-1-7 0,1-4 68,1-4 1,-5-4-1,4 0 1,-4 1 51,-1 2 0,-1-2 0,-2 4 1,-3-1 39,-2 0 0,4 6 0,-4 0 0,0 4-135,1 3 1,-1 7-1582,-1-2 939,-3 3 0,11 13 0,-2 7 644,6 5 0,4 10 0,7 1 0</inkml:trace>
  <inkml:trace contextRef="#ctx0" brushRef="#br0" timeOffset="198">215 1888 8195,'-14'0'0,"1"0"0,-1-2 696,1-2 0,4-4 0,1-7 0,2-1-53,3-2 1,1-7 0,2 3 0,4-5-330,5-5 0,7-1 0,17-6 0,11-2-216,13-6 1,13-6 0,-28 25 0,2 0 0,1 0 0,2 1-256,1-1 1,2 3-1,-2 4 1,0 3-1,1-1 1,0 3 0,45-8-2114,-3 10 1990,-19 7 1,6 19 0,-16 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6:27.807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1141 28 12026,'-22'-6'-229,"1"4"0,5-4 0,-2 1 260,1 1 1,6-1-1,2 5 102,-1 0 0,2 2 1,1 2-1,-1 7-362,1 6 1,2 4-1,-4 6 1,-1 0 184,-3 0 0,0 2 0,-1 1 0,-1 5 71,-3 4 0,-3-1 1,-6 7-1,-2-1-22,-3 1 1,-4 5 0,-7 7-1,-3 3-86,3 2 1,-1-3-1,0 4 1,-3 4-15,-1 4 1,6-6 0,1 2-1,8-2-20,4-3 0,4 6 0,2-3 0,5 1-1,3-4 0,1-5 1,1-5-1,0-5 54,4-7 0,-1-10 1,4-4-1,0-9 217,0-7 1,0-7 0,3 0 206,-2-6 0,-4 0 1,5-6-1,-1-3-12,-1-4 0,3 0 0,-4-3 1,0 1-386,4 0 0,-3 0 0,2 4 1,-1 0-89,-1 1 0,5-1 1,-5 1-1,1-1-313,1 0 0,-5 1 0,4-1 344,2 1 1,-3-2 0,2-2-1,1-1 444,1 1 0,2-2 1,0-1-1,0-1-32,0-3 0,0-2 0,0-1 0,0 0-208,0 0 1,0 0-1,2 1 1,1 2-134,1 1 1,1 7 0,-5-2 0,0 2-1146,0 3 0,0 4-591,0 0 1,0 12 1756,0 1 0,6 7 0,1 2 0</inkml:trace>
  <inkml:trace contextRef="#ctx0" brushRef="#br1" timeOffset="213">27 1820 8513,'0'-9'-4,"2"-2"1,2-2 79,5-4 0,9-7 0,5 1 1,4-2 304,5-3 1,4-3 0,8-2 0,3-1-105,1 1 1,-4 3-1,-1 7 1,-5 5-206,-6 3 0,-5 3 0,-4 3 0,-5 5-611,-3 2 0,-8 5 539,-2 6 0,2 6 0,1 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6:45.092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115 1091 18026,'0'-14'-1938,"0"-1"1,0 1 0,-1 1 1550,-4 4 1,4-4-1,-4 3 141,3-2 0,1-1 0,-3 2 156,0 1 1,-6 1-1,4-6 1,-1 1 76,1 0 0,-4-1 0,4 1 0,-2 0 2,-3-1 1,4 1-1,1-1 1,1 0-40,1-5 1,-1-2 0,5-5 0,1 2-72,4 1 0,-2 0 0,7-5 0,1-1 344,2-4 1,1 6-1,0-3 1,-1 7 12,-3 4 1,3-4 0,-6 5 0,3 3 171,0 5 0,-7-2-648,2 3 204,3 4 1,-7 6 0,6 8 114,-1 0 1,3-2-1,9-6 1,3 0 276,1 0 1,8 0 0,9-1 0,4-4-58,4-5 0,4-2 0,7-3 0,-2 1-23,-4-1 0,2 1 0,-6 1 1,0 2-70,1 2 0,-4 1 0,3-2 0,-5 5-97,-5 4 1,10 1 0,0 0 0,7 0 65,8 0 0,4 0 0,11 0 0,9 0-133,12 0 0,-49-2 0,0-1 0,4 0 0,-1 0 0,1-1 0,-1 0 33,2-2 1,0 0-1,6 0 1,1-2-1,3 0 1,2-1-1,3-1 1,0 0-76,0 2 1,0-1 0,-1 1 0,-2 0-1,-5 1 1,-1 1 0,-3 1 0,0 1 6,-2 1 0,-1 1 1,-3 1-1,0 0 0,1 1 1,-1 0-1,-1 0 1,0 0 1,-1 0 0,1 0 0,0 1 0,0 0 1,0 0-1,1 1 0,1 1 0,-1 0-14,0 2 0,0-2 0,0 0 1,0-1-1,0 2 0,1 0 1,3 0-1,1 0-6,4 0 0,1 0 1,-1-1-1,0-1 0,5 2 1,-1 0-1,-3-1 1,0 0-38,-1-1 0,-1-1 0,4 0 0,0 0 1,0-1-1,1 0 0,2 0 0,1 0 28,1 0 0,0 0 1,-2 0-1,-1 0 1,-3-1-1,-1 0 1,-2 0-1,-1-1-8,0 0 0,-1-1 1,-7 0-1,0 0 1,44 0-1,-6-2 21,-3 2 0,-4 1 0,-3 2 0,-2 0 39,-7 0 1,-5 0 0,-7 2 0,1 1-12,3 2 0,-3 0 1,3-5-1,-1 0 25,1 0 0,5-7 1,6-1-1,0-1-31,-3-1 0,-9-4 0,-2-5 0,-5 1-40,0 2 0,-11 2 1,-4 1-1,-9 4-14,-6 4 0,-8-1 174,-7 1-132,-6 0 1,4 11 0,-7 4-217,0 3 1,0 3-1,0 1 1,0 2 14,0-1 1,-5 4-1,0 2 1,2 1-55,1-1 1,-2 3-1,-1-3 1,0 3 8,-1 2 0,4-5 1,-3-2-1,2 1-8,-2-1 1,4-4 0,-4 1-1,2-2-47,-2 2 1,3-3 0,-2 3 0,2-3-92,2-1 1,0-1-1,0 0 1,0 1-175,0-1 1,-2 0-1,-1 1 476,-2-1 1,-1 0 0,3 1 162,-2-1 1,0-4 0,4-1 43,-4 2 1,3 2 294,-2 1 1,-3-4-6,2 0 0,1-6-345,4 6 1,-2-2 0,-1 3-42,-2-1 1,0-1 0,4 4 0,-2-2 88,-2-1 1,-2-6 0,4 6-147,-2 1 0,-4 2 523,4 1-606,-6-6 1,9-3-116,-2-10 1,2-3 0,2-6 0,0 0 156,0-1 1,-6 1 0,-2-1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6:51.425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746 157 10556,'-14'-29'0,"0"2"-99,-1 3 0,3 3 0,0 7 0,4 0 225,2-1 0,0 7-396,1 4 1,2 4 27,-7 4 0,7 4 0,-3 7 0,1-1 258,0 0 1,0 1 0,5-1 0,-1 0 125,-4 1 0,3 1 0,-4 1 0,1 4 41,0 1 1,-6 4 0,3 7 0,-1 5-145,-1 4 1,1 7 0,-6 5 0,-1 9-85,-3 8 0,-3 7 1,-7 12-1,-1 2-54,13-44 0,0 0 0,2 2 0,-1 0 0,-23 41 1,-1-2 11,-1-1 1,0-5 0,2-8 0,6-13 48,3-11 1,2-10 0,5-7 201,3-10 170,11-13 1,4-11 0,8-10 0,2-3 8,-2-1 0,-1-2 0,-1-3 0,3-5-219,0-3 1,3-2 0,-4 1-1,2-3-42,-2-2 0,-1 3 0,-2-4 0,0 4-130,0 1 1,0 2 0,0 2 0,0 1-98,0-2 0,-5 4 0,-2 0 0,1 1 101,0 3 1,-1-1-1,4 3 1,-2 3 46,2 1 1,2-1 0,1-1 0,0-1 102,0 1 1,0 4 0,0 1 0,0-2-169,0-2 1,6-1 0,3-1 0,4 1-467,2 0 0,-1 4 1,0 2-298,1 2 1,-6 1 0,1 6 824,1 4 0,2 10 0,1 7 0</inkml:trace>
  <inkml:trace contextRef="#ctx0" brushRef="#br1" timeOffset="199">230 1376 8695,'-6'-19'335,"-2"0"1,-2 1 955,1 2 0,1 2-72,-2-1-1475,4 7 0,14 1 1,6 3-1,10-4 121,8-4 0,11-6 0,11-11 0,7-1-109,5-3 1,9 2-1,0-1 1,-5 9-1808,-6 8 2051,-18 7 0,-4 15 0,-14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04.3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224 1092 8371,'-23'-1'-68,"1"-2"196,1-1 1,4 0 0,-2 4 604,1 0 0,6 0-1216,4 0 1,5 1 0,-1 3-261,2 5 1,4-3 0,2 1 742,4-1 0,3-2 0,3-4 0,1-1 0,2-4 0,3-3 0,-2-8 0,0-5 0,0-2 0,4-2 0,-3 0 0,1 0 0,3-11 0,-4-2 0</inkml:trace>
  <inkml:trace contextRef="#ctx0" brushRef="#br0" timeOffset="502">534 236 8371,'9'-36'0,"0"2"-423,5 0 1,-1 8 0,3 0 0,-2 5 809,-2 3 0,1 2 0,-1 5 1432,1 3-1601,-7 2 1,0 12-1,-7 2 1,-2 4 194,-1 5 0,-6 2 0,2 6 0,-3 1-16,-2 3 1,1 3 0,-2 6 0,-1 4-146,-2 3 1,-5 9-1,2 5 1,-4 8-222,-1 7 0,-2 14 1,12-37-1,-1 2 1,-1 3-1,0 1-122,0 1 1,0 1 0,0-3-1,-1 0 1,0-5 0,0 0 0,1-3-1,1-1-78,-13 40 1,8-14 0,6-15 0,4-13-102,3-9 0,4-6 0,-3-6 459,1-4 0,-3-7 260,1-9 0,-3-4 0,-2-3 0,1-2-31,-1-2 0,1-3 0,-1-6 0,1-5-369,0-2 0,3-8 0,2-3 0,2-6-326,2-6 0,2-8 0,1-3 0,0-5 114,0-5 0,0 0 1,0-4-1,0 7 145,0 4 1,0 5 0,0 7 0,0 4-138,0 7-340,0 10 1,0 16 0,0 11-26,0 7 1,0 8 0,0 2 0,0-1-182,0 2 0,0 2 0,0 5 0,1 1-300,3 3 0,-2 7 1001,2 5 0,-3 6 0,-1-3 0</inkml:trace>
  <inkml:trace contextRef="#ctx0" brushRef="#br0" timeOffset="666">137 1440 8336,'4'8'-7,"2"-1"319,1-2 0,1 4 1,5-5 521,-1-2 0,5 0 0,0-4 0,4-3-247,5-7 0,6-6 1,9-9-1,8 0-366,7-2 0,8-6 0,13 2 0,4-1-186,6 1 1,3 4 0,-5 8 0,-2 5-809,-4 2 0,-11 3 0,-5 2 0,-10 5-2203,-6 3 2976,-4 12 0,-11 3 0,-2 11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10.159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38 87 23319,'-8'0'-2200,"-1"0"1,5 0 2080,-4 0 491,5 0-477,-2 0 0,6 0 1,3-1-1,5-2 177,2-1 1,2 0 0,4 4-1,4 0-28,2 0 0,11 0 0,6 0 0,7-1 30,9-3 0,10 2 1,8-2-1,9 3-192,7 1 0,5 0 1,-45 0-1,2 0 1,-1 0-1,0 0 70,47 0 0,-10 0 0,-10 0 0,-3 0 11,-5 0 1,-15 0 0,-13 0 268,-11 0-156,-10 0 1,-14 0-1,-11 0 1,-7 0-243,-6 0 0,-2 4 1,-6 1-1,0 1-110,1-1 1,-7 4 0,0-5 0,-3-1 34,1-2 0,0-1 0,-4 0 0,0 0 112,0 0 0,-1-6 1,1-1-1,0-1-2,0 0 1,-2 0 0,-1-5 0,-1 1 74,1-1 0,1 2 0,3 3 1,0 4 124,-1 3 0,8 1 1,-4 0-1,6 1-5,2 3 1,0 3 0,1 5 0,5 1-172,7-1 0,5 1-16,7-1 0,11-4 0,7-1 0,9-1 208,11-3 1,6-2 0,11-1 0,6-1 55,3-4 0,8 3 1,-2-5-1,5 0 24,3 0 1,-2 4 0,2-2 0,-7 1-23,-5-1 0,-6 1 0,-7 4 1,-6 2-114,-11 2 1,-16-3-1,-9 5-326,-5-1 1,-7 1 0,-7 3 0,-3 0-506,-2 0 905,1 8 1,-6 8 0,-1 6-1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20.2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24 559 7885,'-7'-12'1233,"0"5"-225,3 3-698,2 3 1,-2 1 0,8 0-68,4 0 1,5 0 0,3 0 0,6-2-69,6-2 1,5-3 0,9-5 0,3-1-237,3 1 1,7-2-1,3-1 1,0-2-446,-4 2 1,-2 1 0,-10 3 0,-4 2-1140,-3 1 0,-6 5 1645,-8-1 0,-4-3 0,-4 0 0</inkml:trace>
  <inkml:trace contextRef="#ctx0" brushRef="#br0" timeOffset="183">731 137 7885,'-6'-31'-78,"4"-1"0,-7 6 0,0 2 664,-2 9 1,-2 7-1,-1 8 1,-2 1-307,-5 3 0,-2 9 1,-2 8-1,0 3-141,0 5 1,-5 7 0,-2 7-1,1 1-117,2 3 1,2 1 0,3 3 0,0 3-293,3 4 1,4-2 0,4 1 0,2-1-247,3 1 1,2-3-1,6 2 1,0-2-469,0-6 0,4-8 984,1-7 0,10 1 0,-1 3 0</inkml:trace>
  <inkml:trace contextRef="#ctx0" brushRef="#br0" timeOffset="366">160 497 7885,'-12'-27'62,"-1"2"0,1 8 1,1 1-1,1 3 916,2 5 0,5 0-393,-1 8 1,8 3 0,6 9-1,5 2-509,6 2 1,3 0 0,5 3 0,6 0-215,5 0 1,0-3 0,4 0 0,0-1-1196,0 2 0,0-3 1333,2 2 0,2-2 0,-4-2 0</inkml:trace>
  <inkml:trace contextRef="#ctx0" brushRef="#br0" timeOffset="549">793 212 7885,'-7'-32'548,"-4"3"1,3 10 22,-3 7 0,-3 6 0,-1 10 0,-3 6-204,-1 5 1,-2 10 0,-5 8 0,-3 4-453,-4 4 0,1-1 1,0 6-1,0 1-86,1 1 0,3 2 1,-1-1-1,4 1-417,5 0 0,2-5 1,7-1-1,2-1 588,5-3 0,-3-1 0,1-2 0</inkml:trace>
  <inkml:trace contextRef="#ctx0" brushRef="#br0" timeOffset="883">1488 547 7885,'25'-37'545,"0"0"0,-12 10 342,-4 7 1,-12 10 0,-5 6 0,-5 2-943,-3 2 1,-5 6 0,-8 2 0,-4 5-463,-3 3 1,-1-2-1,0 3 1,-1-4 195,1 0 0,0 1 0,1 1 0,3 1 138,4-1 1,3-1-1,2-1 1,4-1 5,3 0 1,5-3-1,3-1 203,5 2 0,4-1 0,6 1 0,6-3 222,7-2 0,6 1 1,4-3-1,4 2-43,3 2 1,1 0 0,-1 3 0,-1-2-259,-2 1 1,-1 3 0,1-1 0,-6-2-293,-5-1 1,-4 1-1,-5 3 215,-1 1 0,-6-2 0,-6-2 0,-9-2-39,-6-1 0,-6 2 1,-6-3-1,-3 1-315,-2-1 0,3 0 484,-4-5 0,0 5 0,-5 2 0</inkml:trace>
  <inkml:trace contextRef="#ctx0" brushRef="#br0" timeOffset="1216">1997 137 8231,'29'-33'0,"-3"2"2358,-7 4-1378,-6 12 0,-20 21 1,-6 10-1,-6 8-861,-5 5 1,-2 8 0,-1 8 0,-4 4-444,0 0 0,-1 1 1,-1 0-1,3-1-205,-1 1 1,1 4 0,-2-1-1,6 0 80,4-2 0,7-3 1,0-4-1,5-6 115,6-8 1,2-14-1,4-5 313,2-4 1,3-4 0,7-7-1,2-6 252,5-5 1,2 0 0,2-6-1,1-1 23,3-1 0,-1 2 0,4 0 1,-2 1-33,-3 0 0,0 2 0,-4 6 0,-2 1-121,-5 3 0,-2 2 0,-3 8-269,-3 2 1,-2 4 0,-6 9 0,0 3-301,0 4 1,0 1 0,0-1 0,0 3-691,0 2 1158,-6-3 0,-1 4 0,-5-5 0</inkml:trace>
  <inkml:trace contextRef="#ctx0" brushRef="#br0" timeOffset="1668">2381 733 7875,'18'-30'782,"-8"9"1,1 0 2992,-4 6-3500,-3 8 1,-5 7 0,-3 10 0,-5 5-438,-2 6 0,-1-2 0,-1 2 0,1 1-184,0 1 0,-1 2 0,1-1 0,1-2-416,2-2 1,3-3 0,3 2 0,-1 1 319,1-1 0,2-4 1,1 2-1,0-4 394,0 0 1,0-1-1,1-1 1,3-3 514,4-3 0,7-4 1,3-2-1,2-4 425,2-3 1,1-4-1,2-5 1,1-2-500,3 0 1,-3-3 0,3 4 0,-4 0-538,-4 0 1,1 1-1,-6 5 1,0 1-513,-3 3 0,0-2 0,-1 4-214,1-1 1,-5 5-1,-1-1 537,-2 6 0,-1 8 0,-4 7 0,0 0 486,0-1 0,0 6 0,0-4 1,0 2 325,0-1 0,2 0 0,2 0 0,4-5-46,3-5 1,2 0-1,0-6 1,4-1-166,4-2 0,2-1 0,2-1 0,1-5-152,3-6 0,1-1 1,4-5-1,-6 2-253,-1-1 0,-2 2 0,-1 5 0,0 2-469,-4-2 0,-2 4 1,-5-1-1,-1 1-1522,1 3 2128,-1 2 0,0 7 0,1 0 0</inkml:trace>
  <inkml:trace contextRef="#ctx0" brushRef="#br0" timeOffset="1799">3585 832 7838,'-12'0'1351,"3"2"0,0 2 0,-5 6 386,-5 5 1,-6 10 0,-3 8 0,1 2-1738,3 3 0,-1-7 0,6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16.8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255 444 8089,'0'-12'-34,"-2"-1"0,0 1 94,-3 0 1,-3-1 0,3 2 408,-2 3 1,3 2-1,-5 6-448,0 0 0,2 2 1,-2 3-1,0 6-73,-2 5 0,-6 0 1,1-2-1,1 1 59,1 2 0,1 0 0,1-1 0,0 0-119,-1-1 1,1-2-1,1-4 1,1 0 93,2 0 1,5-2 0,-3 0 119,1-1 1,5-2-1,0-4-17,7 0 0,5 0 0,5 1 1,2 2-97,0 1 0,5 4 1,-5-2-1,2 1-31,0 2 1,-2 7 0,1 0 0,-3-1-98,-3-1 1,-2 3 0,1-1 0,-2 1 41,-3 1 0,-3-5 0,-6 5 0,-3-1 85,-4-1 1,-9 5 0,-4-3 0,-2 1-138,-2 3 0,-4-4 1,0 0-1,3-3-307,4-2 1,4 1 455,6-10 0,-1-6 0,1-4 0</inkml:trace>
  <inkml:trace contextRef="#ctx0" brushRef="#br0" timeOffset="334">577 196 8089,'20'-43'30,"-4"8"630,-2 8 0,-7 16-140,-3 15 0,-8 9 0,-4 13 0,-3 3-405,-2 4 1,-1 3 0,-2 3 0,-4 1-275,1 1 1,0 0 0,4-2 0,-2 1-145,2 1 1,1-1-1,3-5 1,2-2-7,0 1 0,6-3 0,-1-4 0,3-3 7,1-4 0,1-6 341,3-2 1,-1-5 0,6-7 102,0 0 1,2-7 0,2-4-1,0-5 34,4-3 0,-3-2 0,2-4 1,-2 2-104,-2 2 1,1 2 0,-1 3 199,1 0 0,-1 1-307,1 7 1,-1 3 0,-1 10-264,-3 3 0,3 4 0,-2 3 0,0 3-117,-1 2 1,4-1-1,-4 2 1,1-4-55,0 1 1,2-4 0,-4 4 467,0 0 0,4-4 0,-5 4 0</inkml:trace>
  <inkml:trace contextRef="#ctx0" brushRef="#br0" timeOffset="1169">1086 283 8032,'-12'7'-399,"-1"-3"733,6-3 1,2-2 210,5-3 1,1-3 24,3-5 1,-1 1 562,5 2-1088,-5-2 0,3 11 1,-6 0-1,0 9-207,0 6 0,-2 0 0,0 6 0,-4 1-190,-1 1 0,3 2 0,-3 0 0,0-1 73,0 1 0,5-1 0,-4-4 1,2-3 182,0-3 0,0-2 0,2-1 736,-2-3-282,3 4 1,-5-17 0,6 1 0,0-5-261,0-4 0,0-1 0,2-2 0,0-3-46,3-1 1,4-2-1,-1 6 1,2 0-137,-2 3 1,3 0 0,-4 1-1,2 1-242,-1 3 1,0 2 0,5 6 85,-1 0 1,0 0 0,-1 1 0,-1 4 197,-2 3 1,-4 7-1,3 2 1,0-1 63,0 2 0,-4 0 1,1 4-1,-1-3 42,1-1 0,-3-1 0,3-3 0,-2 1-123,-2 1 0,1-3 0,2-5-23,1 2 1,6-5-1,-2-2 66,3-6 1,1-4 0,1-7-1,-1-2 31,1-5 1,-1 2 0,0-2-1,1 1-39,-1 0 1,1 2-1,-2 6 1,-2 1-212,0 3 0,-1 2 63,4 6 0,-3 6 0,-2 3 1,-1 6-33,1 6 1,-3 4 0,3 2 0,0 2 203,0-1 0,7 4 0,5-1 0</inkml:trace>
  <inkml:trace contextRef="#ctx0" brushRef="#br0" timeOffset="1568">1806 196 8309,'0'-12'118,"-6"-1"0,5 5 110,-3 0 1,9 5 0,8-3 0,6 1-163,5-3 0,6-7 1,3-3-1,1 0-296,0 0 0,0 1 0,-5 5 1,-3 1-563,-4 2 1,-4 0 506,-5 5 0,-12 2 0,-7 9 0,-9 7 258,-10 4 1,1-2 0,-7 5 0,2 1 44,0 2 0,0 0 0,5 1 0,-1 0 268,0 0 0,0 1 0,2 2 1,1 1 92,1-2 1,6-1-1,-2-1 1,3 0-80,2 0 0,1 0 0,3-2 0,4-1-202,2-1 0,2-6 1,2 2-1,2-5-28,4-4 0,4 2 0,5-6 0,4-1-29,2-2 1,3-1 0,3 0 0,4 0-303,3 0 0,3 0 0,1-1 0,1-3-348,-1-5 1,-5 3 0,-2-4-1,1-3 609,2-2 0,-4-7 0,-2 3 0</inkml:trace>
  <inkml:trace contextRef="#ctx0" brushRef="#br0" timeOffset="1817">2302 407 8008,'4'-12'41,"1"-1"0,-1 1 0,-4-1 1,0 1 508,0 0 0,4 3 0,0 1 4,-1-2 0,-2-1-696,-1-1 0,-1 5 44,-3 3 1,-3 8 0,-7 6 0,-1 4-200,-2 2 1,-3 5-1,2-3 1,0 1-50,0 3 0,1-3 0,5 1 0,-1-1 254,1 0 1,5-4 0,3 2 0,3-3 298,1-2 1,1 1 0,4-1 0,8-1 60,6-3 1,6-2 0,4-6 0,4 0 69,3 0 0,1-3 0,0-5 0,1-9-96,-1-5 0,-1-3 1,-5 1-1,-6-1-414,-7 0 0,-4 0 0,-2 2 0,-1 1-2292,-2 1 2464,-4 0 0,-5-4 0,0 1 0</inkml:trace>
  <inkml:trace contextRef="#ctx0" brushRef="#br0" timeOffset="2186">2724 47 7991,'-5'-7'2924,"2"-2"-2097,-5 5-1150,-1-1 0,2 7 1,6 1 240,8 1 1,7 0-1,13-4 1,5 0 86,5 0 0,9-2 1,-2 0-1,1-4 17,1-1 0,-2 4 0,2-1 1,-5 3 167,-2 1 1,-8 0 0,-3 0-1,-6 0-142,-6 0 1,-2 0 0,-3 1-74,-2 3 1,-4 3-1,-5 6 1,0-1 20,0 1 1,-5 6 0,-4 4-1,-2 6 19,-1 3 0,-2 1 0,-1 4 1,-2 2-157,2 2 1,1-2 0,2 2 0,0-2-34,-1-2 1,5-5 0,0-3 0,-1-3 236,2-1 0,-4-2 0,3-2 0,-2-5-13,2-2 1,-3-5 0,2-3 0,-5 1-82,-3 0 0,-1-4 0,3 1 0,-1-3-790,0-1 821,3 0 0,-5-5 0,-2-2 0</inkml:trace>
  <inkml:trace contextRef="#ctx0" brushRef="#br0" timeOffset="2434">3804 47 8348,'-6'7'413,"4"-1"0,-5-5 0,0 2-294,0 1 0,4 6 1,-2-4-1,1 3-145,-1-1 1,1-4-1,4 4 196,0 2 0,2-3 1,3 0-1,8-2 127,6-2 0,11-2 1,7-1-1,9 0-294,6 0 1,5 0-1,5 0 1,0 0-293,0 0 0,-5 0 1,-5 0-1,-7 0-1124,-7 0 280,-7 6 0,-24-5 1133,-11 3 0,-17 3 0,-10 0 0</inkml:trace>
  <inkml:trace contextRef="#ctx0" brushRef="#br0" timeOffset="2634">4027 271 7940,'-31'12'121,"0"-1"1,6-1 0,2-2 561,2 2 0,7-5 0,8 1-455,0-1 1,2-2 0,5 4 0,5-2-151,6-2 1,6-2 0,8-1-1,3-1-124,4-3 0,7 1 0,2-5 0,-1-2-83,2-1 0,-5-1 1,4-1-1,-5 2-211,-4 3 1,-3-2-1,-3 5 1,-1-1-474,-1 1 1,-3 1-636,-10 4 1448,-5 0 0,-7 5 0,-7 2 0</inkml:trace>
  <inkml:trace contextRef="#ctx0" brushRef="#br0" timeOffset="2851">3866 643 7940,'-18'0'281,"4"0"0,-2 0 0,2 0 2246,1 0-2091,7 0 1,1 0 0,11 0-398,6 0 1,2 0 0,8 0-1,3 0-4,3 0 1,5 0-1,-3 0 1,2 0-201,2 0 0,1-4 0,-1-2 0,-2 1-410,-2-1 1,3-2 0,-4 4-1,-3 1-1700,-3 2 2275,0-5 0,-9-1 0,4-5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28.5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73 547 7868,'-12'0'273,"-1"0"0,1-2 450,0-2 0,3 3 574,1-3-1212,5-3 1,-1 5-1,10-2 1,5 3 34,4 1 1,8-2 0,1 0 0,5-4-17,2-1 0,4 3 1,6-4-1,3-2-187,0-1 0,5 0 0,-5 1 0,1 2-667,1-1 1,-6-1 0,0 0-1,-6 3 750,-5 2 0,-8-5 0,-3 3 0</inkml:trace>
  <inkml:trace contextRef="#ctx0" brushRef="#br0" timeOffset="165">346 274 7868,'-14'-6'220,"-1"-2"0,-1-2 542,0 2 1,7 1 0,1 4 0,-1 0-122,2 5 0,1 5 0,3 11 0,-1 6-813,1 8 0,1 10 1,2 3-1,2 3-365,2 2 0,-1 1 0,5 1 0,2 2-282,1-1 1,1-4 0,1-3 818,-1-5 0,0 3 0,1 0 0</inkml:trace>
  <inkml:trace contextRef="#ctx0" brushRef="#br0" timeOffset="350">148 423 7868,'-13'-2'774,"1"-2"30,-1-4 0,5 2 1,1 1-493,2-1 1,2 5 0,8-2-1,8 6-297,6 5 1,6 4-1,4 4 1,4 0-504,3-1 0,5-1 0,2-1 488,1-1 0,-4 6 0,3 1 0</inkml:trace>
  <inkml:trace contextRef="#ctx0" brushRef="#br0" timeOffset="548">718 212 7868,'-16'-25'685,"-1"1"1,2 4 456,1 3 0,1 9 0,-4 4 0,-4 4-709,-2 4 0,-3 12 0,-2 12 0,-2 5-399,-2 6 0,-1 10 0,-3 2 0,2 3-407,1 1 0,5 4 0,-1-2 0,4 1-627,5 0 1,2-7 0,7 0 0,2-6-2313,5-2 3312,3-2 0,1 2 0,0 1 0</inkml:trace>
  <inkml:trace contextRef="#ctx0" brushRef="#br0" timeOffset="733">1364 509 7887,'12'-5'0,"1"-2"0</inkml:trace>
  <inkml:trace contextRef="#ctx0" brushRef="#br0" timeOffset="949">1475 373 7887,'-12'-13'0,"-2"1"367,-2 0 1,2 1 0,-3 1-1,4 2 130,0-2 1,1 3 0,-1 0 0,0 2-111,-4 2 0,3 2 0,-4 1 1,2 1-294,-1 3 1,-3 3 0,2 7 0,0 2-237,0 5 1,0 0-1,3 2 1,-2 5-154,2 2 1,5 3-1,3 4 1,1 1-162,-1-1 0,4 4 0,0 2 0,4 1-52,4 3 1,10-4 0,1-2 0,6-4-134,3-4 1,6-2 640,2-6 0,2-6 0,3-1 0</inkml:trace>
  <inkml:trace contextRef="#ctx0" brushRef="#br0" timeOffset="1282">1835 671 8518,'0'-13'0,"-1"0"660,-3-4 1,2 3 0,-3-2 0,-1 2 120,-2 1 0,-3 2 0,-1 3 0,-2 4-703,-3 3 1,2 2 0,-5 3 0,-3 6-567,0 5 1,-2 3-1,-1 4 1,-2-1-262,-1 1 1,-1 1 0,4 2 0,0-2 344,2-2 0,4-3 1,-1-7-1,4-1 1362,4-2-696,6-5 0,4 2 1,10-5-1,7 0 117,4 0 1,6 0-1,8 0 1,3 2-407,3 2 0,4-2 1,-2 7-1,1 0-393,-1 2 0,-6-2 0,-2-1 0,-2 2-299,-2 1 0,-9-3 1,-6 0 432,-8 2 1,-10 1 0,-9 1-1,-10 1 242,-7-1 1,-11 1 0,-3-2 0,-2-2 216,1-1 0,4 1 0,5 2 0,1-3-173,3-4 0,2 3 0,6 0 0</inkml:trace>
  <inkml:trace contextRef="#ctx0" brushRef="#br0" timeOffset="1632">2195 385 7887,'13'-44'634,"-6"7"1,-3 8 0,-3 4 3419,-1 4-3474,0 9 1,0 13 0,-1 12 0,-3 6-1267,-5 5 0,-2 6 1,-3 3-1,-1 4 39,-1 5 1,-5-4 0,3 5 0,-1 0 424,-3 2 1,2-1-1,1 0 1,0-1 172,0-3 1,3-1 0,0-1 0,2 1 38,2-2 0,5-4 0,3-12 0,2-4 1,2-4 0,2-6 1,3-4 12,8-6 0,4-6 0,8-11 0,1-5 91,3-1 1,-1-4 0,4 1 0,-2 1 203,-2 2 1,1 3 0,-3 2-1,-4 6-52,-3 5 0,-2 1 0,-5 4 0,1 4-178,-1 4 1,0 5 0,-1 10-1,-1 7-277,-2 7 1,-5 3 0,3 3 0,-2-1-733,0 0 0,0-4 0,-3-2 0,2-5 940,1-7 0,6 2 0,-3-2 0</inkml:trace>
  <inkml:trace contextRef="#ctx0" brushRef="#br0" timeOffset="2133">2592 882 7887,'17'-25'0,"-1"0"679,0 0 0,2 2 0,-3 2 0,-4 5 1368,-6 2 1,2 7-1934,1 3 1,-2 4 0,-2 4 0,-3 4-688,-1 3 0,-1 7 1,-2 1-1,-2 2-212,-2 0 1,-3-1-1,-5 5 1,-1 0 3,0 0 1,3-4-1,0-2 1,1-1 712,-1-3 0,2 3 0,2-2 486,0 0 1,1-3 672,-4 0 1,6-6-242,6-3 0,10-8 0,8-5 0,1-2-740,3-1 0,6-5 0,2 0 1,0-3-480,1-2 0,2-1 0,-3-2 0,0 0 9,1 0 1,-4 2-1,-6 2 1,-4 5-295,-4 2 0,-2 1 713,-2 1 1,-5 6-1,-7 6 1,-4 9 128,-4 6 1,3 0-1,-6 6 1,4-1-122,1 0 1,2 2 0,0-4 0,0 0-116,0 0 0,4-2 1,-1-3-1,3-1-270,1 0 0,1-1 87,3-2 0,8-4 1,4-6-1,1-3 462,1-5 0,-3-6 1,4-3-1,0-1 181,1-3 1,-1 3-1,3-1 1,-3 2-159,-1 3 0,3 1 0,-5 3 1,0 3-84,-3 4 0,0 3 0,-2 3 1,-2 7-305,0 7 1,-6 6 0,2 4 0,-1 2-746,0 1 1,5 0-1,-4-6 1,2-2 877,3-4 0,12-4 0,4 0 0</inkml:trace>
  <inkml:trace contextRef="#ctx0" brushRef="#br0" timeOffset="2432">3833 696 7887,'-5'6'848,"-3"-1"0,1-4 0,-2-1 1772,0 0 0,2 0 589,-1 0-3154,5 0 1,0 0-1,11 0 1,9 0-328,5 0 1,11 0 0,8 0 0,12 0-198,6 0 1,9-4 0,2 0 0,2 1-985,-2 2 1,-2 2-1,-8 3 1,-5 3 1452,-9 0 0,-3-2 0,-12-5 0</inkml:trace>
  <inkml:trace contextRef="#ctx0" brushRef="#br0" timeOffset="2615">4330 497 7868,'-13'0'618,"1"0"1,-1 0 0,1 1 201,0 3 0,-2 3 1,-1 9-1,-3 4-222,-2 9 1,5 8-1,-1 9 1,2 6-495,2 3 1,1 6 0,2-4 0,5-2-643,3-6 0,6-2 0,5-9 1,4-7-3910,2-3 4447,6-14 0,3 2 0,7-9 0</inkml:trace>
  <inkml:trace contextRef="#ctx0" brushRef="#br0" timeOffset="3032">4566 956 11244,'-7'6'-167,"0"1"0,4 5 1,-1 0-77,1 1 0,2 1 1,1 1-1,0 1 460,0-1 1,1-1-1,3-1 1,4-2 211,4-3 1,0 2 0,2-6-1,2-2 33,5 0 1,2-9-1,4-5 1,3-8-316,7-3 0,0-3 0,5-3 0,-5-4-222,-4-3 1,2-2 0,-5 0 0,0-2 23,1-1 0,-7-5 1,-4 5-1,-2 2-157,-3 5 0,-7 5 1,-4 8-156,-2 4 308,-2 9 0,-2 4 0,-1 8 1,-2 3 243,-2 0 1,4 4-1,-2-3 1,1 3 84,-1 2 1,-3 3-1,3 2 1,-1 0-126,1 0 1,-1 4 0,3 0 0,-2 4-435,-2 3 1,4 0 0,-1-4 0,3 0-975,1 0 0,0-2 0,0-2 0,0-5-1365,0-2 2624,5-7 0,8-7 0,6-7 0</inkml:trace>
  <inkml:trace contextRef="#ctx0" brushRef="#br0" timeOffset="3165">5198 323 7782,'-12'-12'1541,"0"-1"0,-1 1 839,1 0 1,4 5-1,-1 3-1992,0 2 0,3 9 0,2 5 1,3 6-1917,1 2 1,1 3 1527,3-2 0,8-3 0,8 0 0</inkml:trace>
  <inkml:trace contextRef="#ctx0" brushRef="#br0" timeOffset="3432">5571 13 7782,'12'0'1140,"1"0"1,-1-4-1,2 0 208,2 1 0,-1 2 0,6 1 1,3 2-943,3 7 1,5 0-1,5 13 1,2 5-528,2 4 0,-2 11 1,2 6-1,-4 10 323,-4 12 0,-4 10 0,-8 11 1,-6 6-59,-9-47 0,-2 2 0,-1 1 1,-1 1-1,-1 3 0,-2 1 0,1 0 1,0 1-406,1 0 1,-2 0 0,-5-1-1,-4-1 1,-1-1 0,-2 0 0,-1-5-1,-3-2-749,-21 38 0,4-26 1,-7-16-1,2-13-96,2-10 1,4-5 0,0-9-1,-1-5 1106,3-6 0,-5-15 0,4-8 0</inkml:trace>
  <inkml:trace contextRef="#ctx0" brushRef="#br0" timeOffset="3565">5025 1527 7782,'-57'0'454,"2"0"0,1 3-454,0 5 0,-5 11 0,3 13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27.9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217 1 7801,'-16'7'142,"-2"-2"0,0 0 506,0-1 0,2 4 0,3-3 0,1 2 193,-1 3 1,2-3 0,2 1-665,0 2 1,7 1-1,-1 0-340,6-3 0,9 2 0,9-6 1,3-1-5,5-2 1,7-5-1,6-2 1,-1 0-408,2-4 0,-5 0 0,4 1 0,-5 2-367,-4 1 1,-3-2 0,-5 4 940,0 1 0,0-4 0,0 0 0</inkml:trace>
  <inkml:trace contextRef="#ctx0" brushRef="#br0" timeOffset="167">106 175 7801,'-20'12'273,"-2"-4"0,4 1 669,-1 0 1,5-2 0,3 0-367,10-1 1,6 2 0,11-4 0,3-1-213,6-2 1,12-1 0,3 0-1,5-1-449,6-3 0,7 1 0,0-5 0,3-2-1093,1-1 0,0-4 0,-1 0 1178,-3-1 0,-3 0 0,-6-9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24.7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507 119 8214,'0'-32'244,"0"3"1,0 4 534,0 5 1,-6 7-1,0 13-141,-1 11 1,-4 7-1,2 20 1,-2 4-851,-1 5 1,-1 4 0,0 2 0,-3 2-187,0 1 1,-1 1-1,5 1 1,0-5 302,-1-2 1,5-2 0,1-2 0,0-5-99,0-3 0,4-5 0,-2-10 1,1-3 4,0-5 351,0-8 0,4-9 0,0-11 0,1-8-89,3-3 1,2-2 0,3 0 0,-1 0-150,2 1 0,1-1 0,0 0 0,-1 0-522,-2 0 0,-1 5 1,3 0 596,-2 2 0,0-4 0,5 3 0</inkml:trace>
  <inkml:trace contextRef="#ctx0" brushRef="#br0" timeOffset="936">420 156 7971,'0'-12'1184,"0"-1"0,-4 1 849,0 0-1861,0-1 1,2 8 0,-1 5 0,-2 6-44,-2 6 0,-1 4 0,-5 2 0,0 1-265,-4 3 0,2 2 0,-6 1 1,-1-1-213,-1 1 0,2-1 1,0-2-1,-1-2 49,-1 2 0,-5 1 0,2-3 0,3-3 291,-1-3 1,6-2-1,2 0 1,2 1 226,2-1 0,5-4 0,4-1 0,6 0 213,5 0 0,8 0 0,5 3 0,4-2-391,4 2 1,1 1 0,5 1 0,-2 0-165,1 1 0,-3-2 1,-2-1-1,-3-4-315,-1 0 0,2-2 0,-2-4 95,-6 0 1,-8 0 344,-2 0 0,-12 0 0,-1 2 0,-7 0 115,-6 2 0,-2 6 0,-7-2 0,-2 3-96,-1 2 1,-4 3 0,3 1 0,-1-2-278,1-1 1,1-2 0,6-1 0,1-1 255,1-2 0,-5 0 0,-6 5 0</inkml:trace>
  <inkml:trace contextRef="#ctx0" brushRef="#br0" timeOffset="1317">519 330 7971,'13'-48'146,"-1"2"0,1 6 196,-1 6 0,0 1 1,1 6-1,-1 5 284,1 3 0,-1 4 0,0 5-1400,1 2 559,-1 5 1,-5-1 0,-3 10-1,-4 5 700,-4 4 1,1 8 0,-6 2 0,-4 7-45,-2 4 1,-1 5-1,3 2 1,1 1-313,-1 3 0,1 1 0,0 2 1,-1-1-287,1 1 1,-1-3 0,2-2 0,3-1-322,4-5 1,-2-9 0,2-2 260,1-6 0,3-12 0,6-16 185,6-13 1,2-10 0,7-8 0,1-1-80,1 1 1,2 0 0,-1 1-1,-2 2 67,-2 0 1,0 8 0,0 0 0,-3 5 327,-3 3 0,-1 7 1,3 7-111,0 3 0,1 12 0,-6 6 1,-2 6-239,0 6 0,-5-2 1,3 5-1,0 0-491,0 0 0,-5-5 0,4 2 0,-2-3 555,0-1 0,6 0 0,-3 0 0</inkml:trace>
  <inkml:trace contextRef="#ctx0" brushRef="#br0" timeOffset="1784">1152 566 7939,'0'-21'0,"0"2"4702,0 1-4293,0 1 0,-1 13 0,-2 8 0,-2 11-1055,-2 7 1,3 9-1,-5 2 1,0 3 146,-2 1 0,-2-3 0,1 1 0,-1-1-360,1-3 0,4-4 1,1-3-1,1-2 947,4-2 0,-3-6 238,5-1 0,0-8 1,11-10-1,5-8 372,1-6 1,3-4 0,2-2 0,-1-2-349,1-1 0,0 3 0,0-1 0,-3 3-396,-1 1 0,-1 0 1,-5 2-1,0 3-721,1 3 1,-1 6 264,1 0 1,-7 6 0,-1 2 0,-4 7 339,-1 4 1,0-2-1,0-1 1,0 2 310,0 1 1,0-3 0,-1 0 189,-4 2 0,4-3 117,-3 1 1,4-7-288,4-1 0,-1-1 0,5-7 1,2-2-134,1-1 1,1-1-1,1-1 1,-1 1 220,0-1 0,-3 1 0,-1 1 0,2 1-108,1 2 0,-3 5 1,0-1-105,2 3 1,1 6 0,0 5-1,-3 5-119,-4 6 0,2-2 0,-1 2 0,1 1-333,-1 1 0,0 1 1,-5-2-1,0-2-1440,0 2 1847,0-4 0,-6 6 0,-1-5 0</inkml:trace>
  <inkml:trace contextRef="#ctx0" brushRef="#br0" timeOffset="2182">1984 442 7892,'-13'-18'230,"1"0"0,-1-3 0,2 4 696,3 4-691,3 6 1,5 7 0,0 8 0,0 3-443,0 2 1,5-1-1,2 0 1,1 1-111,1-1 1,-1-5 0,4-3-18,1-2 0,-1-2 0,1 0 1,-1 0-110,0 0 1,-3-2 0,-3-2 510,0-4 0,2-3 175,-4-2 0,-5 6 0,-7 3 0,-5 4 480,-3 4 1,1 9 0,-6 8 0,-2 3-368,-5 5 0,2 3 0,-3 5 0,3 0-367,1 1 1,4 4 0,0 3 0,1-1-71,0-3 1,4-6 0,8-4 0,2 1-38,1 0 0,5-9 0,-2 1 1,8-5 34,5-4 0,4-5 0,10-3 1,1-2-176,3-2 0,-2-3 1,7-4-1,1-5 258,5-2 0,-1-7 0,4-1 0</inkml:trace>
  <inkml:trace contextRef="#ctx0" brushRef="#br0" timeOffset="2348">2269 690 7892,'-1'-13'2719,"-3"1"-1598,-5 0 1,2 5 0,-1 3-1177,-1 2 0,2 9 0,0 5 0,0 8-149,0 3 1,3 2 0,-3 0 0,0 1-452,0 3 1,3-1-1,-3 3 1,2 0-73,2-4 0,1-1 0,2-1 0,0-1 6,0-4 0,2-2 721,2-5 0,3-6 0,5-2 0</inkml:trace>
  <inkml:trace contextRef="#ctx0" brushRef="#br0" timeOffset="2531">2294 566 8306,'-12'-13'1005,"-1"1"0,2 4 0,1 1 738,2 1-1967,5 2 0,-2 5 0,6 4-360,3 3 1,3 3 0,6 0 0,-1-3 583,1-4 0,4 3 0,3 0 0</inkml:trace>
  <inkml:trace contextRef="#ctx0" brushRef="#br0" timeOffset="2933">2579 342 7892,'-12'-5'209,"4"-2"0,-1-4 1,1 1 3844,1 2-4030,2 5 0,6-1-151,3 8 1,3-1-1,6 4 1,-1-2 178,0-2 1,2-2-1,3-1 1,2 0-42,0 0 1,3-4 0,-4-1 0,0-1 75,0 1 1,3-5-1,-3 3 1,0-1 245,0 0 0,-2 5 0,-3-3 0,-1 2 2,0 0 0,1 0-364,-1 4 1,-4 0 0,-1 3-25,-1 5 0,-2 2 1,-4 9-1,0 0-96,0 1 0,-1 6 0,-2 6 1,-1 1-84,1 0 1,-3 4-1,2 6 1,0-1 106,-1 1 1,2 0 0,-5-3 0,-1 1 169,2-1 1,-4-1 0,3-3 0,-3-2 123,-1-1 1,1-5 0,1 1 0,2-3 94,-2-1 0,-1-2 1,-1-2-1,-1-4-490,1-4 1,-1 0 0,2-1 0,2 1-863,0-1 0,5-4 1,-3 0-2066,2 2 3153,1-4 0,-2-1 0,-1-5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36.69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63 1912 30551,'-12'-5'-3394,"-1"-2"1980,1 0 1,1-4 985,2 2 0,4 3 1,9-1-1,8 0 537,13 0 1,11 0 0,10-3 0,9 2 109,8-2 1,9 4 0,12-3 0,11 0-123,-43 3 0,1 1 0,2-1 0,0 1 0,1 0 0,-1 0 0,-2 1 0,0 0 70,46-6 0,-2 3 0,-13 0 0,-11 2-280,-13 2 1,-9 2-1,-6 1 1,-10 0-460,-8 0 490,-14 0 1,-18 0-1,-13 0 1,-8 0 279,-7 0 1,-5 0 0,-4 0 0,-7 0-293,-3 0 1,-3 4-1,3 1 1,-4 2 25,0 3 0,-2-1 0,-4 1 0,1-2 84,3 2 1,2 1-1,2 1 1,-1 1 232,2-1 0,7 1 1,11-2-1,5-2 478,4 0-261,3-7 0,18 2 1,5-6-467,7-2 1,5-5-1,6 4 1,7-2-189,7-3 1,10 3-1,8 0 1,7 1-166,3-1 0,9 3 0,6-3 0,5 1 121,1 3 0,5-4 0,-4 1 1,2-3 68,-1 1 1,0 0-1,-11-5 1,-15 1 121,-17 0 0,-22-1 0,-23 2-29,-14 3 1,-16-2 0,-10 6 0,-5 1 263,-4 2 0,3 1 0,-1 0 0,5 1-196,5 3 0,11 2 0,5 4 0,5-4-1346,3 0 1097,7 4 0,5-3 0,6 5 0</inkml:trace>
  <inkml:trace contextRef="#ctx0" brushRef="#br0" timeOffset="1384">8340 1019 19487,'-7'-13'0,"3"1"-1140,3-1 0,-3 5 0,0 0 226,1-2 0,3 3 0,4 0 0,4 2 1260,3 2 1,2 0 0,-1 1 168,1-3 0,-1-3 1,0 3-380,1-2 0,-2-2 0,-1-2 0,-4 0-85,0-1 1,-2 2-1,-4-6 1,-1 2-55,-3 2 0,-1-1 0,-6-1 0,-2-1-101,-1-1 1,-4-2 0,0 3 0,-1-3 87,-3-2 1,-2 4-1,-1-3 1,0-1 111,1 1 1,-3-2-1,-1-4 1,-6-1-106,-1-3 0,-4 2 0,-2-6 1,-5-3 176,-2-4 1,-2 0-1,-1-6 1,-3-1 156,-4-1 0,-8 4 0,-4 4 1,-4 6 116,-5 5 0,-9 12 0,-12 6 0,48 7 0,-2 1-331,-1 1 1,0 1 0,0 0 0,0 1 0,0 0-1,1 0 1,0 0 0,0 0-144,0 0 0,-1 0 1,-3 2-1,0 1 1,0 2-1,1 0 1,1 2-1,1 0-131,5 1 1,1 0 0,-41 15-1,8-3 1,0 4 69,-2 0 1,7 1 0,-7 1 0,4 2 80,1 1 1,-1 6 0,6-2-1,2 2 50,7 3 0,10-1 1,1 0-1,3 2-102,2 2 1,3 3-1,2 6 1,1 0-159,3-1 1,2 6 0,3 2 0,5-1-102,5-2 0,9 3 1,-1 1-1,5 4-138,3 4 0,4-7 1,6 2-1,5-3 206,6-2 0,7-2 0,12 3 0,6-2 246,7-3 0,6-5 0,5-3 0,8 0 165,10 0 1,9-8 0,9 1 0,-43-19-1,2-1 50,2-1 1,2 0 0,9 1-1,2 0 1,8-2 0,3-1 0,4 0-1,1 0-139,2-1 0,0 0 1,0-3-1,1-1 1,3 0-1,1-1 1,0-2-1,2 0 85,1-1 0,0-2 0,-7 1 0,0-2 1,-2-2-1,-1 0 0,-3 0 0,1 0-62,-1 0 1,1 0 0,1-3-1,0-1 1,-1-1 0,-1-2 0,-2-3-1,0-1-7,-3-2 1,-1-2-1,-2 0 1,0-1-1,3-3 1,-1-1 0,-1 0-1,-1-1-97,-1-1 0,0-2 1,-9 0-1,-1-2 1,-1 0-1,-2-1 1,-3-2-1,-2 0 0,-1-1 1,0-1 0,-1 0 0,-2-1-1,-5 0 1,-3-1 0,32-35-94,-17-1 0,-17 3 0,-10-4 0,-5-3 55,-5-4 1,-9 2 0,-5-1 0,-7 6 23,-9 2 1,-11 2 0,-14 6 0,-8 3-282,-11 7 0,-13 6 1,-17 8-1,39 19 0,-1 1-1,-3 1 1,-2 1 0,3 3 0,0 2 0,-3 0 0,1 1 0,1 1 0,0 2-857,1 0 1,-1 1 1165,-1 1 0,0 1 0,-3 3 0,1 2 0,1-1 0,1 0 0,1 0 0,0-1 0,2 0 0,0-1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53.4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1219 81 8128,'-6'-13'-183,"-3"-1"1,-1 1 40,1 0-115,3-1 443,6 7 525,0 1-355,0 6 0,-6 0-284,-3 0 0,-3 0 0,-1 0 0,-2 0 13,-3 0 0,1 0 0,-5 1 0,0 2-90,1 2 0,-4 1 0,1-2 0,-3 4 19,0-1 0,-2 3 0,8-4 0,-1 2 18,-1 2 0,2 4 0,-1 2 0,4 2 3,3-2 0,0 5 1,-1 3-1,-2 4 7,2 3 0,1 6 0,2-1 0,-1 3 36,1 1 0,-1 5 1,1 1-1,-2 0-34,-3 0 0,3 3 0,-2-3 1,2 0-16,1 0 0,1 0 1,0-2-1,-1 0-1,1-1 0,-5 3 0,0-1 1,2-2-104,1-1 0,1 2 1,0 1-1,-3-2 27,-1-1 1,1-3-1,3-4 1,1-4 34,-1-2 0,1-2 0,-2-2 0,-1-3 108,-2-4 0,0-3 0,3-2 0,-1-1 66,-2-3 0,0 1 1,5-5 297,-1-2-661,7-2-204,1-1 248,6 0 194,0 0 0,0-6 17,0-2 0,0-4 0,0-2 0,0-1 176,0-2 1,-2 2 0,0-5 0,-4 2 189,-2 1 1,5-3 0,-3 2 0,2-2-170,-1-1 0,-1 0 1,3 5-1,-1-2-196,1 1 0,-3-2 1,2 1-1,1 2-147,1 1 0,1 2 1,-2-1-1,-2 1-166,2-1 1,2 5-1,1 1-496,0-3-403,0 5 138,0 0 1,1 6 208,4 0 1,4 0 0,7 0 810,2 0 0,11-6 0,0-1 0</inkml:trace>
  <inkml:trace contextRef="#ctx0" brushRef="#br0" timeOffset="384">148 1447 8403,'-5'-21'0,"1"3"318,-6-3 0,8 11 0,-4-2-168,0 4 0,5 5-262,-4 8 1,-1 2 0,2 7 115,1-1 1,1 0 0,2 1 91,0-1 0,2 1 1,2-3 190,5-2 1,11-3-1,6-6 1,10-3-58,7-6 0,11-1 1,8-12-1,7-4-77,6-3 1,1-4 0,9-4 0,-6 4-34,-8 5 1,-13-1 0,-19 12 462,-11 0-557,-13 8 0,-15 3 1,-9 8-1,-3 1-202,-1 1 1,0 7 0,-1-2-304,1 3 1,-1-1 0,3 0-2537,2-2 3015,-3 0 0,4 4 0,-5 0 0</inkml:trace>
  <inkml:trace contextRef="#ctx0" brushRef="#br0" timeOffset="515">643 1647 8513,'-21'-34'855,"2"-5"0,12 16 0,2-3 245,4 6 0,2 2 0,5 6 1,8 3-2473,6 4 1,7 4 1371,4 1 0,-2 0 0,3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7:59.749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4409 1041 16635,'38'-35'0,"-7"-1"-686,-9 3 0,-11 9 0,-7 6 0,-2 4-459,-2 0 1,-8 7 1467,-5 2 0,-7-8 1,-6-2-1</inkml:trace>
  <inkml:trace contextRef="#ctx0" brushRef="#br0" timeOffset="466">4450 720 21054,'26'-31'-1766,"0"-2"0,-3-1 1466,0-3 0,-1 1 0,3-1 0,-4-2 78,-7 2 1,-7 6-1,-8 1 1,-5 6 233,-8 6 0,-13 3 1,-14 3-1,-11 2 124,-9 1 0,-15 5 0,-6-4 0,-3 1-8,-1-1 0,-5-1 1,2-4-1,-6-2-126,44 6 1,-1 0-1,-1-1 1,-2-1 0,-6-2-1,-2 0 1,0-1 0,-2 1-67,-1-1 1,-2 1 0,-3 2-1,-2 0 1,1 0 0,0 1-1,-2 0 1,-1 1 225,0 0 1,0 1 0,1 1 0,1 1-1,-5 1 1,-1 1 0,-1 2 0,0 1-27,-4 1 1,0 3-1,-2 3 1,1 3 0,-6 3-1,0 3 1,1 1-1,0 3-79,2 2 1,-1 1 0,0 2-1,0 2 1,-1 2 0,1 2-1,1 0 1,1 2-23,4 0 1,4 1 0,7 3 0,5 1 0,9 0 0,3 1 0,4-1 0,2 2-208,6-2 1,2 1 0,-23 32 0,18 2 0,11-5-215,13-5 1,15 4 0,13-7 0,16-2 99,15-8 1,17-6-1,16-3 1,14-1 263,-34-21 1,2-1-1,7 3 1,3-2 0,10-3-1,2-1 1,9 0 0,2-1 61,8-1 0,2 0 0,-26-5 1,1 1-1,0-1 0,5 2 1,-1-1-1,2 0 0,3 0 1,1 0-1,1-1-150,-1-1 0,2 0 0,-1 0 1,5-1-1,0-1 0,0 0 1,1 0-1,0-2 0,1 1 1,2-1-1,1-1 0,0 0 134,2 0 1,1 0-1,-2-1 1,-6 0-1,-1-1 1,-1 0 0,-2 0-1,1-1 1,-3-2-1,-5-1 1,-1-1 0,-1-1 39,-6-1 0,0-2 0,0-2 0,2-2 1,2-3-1,-2-1 0,1 0 0,0-2 0,-1 0 1,-2 0-1,1-2 0,-3 0 182,27-10 1,-5-3 0,-10 1 0,-5-3 0,-13 2 0,-4-1 0,-4 1 0,-4 0 125,-3 1 1,-4-1-1,10-26 1,-20 3 0,-18 5-566,-17 4 1,-15 3-1,-22 5 1,-10 1-606,-9 0 0,-5 0 1,-2 1-1,-2 2 249,-1 1 1,4 4-1,6-1 1,1 8 1,4 4 0,-1 9 547,-1 7 0,3 4 0,-6 1 0,-3 0 0,-4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01.131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41 835 26240,'-14'-6'-886,"5"0"0,2-4-77,1 1 1,2 4 0,5-2 0,4-1 1584,3 1 0,10 2 0,5-4 0,2-1-104,2-2 1,7-3-1,6-1 1,9-3-163,8-2 0,5-2 0,11-5 0,6-3-117,4-5 0,6 2 1,-2-2-1,-1-1-174,0-1 1,5-3-1,-5 3 1,-4 2-426,-11 5 1,-11 8 0,-14 6 499,-6 2 0,-16 1 608,-6 1 1,-15 5-1,-12 3-767,-3-1 0,-1 4 1,-1-2-1,-1 2 75,-3 2 1,-2 5 0,-7 1-1,0 1-35,0 3 1,1 1 0,-1-1 0,0-2-20,0-2 1,5 3 0,-2-5 0,-3 0-37,-2 2 1,-3-3-1,4 5 1,-2-2-190,-1-3 1,-6 3-1,3 0 1,0 0-256,2 0 0,0 0 664,0-2 1,-5 3-1,3 7 1</inkml:trace>
  <inkml:trace contextRef="#ctx0" brushRef="#br0" timeOffset="149">1232 85 25602,'14'-27'-3688,"-1"2"3757,0 3 1,-5 11-1,-5 16-670,-6 11 1,-6 16 0,-10 8 0,-7 9 450,-4 7 0,-5 10 0,2 7 0,-1 1 86,-3 3 1,-2 14 0,19-43-1,0-1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05.498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293 303 27975,'-15'-2'0,"-1"-1"258,-2-1 1,-6-1 0,3 5 0,1 2-958,2 2 1,3 4-1,2 5 1,1 0-233,3 1 1,3-1-1,6 1 1,0-1-103,0 0 0,1-5 1,4-4 1165,4-2 0,-2-2-34,2 0 1,-6-6 0,0-2-296,-6 1 1,-4-1 0,-7 5-1,1-1-52,-1 1 1,1 2 0,0 1-1,-1-2-17,1-2 0,4 2 864,0-2 1,2-4-394,-2-1 1,4-3 0,10 1 0,4 0 214,2 2 0,3 2 0,-1-4 0,2 2-380,3-1 1,-3 4 0,3 2 0,-3 1-102,-2-2 0,0 4 0,1-4 1,1 4 209,2 1 0,1 0 1,8 1-1,5 4-226,6 4 1,8-2 0,14 0-1,10 1 87,9-1 1,12-4-1,-40 0 1,1-1 0,2-1-1,1-1 90,0 0 0,0 0 0,3 0 0,-1 0 0,0 0 1,0 0-1,0 0 0,0-1 428,1-1 0,-1-1 1,34 0-1,-8-4 1,-19-1 314,-19 1 0,-18 3-1086,-13-5 1,-15 6 0,-4-2 0,-8 4-28,-9 1 1,-3 0-1,-4 1 1,-4 2-394,-5 2 0,2-1 648,-8-4 0,-8 6 1,-2 1-1</inkml:trace>
  <inkml:trace contextRef="#ctx0" brushRef="#br0" timeOffset="251">320 356 29833,'-13'-12'-3277,"5"-3"0,2-11 0,6 0 1920,0 4 1,0 3 0,3 5 0,5 1 1754,5 0 1,9-1-1,1 2 1,2 2-72,2 1 1,4 1 0,2-2-1,1 1-55,3-1 0,-3 2 0,0-1 0,-1-1-79,-3-2 0,3 0 0,-2 2 1,-1 1 4,-2-2 1,-7 4-1,-5-2-1695,-6-1 1692,-4 4 0,-17 6 0,-4 7 0</inkml:trace>
  <inkml:trace contextRef="#ctx0" brushRef="#br0" timeOffset="434">440 129 29568,'-17'0'-7,"-1"0"0,0 0 810,-1 0 0,4 0 0,-2 1 1,5 4-1081,3 3 0,1 6 0,-4 4 0,1 6-390,2 5 0,2 5 0,-4 10 0,3 5-80,-3 9 1,5 6 0,2 3 0,2 0 10,2-1 0,8 1 0,5-3 1,8-6 149,4-9 1,6-13 0,2-8 0,0-5-555,0-4 0,-7-1 877,-3-5 1,-1 1-1,5-1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12.218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4457 603 27756,'-9'-12'-5712,"2"1"3689,1 2 0,-5 1 1936,2-6 1,-3 2 0,1 2 0,0 2 244,2 2 0,5-2 0,-4 2-67,2-2 0,-3-1 0,5-4 0,0-1-226,-2 1 1,4 0-1,-2-1 7,2 1 1,-2-1-1,-1 1 1,2 0-551,2-1 1,-1 5 0,-1 0 557,-1-1 1,-1 3-1,4-1 1,-2 1 53,-2-1 0,-4 4 1,4-4-1,-3 2 130,-2 3 0,-2-2 1,-2-1-1,0 0 130,-4 0 0,1-3 0,-5 3 0,-2-2 107,-1-2 0,-6-2 0,-2-1 0,0-1 155,1 1 1,-7 4-1,0 0 1,-5-1-42,-4-2 1,5-2 0,-2 2 0,4 2-3,0 1 1,-5 2 0,-1-4 0,-1 2-102,3-1 1,-1 2 0,0 1 0,-3 1-26,-6 3 1,2 0-1,-7 0 1,-1-1-156,-6 1 0,-7 1 1,-10 2-1,-2 2-60,-2 2 1,5-1 0,-3 6 0,0 0-28,-4-2 0,9 5 0,0-3 0,1 2-3,-3-2 1,-2 3 0,-4-5 0,1 0 28,6-2 0,8-4 0,-1-1 0,2 0 132,3 0 1,2-4 0,1-2 0,0 0 40,0 0 1,-1 2-1,-2 5 1,-1 4-167,1 3 1,1 6 0,2 4 0,0 4-266,0 3 0,6 2 1,3 1-1,2 2-59,-2 1 1,3 2 0,-2-3 0,7 1-153,5-1 1,9-2 0,7-1 0,5 0-190,6-1 0,9-5 0,5-1 0,4-4 120,4-3 0,4 4 0,5-8 1,0 1 304,1-1 0,-1 3 0,2-3 1,1 3 131,2 1 0,1 0 0,-2 2 1,2 3-79,2 4 0,-3 1 0,4 2 0,2 3-55,1 1 1,2 0 0,1 3-1,4 3-31,3 4 0,4 0 0,3-2 1,2-2 164,5 3 0,6-4 0,6 0 1,8-1 274,4-3 0,2-2-1,6-3 1,1-1 154,2-2 1,-3-7 0,0 0-1,-5-5-64,-3 1 1,2-5-1,-3 0 1,6-2-25,-1 1 0,6-1 0,7-4 0,5 0-102,-44 0 0,1 0 1,44 2-1,-44-1 1,-1 1-1,47 2-95,0-1 1,-47-2-1,1-1 1,3 1-1,1-2 1,2 1-1,-1-1-66,0-1 0,0-1 0,0 2 0,0 0 0,-4-3 0,1-1 0,0 0 0,0-1 3,2 0 1,0 0 0,-5 0 0,0-1 0,1 0 0,-1-1 0,46-8-13,-4-2 1,-3-6-1,-6 3 1,-6-3-104,-13-2 1,-11 2 0,-7-9 0,-1 0-86,-2-2 0,-4-3 0,-5 1 0,-3 2-159,-4-3 0,-7 0 0,-3-1 0,-5 3-143,-4 5 0,1 3 0,-5 1 0,-2 0-181,-2 1 1,-1 3-1,0 2 1,0 1 44,0-1 0,0-2 1,0-2-1,0 1 145,0 2 0,0 6 0,0-4 1,0 3-154,0-1 0,-4 0 0,-2 6 498,-2 3 1,-2-1-1,-6 4 1,-4 0 294,0 0 0,2 0 1,-5 3-1,0-3 114,-3-2 0,4 4 0,0-5 1,-1 0-26,3 2 1,-7-4 0,3 5 0,-3 0-63,2 0 0,1 2 0,-4 4 1,-2 0 285,-1 0 1,-6 6-1,2 1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26.2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750 253 8317,'0'-13'-241,"0"0"0,0-1 140,0 1 1,0-1 0,0 1-1,0 0 85,0-1 1,0 5 0,2 0-1,1-1-87,1-2 0,2 3 0,-3 0 1,2-1 158,-2-2 0,3-1 0,-2-1 320,-1 1 0,-1 4 107,-2 0 0,-2 6-287,-2-2 1,-4 5 0,-4 5 0,2 2-114,1 1 1,0 4-1,-3-3 1,2 3-99,1 1 1,4 0-1,-2 1 1,-1-1 35,1 0 0,3 5 1,-5 0-1,-2 0 69,-1 1 0,3 2 0,-1 7 0,-5 4-32,-6 3 1,-4 11 0,-3 8 0,-5 7-29,-7 4 1,-6 13 0,-8 4 0,27-39 0,1 1-82,-1 4 1,0 0 0,-21 38-1,5-3 1,6-13-34,6-10 1,9-16 0,5-7 148,7-7 125,4-12 1,6-14-1,0-8 1,0-6 321,0-7 0,0-1 0,0-7 0,0-3-106,0 0 0,0-1 1,0 2-1,0 1-376,0-1 0,0 0 0,1 0 0,2 2-105,2 3 1,-1 1 0,-4 5-1,0-2-31,0 1 0,0 3 0,0 0 0,0 1 130,0-1 0,-4 5 1,-2 2 132,-2 1 0,-1-4-572,-4 1 1,6-3-190,2-2 0,4 1 0,2 0 40,4-1 1,2 1-1,6 0 1,2-1-331,3 1 0,-3 4 1,4 0 893,1-2 0,1 0 0,5-3 0</inkml:trace>
  <inkml:trace contextRef="#ctx0" brushRef="#br0" timeOffset="183">148 1244 9863,'13'0'1159,"2"-2"1,3-2-753,4-5 1,11-9 0,9-6 0,11-4-361,13-3 0,13-5 0,10 5 0,5 1-261,-46 16 1,2 0-1,0 1 1,1 2-80,2 2 0,1 0 0,-1 0 0,1 1 0,0 4 1,-1 0-1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29.4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3588 630 8576,'0'-13'-398,"6"-1"0,-3 1 276,6-1 1,-6 1 0,3 1 524,0 3-572,-5-3 197,5 11 221,-6-5 147,0 6 1,0-2-5,0-2 1,-1-4-285,-4-5 1,4 4-1,-4 0 1,2 0-28,-1 2 1,1-5 0,-6 5 0,-2-2-129,0 0 1,0 4 0,-1-4 0,-4 0-47,-3 2 1,-4-3 0,-5 4-1,-2 0 66,-1 0 0,-6-5 0,1 4 0,-3-2 56,-1 0 1,5 0 0,-1-4-1,-1-1-9,-2 1 1,0-2 0,4-1 0,3-4 107,4-1 1,-5 4 0,-1-6 0,0 1-60,3 1 0,1 0 0,-1 5 0,-5-2-60,-3 2 1,-1 1 0,0 3 0,0 2-115,0 1 1,-5 6 0,0-2 0,2 4 3,2 1 0,2 0 1,3 0-1,4 0-9,-1 0 0,3 0 0,-4 0 0,0 0 109,-1 0 0,6 0 0,-4 0 0,2 0 32,0 0 0,2 0 0,4 0 0,-5 0-15,-2 0 0,-4 4 0,-3 2 0,2 2-22,1 2 1,-1 2-1,-5 1 1,1 1-36,2-1 1,2 2 0,-2 1-1,2 2 54,1-1 0,2-3 0,-2 0 0,5-2 64,3-3 0,1 3 0,0-5 0,1 2 112,-1 0 0,-4-5 0,-2 4 1,-3-1-54,-5 1 1,-1 0-1,-7 6 1,-2-1-114,-1 1 1,-3-1 0,-1 2 0,-2 1-100,1 2 0,2 0 0,2-3 1,-1 1 25,0 2 0,8 4 1,5-4-1,5-1 93,3-3 1,1 4 0,2 2-1,0-1-11,5 0 0,-1 5 0,9-2 0,-1 4-29,-2 0 1,10 1-1,-2 0 1,5 0-64,4 0 1,1-1 0,2 1 0,0 0 23,0 0 0,6-1 0,3 1 0,4 1 74,5 4 0,3-4 0,6 3 0,1-3 8,3-1 0,1 0 0,6 0 0,5 0 20,4-1 1,2 3-1,4 0 1,2 3-69,3-3 0,-3 4 1,5-2-1,-1-2-16,4-6 0,-1 3 1,2-7-1,2-1 162,-2-5 0,0-8 0,2 1 0,1-2-35,0 1 0,-4-1 0,-2-4 1,0 0-36,0 0 1,1 0 0,5 0 0,0 0-107,0 0 0,6 0 0,3 0 0,1 0 9,-1 0 1,-3-4-1,-6-1 1,0 1-2,0-2 0,-2-2 0,-1-5 0,-3-1 54,-1 1 0,4 0 0,-1-2 1,7-3 45,6-4 0,-3-4 0,-3 0 0,-4-1-57,-4 0 1,-3 0 0,-2 1 0,-11-1-28,-7 0 0,-9 5 0,1-1 1,-3 0 24,-1-3 1,0-1-1,-2 1 1,-1-1-83,-2 0 0,0 0 0,4-1 0,-4-2-66,-4-1 1,3-2-1,-1 4 1,3-3 82,-1 3 0,-4-1 0,3 2 1,0-1 78,-1 4 0,-3 1 0,-1-1 0,-6 3 44,-5 4 1,-4 3 0,-1 0 0,-1-1 81,-4-2 1,-3 0-1,-9 5 1,-2-1 60,-2 1 0,-6 0 0,-5 1 0,-3 1-334,-2 2 1,4 6-1,1-3 1,2 2-156,3-1 0,-3 1 0,10 4 1,-3-2-109,1-2 0,6 3 0,-2-4 0,3 2-555,1-1 0,6 2 934,-1-2 0,0 2 0,-5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56.338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94 175 15342,'-7'-6'-888,"-4"3"1,5-4 185,-1 1 1,3 1 951,-5 5 0,0 0 122,-5 0 0,5 5 0,2 1 332,1 1 99,2 2-797,4-2 0,5-1 1,6-6-1,5 0 75,7 0 0,9-6 0,8-2 0,10-4 28,6-2 0,12 5 0,14 2 1,9 1-9,6 3 1,1 1 0,-4 2 0,-1 2-37,1 2 1,-6 4-1,-5 4 1,-6-2 61,-5-1 0,-5-6 1,-5 2-1,-5-5 196,-7-5 1,-5-4 0,-9-7 0,-7-4 62,-5 0 0,-6 3 1,-9-1-1,-5 4-228,-2 0 0,-4 2 0,-2 3 0,-6 3-611,-7 0 0,-5 5 1,-9-4-1,-8 4-349,-9 1 0,-1 6 1,-10 1-1,1 2 108,0 0 1,-2-4 0,4 2 0,-1 1 409,5-1 0,0-3 1,7 4-1,1-2 324,-2-3 0,4 3 0,-3-2 0,5-1 18,5-1 0,-4-2 0,3 0 0,-1 0 569,1 0 0,2 0 1,4-2-1,-2-1-46,-3-1 1,10-1-1,-2 5 1,4 0-414,2 0 0,1 0 0,9 2-605,2 2 1,4-1 292,10 6 0,5-6 0,12 2 0,11-4 183,9-1 1,7-1 0,9-2 0,3-3 85,0-2 0,4 1 0,-4-4 0,2 2-63,-1-1 0,-11 0 0,-2-1 0,-8 4 6,-5 1 0,-5-3 0,-8 4-400,-5 2 0,-10 3 0,-5 5 0,-6 4 219,-5 3 1,-10 13 0,-3 3-1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8:58.7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254 162 7797,'-4'-9'532,"-1"0"0,-3 4-210,3-4 0,-1 2-362,2-2 0,2 2-492,-2 2 365,2 4 1,1-5 0,-2 7 175,-2 4 1,1-2 0,4 6-1,0 2 98,0 6 1,0-1 0,0 6 0,0 4 236,0 3 0,0 7 0,0 10 0,0 9 32,0 11 0,4 10 0,1 11 0,-2 9-341,-2 3 1,1-46-1,1 1 1,-1 1-1,0 0 1,0-1 0,-1 0-166,0-2 0,0 0 0,-1 37 0,0-6 0,0-14-312,0-14 0,0-9 1,0-12-771,0-7 1165,0-12 1,0-15-1,0-9 1,0-5 123,0-4 1,0-2-1,0-7 1,0 0-450,0 0 1,0-1 371,0-3 0,-6-3 0,-2-7 0</inkml:trace>
  <inkml:trace contextRef="#ctx0" brushRef="#br0" timeOffset="269">335 175 8410,'-6'-13'94,"-2"-1"1,-1 2 329,0 3 1,5-1 0,-5 6-276,-1 1 1,-2 1-1,0 4 1,1 3-240,3 9 1,-3 1 0,-5 7 0,-2 2-78,2 1 1,-4 6 0,1 1 0,-2-1-324,-3 2 0,5-10 0,1 4 490,3-2 0,-4 1 0,-2 1 0</inkml:trace>
  <inkml:trace contextRef="#ctx0" brushRef="#br0" timeOffset="434">201 121 8334,'-2'-26'-2,"-1"0"0,-1 3 1865,1 0 0,3 13 1,4 1-816,5 6 1,5 6 0,2 6 0,2 9-968,-2 6 0,4 7 0,-1 1 0,0 1-427,1 0 0,3 3 0,0-4 0,2 1-1349,2 0 1,4-2 1694,0-4 0,6 0 0,-2-1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9:03.0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322 214 8019,'-8'-6'-318,"-4"4"0,9-4 0,-4 5-128,1-4 458,1 4 1,5-7 180,0 4 1,0-3-1,0-7 239,0 1 0,5 4 0,1 0-152,1-2 1,-2 1-1,2 0 1,1 2 142,-1 2 1,-4-4-1,3 2-139,0 1 1,-5 0-367,4 2 1,-2 4-285,1-4 273,-2 4 0,4 2 238,-6 4 0,0 4 0,0 10 0,0 9 202,0 11 1,0 8 0,0 13 0,-2 8-247,-2 11 1,1 13 0,-1-39-1,0 0 1,1 2 0,0 2-214,2 1 0,-1 0 0,0-3 0,-1 0 1,-2 41-1,2-6-86,2-10 1,1-15 0,0-17 0,1-15-413,4-13 1,-4-12 585,4-8 1,-4-6 0,-1-7 0,-1-2-149,-4-3 0,-1 3 0,-4-4 0,1-1-1150,-2-2 1322,5-9 0,-6-9 0,5-8 0</inkml:trace>
  <inkml:trace contextRef="#ctx0" brushRef="#br0" timeOffset="346">335 200 8139,'-13'0'355,"-1"-6"1,1-3 269,-1-2 1,1-1-1,0 1-571,-1 2 1,1 6-397,0-1 0,-1 4 1,2 4-16,3 5 0,-3 3 1,3 2-1,-2-1 222,-3 0 0,1 1 1,-2-1-1,-1 0 158,-2 1 0,0-5 0,4 0-27,1 1-868,0 2 872,5-5 0,2 5 0,6-4 0</inkml:trace>
  <inkml:trace contextRef="#ctx0" brushRef="#br0" timeOffset="513">482 26 8139,'-6'-7'2206,"-1"-4"-791,-7 7 0,7 1 0,3 7 1,2 7-855,2 5 0,3 7 1,6 8-1,9 4-765,6 4 0,10 1 0,6 2 0,9 1-489,8 2 1,5 1 0,11-2 0,4 6-2801,2 2 3493,4 1 0,-14 7 0,4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9:14.2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844 66 8413,'7'0'-823,"1"0"0,-5-1 1280,1-4-202,1 4 0,-5-7 9,0 4 0,1 2 101,4-2 1,-4 1-100,4-2 1,-4 2-7,-1-6 1,0 5-293,0-5 1,-1 6 62,-4-1 1,-8 11 0,-10 11 0,-5 13-17,-7 11 0,-7 13 0,-13 13 0,-3 13-40,27-36 1,-1 2 0,0 2 0,0 1 0,1 2-1,0 1 1,2-4 0,1 0-60,2-4 1,2-1 0,-15 32 0,11-9 0,6-9 72,2-8 0,2-9 0,5-9 1,0-1 70,-1 1 0,-1 0 0,-2-2 0,-4 1 28,0-1 0,0-3 1,5-3-1,-1-3-34,5-2 154,-1-1 1,12-12 0,-4-6 28,4-8 0,1-11 0,1-8 1,4-7 3,3-5 0,4-1 0,2-2 0,-1-1 173,1-1 0,-6-5 0,0 5 0,-2 4-299,-3 3 0,3 7 1,-2-1-1,-1 3-289,-1 1 1,-2 6-377,0 3 1,-2 10 0,-1 5-275,-1 6 0,-1 4 0,5 6 0,2 1 824,2-1 0,4 0 0,5 1 0</inkml:trace>
  <inkml:trace contextRef="#ctx0" brushRef="#br0" timeOffset="166">121 1298 8325,'-13'-14'591,"5"-4"0,4-1 210,2-2 0,5 0 1,6-2-1,12 0-326,12 0 1,8-7-1,14-1 1,3 2-735,5 5 1,-2 5-1,0 7 1,-2 3-1119,-2 5 0,2 4 1377,-1 4 0,-6 10 0,-5 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0:17.7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94 8371,'-6'2'-872,"3"1"0,3 2 1585,3 2 1,3-3 0,7-4 0,4 0-508,8 0 0,6-4 1,8-4-1,8-5-555,10-5 1,9 2 348,11-1 0,11-1 0,8-3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9:40.5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510 381 8066,'0'-32'0,"2"3"128,2 2 1,-2 3 0,7-1 0,0 0 40,3 0 0,0 1 1,1 3-1,0 3-125,4 0 0,-3 4 1,3-4-1,-4 3-4,0 3 1,1-4-1,0 8 1,-1-2 671,-1 2-541,-3-3 0,-2 12 0,-3 2 0,-2 10 76,-2 5 0,-6 4 1,-2 8-1,-3 8-60,-2 6 1,-3 5 0,-2 3 0,0 5-130,0 6 0,-3 7 0,3 4 0,-2 7-51,-2 11 1,4 5 0,2 1 0,3-3-74,5-8 1,2-4 0,6-12-1,0-10 213,0-7 0,0-10 0,-1-2 0,-2-3-22,-1-2 0,-6-5 0,3-3 0,-1-3 1,0-1 1,-1-1 0,-2-2 0,1-2-124,2-2 0,1 0 0,-2-3 0,0 1-238,0 0 0,2-4 438,-2-3 1,7-5 140,-3-8 0,4-3 0,1-7 0,-1-3-81,-4-4 0,4-2 1,-5-2-1,1 0 30,-3 0 1,-5-4 0,-2 0-1,-2 1-140,2 2 0,-4 5 0,-2 0 0,-1-1-351,1-2 1,-3 5 0,5 1 0,-2 1-114,0 1 0,5-2 0,-4 2 0,4 0-136,5 0 1,-1 3-1,7 0 19,-2 1 1,4-1 0,-1 1 0,4-1-294,4 1 1,3 1 0,6 1 16,-1 2 1,5 5-1,-1 0 1,0 6 213,-3 5 0,0 10 0,-1 6 0,-1 5 490,-2 3 0,1 5 0,-6 5 0,5-1 0,-2-3 0</inkml:trace>
  <inkml:trace contextRef="#ctx0" brushRef="#br0" timeOffset="183">273 1653 8066,'13'0'70,"-5"0"374,0 0 0,1-1 0,2-3 33,-3-5 1,2-2 0,-5 0 0,2 2-57,3 0 0,0 1 0,-1-5 1,1 1 58,4 0 1,0 3 0,6 1 0,4-2 9,4-1 1,4 3 0,6 1-1,5 0-347,7 0 0,10 0 0,6-1 0,0 4-538,-3 2 0,0 2 0,-1 3 0,-2 4-695,-6 5 1,-7 11 1089,-14 2 0,3 5 0,-4 7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19:53.7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175 431 6394,'0'-9'648,"0"1"-1097,0 5-187,0-8 636,0 10 0,6-10 0,1 4 0</inkml:trace>
  <inkml:trace contextRef="#ctx0" brushRef="#br0" timeOffset="784">212 393 8233,'9'-4'-287,"-1"0"300,-5 0 1,1 4 0,-8 0-119,-4 0 0,-4 0 0,0 1 0,0 3 102,-1 5 1,-4 0 0,-1 1-1,0-2-27,0 2 1,2 1-1,3 0 1,1-1 204,-1-2 0,1-4 260,-1 5 0,5-7-113,0 3 1,5-5 54,-1-5-545,2-1-47,2-7 519,0 6 249,0-4-414,0 10 1,0-6 0,2 4 246,2-1-667,-3 0 48,5-2 1,-5 5 288,3-3 1,-1 1 0,5 0-1,4-1 15,3 1 1,1 0-1,9 1 1,6-4 77,4-1 0,9 0 0,6-3 0,7 3 80,4 2 1,5 1 0,2 4 0,0 0-153,0 0 1,-3 0 0,-7 0-1,-4 1-54,-2 3 0,-4-2 0,-2 3 0,-4-1-104,-4 1 0,0-1 0,-1-4 0,1 0 12,-1 0 1,-5-2-1,-3-2 1,-3-4 61,-1-3 1,-1 0 0,-3 1 0,-5 2 67,-2-2 0,-5-1 1,-3-2 205,0 1 1,-2 4-136,-4-1 1,0 1-1,-1-3 41,-3 3 0,2 1-67,-2 2 0,1 0-132,-1-3 0,-3-2-41,-5 6 0,5-2 0,1 3 83,1-1 0,-2-1 1,-6 1 1,1 2-43,-1-2 0,1-2 0,1 1 0,1-1 14,2 1 1,-1-1-1,-3 4 1,-1-4 14,1-1 1,0 3 0,-1-3 0,-1 0 49,-2 0 0,2 3 1,-4-3-1,1 0-74,0 0 1,-5 3 0,3-3 0,-2 0-116,0 0 1,2 0 0,-3-1 0,2 2-94,2 1 1,2 2 0,3-4 0,1 2-730,-1 2 0,5 0 105,0-1 0,1 8 852,-2 0 0,-2 11 0,4 5 0</inkml:trace>
  <inkml:trace contextRef="#ctx0" brushRef="#br0" timeOffset="950">1572 343 8341,'-12'-1'276,"-1"-2"1,1-2 653,-1-2 1,1 4 0,-1-1-1,0 2-870,-4 2 1,-2 7 0,-6 7 0,-2 11-383,-2 11 1,-7 13 0,-5 10 0,-1 8 321,-1 8 0,-1 11 0,19-39 0,0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0:09.0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238 810 8227,'-18'0'-152,"2"4"0,-3 0 0,1-1 99,3-2 1,1-1 0,1 0 155,1 0 1,-1 0 0,1 0-141,-1 0 0,5-4 0,0-1 1,-2-2 0,3 4 1,-1-1 128,-2 2 1,3 2 229,-1 0-152,5 0 0,-2-1 0,6-2 77,3-1 1,7-6 0,7 2-1,3-4-52,5-5 0,6-2 0,10-6 0,4-2-36,2-2 0,8-3 0,3-5 1,6-1-4,6 1 1,4 0 0,4-1 0,3 1-104,-1-1 0,-2 2 0,-9 4 0,-9 7-145,-10 7 1,-8 5-1,-11 0 1,-7 2-69,-7 3 1,-4-3 0,-2 2 0,1-2 175,-1-1 1,-4-5-1,-1 0 1,0 2 16,0 1 0,-4 6 1,3 0-1,-2-2 93,0-1 1,0 3-7,-4-1-369,0 1 155,0 1 1,-1 1-31,-3 6 1,-3 0 0,-7 0 0,-2 0 102,0 0 1,-5 5 0,4-1-1,2-1 104,1-2 1,0 0-1,-1 2 1,-1 1-68,0-1 1,2-2 0,2 1 0,0 1 1,-1 1 1,-1 0-1,-1-4 1,-3 0-14,-2 0 1,5 0 0,-1 0 0,2 0-31,1 0 1,1 0 0,-1 0-1,1 0-289,-1 0 1,1 4 0,-1 0-267,1-1 0,4 3 0,1-1-59,1 2 0,2 1 1,5 3 637,4-2 0,7 2 0,7-4 0</inkml:trace>
  <inkml:trace contextRef="#ctx0" brushRef="#br0" timeOffset="166">1298 36 8194,'-1'-11'862,"-2"2"-67,-1 0 1,-2 7-697,2-3 0,-3 11 1,-7 6-1,-1 9-72,-2 7 1,-5 9 0,1 9-1,-2 4-287,-2 4 1,4 3 0,2 5-1,-1 1-384,1-1 1,4 2-1,-2 0 644,3-2 0,-4 3 0,-1-8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6:20.2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138 73 7659,'-14'0'-923,"-1"0"692,7 0 0,-5-2 231,4-3 0,-4 4-377,-2-4 559,1 3 1,4 2 754,1 0 283,6 0-320,-4 0 0,6 0 986,-4 0-1596,3 0 0,7 0 0,13 0 0,7-1-108,11-4 0,16 3 0,13-3 0,10 4-106,12 1 1,-38-2-1,3-1 1,5 1-1,3-1 1,3 1-1,2-1 27,4 0 1,0 0 0,4 2 0,0 0-1,-1-2 1,0 0 0,-2 0 0,-2 1-115,-1 0 0,-1-1 1,-1 1-1,-1 0 1,-2 1-1,-1 2 1,-4-1-1,-1 0-251,41 0 1,-26 6-1,-28 4 1,-17 2 50,-13 3 0,-21 1 1,-20 5-1,-20 6-305,-22 5 0,22-12 1,-4 0-1,-11 0 1,-4-1-1,-5 1 1,-3 1-891,-5 1 0,-2 0 1406,-8-1 0,0 1 0,3 0 0,-1-1 0,-5 1 0,-1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6:20.8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171 345 8021,'-23'-35'-503,"2"1"1,8-1 502,4 6 0,-4 14 0,3 4 0,-2 8 0,-8 6 0,3 12 0,2 1 0,4 3 0,8-3 0,0 3 0,6-3 0,5-3 0,6-3 0,2-6-125,4-2 0,-4 3 0,4 0 1,0-2 668,-1-2 0,2-1 0,-4 0 1,4 0-20,2 0 0,-6 0 1,4-1-1,-2-2-35,1-2 0,7-6 0,0 1 0,9-4-128,5-6 1,14-2 0,20-9-1,18-1-302,-37 15 0,2 1 0,6-3 0,2 1 1,8 2-1,3 1 0,2 2 0,2 1-84,4-1 0,2 3 0,3 2 0,1 3 0,4 3 0,-1 1 0,0 2 0,-2 3-143,-3 2 1,-1 2-1,-1 2 1,1 1-1,-3 3 1,0 1-1,4 0 1,1-1 94,6 1 0,1-1 0,-3-3 0,1-1 0,4-2 0,1 0 0,-1-3 0,1-1-9,-32-1 1,1-1 0,1 0-1,0 0 1,0-1 0,1 1-1,3-2 1,1-1 0,-1 0 0,-1-1-1,0 0 1,0 0 148,-3-3 0,0 0 0,0 0 0,-2 0 1,1 0-1,-1-1 0,-1-1 0,0-2 1,-1 1-1,1 0 0,-1-1 0,0 0 98,34-4 1,-2-1 0,-8 2 0,-1 2 0,-1 0 0,-1 0 0,-5 3 0,-2 0-122,-5 2 0,-2 0 1,-5 1-1,-2 0 1,-4 3-1,-2-1 1,-1 0-1,-2-1-211,-4 1 1,-2 1 0,42 6-1,-16 4 1,-11 4-681,-10 2 1,-21-1 0,-15 1 357,-12-1 1,-15-4-1,-6 1 1,-8 3 332,-6 4 1,-5 8-1,-11-2 1,-2 5-231,-3 4 0,1 3 0,-4 4 0,0-2-965,-1 2 1350,6 2 0,-6 0 0,4-1 0,-5 3 0,-3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6:18.5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15 780 8700,'-5'10'905,"0"-1"0,0 1 0,7 3 0,1-2-1117,2-1 1,8-1 0,1 4 0,10-2-268,8-1 1,9-7 0,13 2 0,15-4-496,14-1 974,-31 1 0,2-2 0,10-1 0,2-2 0,7 0 0,0 0 0</inkml:trace>
  <inkml:trace contextRef="#ctx0" brushRef="#br0" timeOffset="1169">2498 361 7989,'-15'7'-826,"9"-12"611,6 0 1,13-8 333,11-6 0,-2-3 0,1-6 1,-1 3-186,1 1 1,-1 1 0,2-2 0,-5 2-65,-3 2 0,-3 2 0,-1 3 0,-4-2 189,-2-1 1,-1 0 0,-5 4 830,0 1 0,-2 6 388,-3 3 1,-3 3-410,-6 2 1,-1 0 0,1 0-566,0 0 0,-1 0 1,1 0-1,-1 0-303,1 0 0,-1 0 0,-1 0 0,-1 0-107,-3 0 0,-5 8 0,-1 9 0,-6 10-97,-6 10 0,-6 12 0,-5 9 1,-8 11 93,27-29 1,-1 0 0,-2 4 0,-1 1-1,2 4 1,2 3 0,0-3 0,0 1 10,2-2 1,2 0 0,-16 42 0,15-13-1,11-13 242,9-12 0,7-9 87,5-19 0,3-6 0,5-20 0,-2-4 175,-1-9 0,-5-1 0,4-6 0,1-1-40,-2 1 0,3-7 0,-5-5 1,1 2-254,-1 2 1,4 1-1,-5 0 1,0 2-202,1 3 1,-4 3 0,2 6 0,-2 1-167,-2-1 1,5 1 0,0 0-53,-2-1 0,-2 5 0,-1 1 238,0-2 1,0-2 0,0-2 230,0 1 1,-4-1 0,-1 1 0,0 1 101,-1 4 1,2-4 0,-4 3-263,2-3 1,0 5-1,2 2-1953,-1-1 909,1 6 0,4-4 588,0 10 1,4-2 0,3 7 221,1 1 1,0 2-1,2 1 1,-6 1-66,-2-1 0,-2 0 1,0 2-1,0 4-10,0 4 1,-6-2 0,-4 2-1,-3 2 130,-1 1 1,-1 2 0,-1 0 0,-1 0 170,-3 0 0,3 0 1,5-2-1,4-1 527,2-2 0,1-7 0,7 2 323,3-2 1,4-5-1,10-2 1,7-5-336,6-4 0,7-1 1,10-1-1,9-4-349,8-5 1,5-7-1,1-4 1,0 0-503,0 0 0,-3 4 0,-6 5 0,-10 4-1250,-7 2 0,-9 1 1591,-3 5 0,3 13 0,-1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6:25.2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1877 432 8099,'9'-48'-313,"1"-1"0,-2-4 0,3 4 0,-3 1 704,-1 3 0,-2 5 0,-5 12 0,0 4 453,0 5 0,-2 5-819,-3 4 0,-1 5 0,-4 10 0,5 5-205,4 2 0,-4 9 1,0 3-1,2 5 81,1 5 0,1 4 0,-3 11 0,0 5 151,0 7 0,-2 0 1,0 8-1,-1 5-88,1 6 0,-5 0 0,1 4 0,-5 4 18,-4 6 1,11-43-1,-1 1 1,-4 0-1,0-1 1,-1-2-1,-1 0-99,-17 45 1,-7-4-1,6-8 1,1-8 166,1-10 0,4-10 1,1-17-1,4-8 291,1-8 1,2-5 550,4-2-559,7-6 1,2-3 0,6-10-1,0-4-160,0-4 1,0-6-1,0-2 1,0-3-81,0-7 0,1 1 0,3-9 0,2-1-28,2-1 1,-3-3 0,3 1 0,0 0 20,0-1 0,-5 1 1,2 1-1,-3 4-376,-2 4 1,0 4-1,0 1 1,0 1-2040,0 4 1659,0 4 1,0 13 0,0 7-1,0 11 670,0 12 0,0 3 0,0 12 0,0 4 0,0 4 0,0-1 0,0 5 0</inkml:trace>
  <inkml:trace contextRef="#ctx0" brushRef="#br0" timeOffset="134">1588 1702 8421,'0'30'0,"2"3"0,1-1-535,2-5 1336,0-5-380,-5-14 0,1-8 0,4-9 0,5-4-353,2-2 0,9-4 0,3-2 0,4-1-216,0-4 0,11 4 1,1-1-1,0 4-744,2 6 0,-7 0 892,-1 9 0,3-1 0,0 5 0</inkml:trace>
  <inkml:trace contextRef="#ctx0" brushRef="#br0" timeOffset="835">1256 1976 8474,'0'-27'0,"2"1"-479,2 2 0,-2 7 0,3-3 1,-3 4 400,-2 2 1,1-1-1,2 1 182,2 0 0,5 4 0,-4 0 37,2-1 0,-3-2 1,3-1-1,-2-1 153,-2 1 1,-3-2-1,-1-2 1,0-1 44,0 1 0,-1 2 0,-4 2 0,-5 0-7,-3-1 0,-3 1 0,-1 1 0,-3 3-382,3 5 1,-6-1-1,-1 1 1,-5 4-73,-4 4 0,-9 6 1,-8 9-1,-1 1 78,-4-1 1,-2 3 0,-4 0 0,-2-1 106,2 1 0,0 3 0,0-3 0,-1 2 198,1 2 0,6-1 1,4 4-1,3 4 0,6 3 1,-4 4 0,7 5 0,4 6-152,3 8 1,8 6 0,1 10 0,4 1-198,6 2 0,5 7 0,10-3 0,4 4 22,9 2 1,5 3 0,9-3 0,2-7 30,3-5 0,7-9 0,11-4 0,2-5 76,5-9 0,2-13 0,-1-16 0,2-4 123,6-6 0,7-2 0,2-11 1,-2-4 74,-1-6 1,-6-10 0,-1 0-1,0-3-56,-1-2 0,-2-2 0,-8-1 0,0-3 24,2-2 0,-3-1 1,7-7-1,-2-4-22,-3-3 0,8-13 0,-1-4 0,-3-3-103,-8 2 0,-10 2 0,-9 1 0,-12 3-217,-9 0 0,-10 11 1,-13 0-1,-9 6-187,-6 4 0,-12 1 0,-5 4 1,-5 4 8,1 4 0,-5 7 0,-1 4 0,-1 3 362,0 1 0,9 3 0,0 0 0,9 4 225,4 2 1,9-4-409,3 5 1,11 1-280,8 4 0,1 0 1,9 1-1,1 4-1139,2 5 1,3 9 1550,3 5 0,-3 3 0,5 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6:32.254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1097 130 19652,'-9'-2'-980,"-1"-2"111,-1-6 0,3 4 0,0-1 0,0 2 702,0 1 0,3-6 202,-5 5 1,6-5 0,-5 4 261,3-2 1,0-2-98,1-4 1,3 4-348,-3 1 0,2 6 1,-2-2-35,-4 3 0,1 2 1,-2 0-1,-1 0 126,-2 0 1,-3 0 0,-2 0 0,-1 2 152,2 3 0,-6 1 0,-1 5 0,-3-1 59,-2 1 0,0-3 0,-1 2 0,-4 2 116,-5 6 0,-1-2 1,0 3-1,2-1-25,-2 1 1,-2-1-1,-1 4 1,1 1 19,3-1 1,-1 1 0,7 2-1,0 1-108,3 5 1,8-3 0,4 6 0,5-2-342,3 2 0,6 3 0,-4 6 0,0 2-79,0 3 0,3 3 0,-5 9 0,-1 2 1,-2 6 0,3-3 1,2 1-1,2-2-118,3-3 1,1-3-1,4-5 1,3-6 32,4-7 1,10-5 0,6-8 0,2-1 145,2-2 1,0-11 0,-1 0 0,3-4 277,3-1 0,-2-3 0,5 3 0,-2 0 161,-3 0 1,5-5 0,3 2 0,6-3 144,7-2 0,3 0 0,4 0 0,2-2 68,6-3 0,9 2 1,1-7-1,-1-2-146,-4-6 1,-5-1-1,3-9 1,-2-4-84,-2-3 1,-6-3 0,-1-7 0,-9-3-49,-8-5 1,-15-3 0,-6-2 0,-11 2-394,-11 3 0,-13-3 1,-12 4-1,-7-1-154,-7 0 0,2 2 0,0-2 0,2 7-42,3 5 0,-3 0 1,1 4-1,2 0 169,2 3 0,5 4 0,3 3 0,0 1 137,-1 2 1,5 6-1,1-1 1,4 3 50,3 1 1,7 6-673,-2-1 101,4 7 1,1-2 0,0 10-1,0 5-337,0 2 1,-7 9 1004,-2 3 0,-4 10 0,-2 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6:39.6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1257 87 8344,'-7'-14'-276,"-1"-1"0,-6 1 645,-1 0 0,2 4 1,2 2-1,2 1-182,-3 4 1,-1 2-1,-1 2-259,0 4 1,-1 5 0,1 9-1,-1 5 50,1 3 1,-1 4 0,1 4 0,0 7 24,-1 4 1,1 9 0,-1-2 0,1 6 69,-1 8 1,-5 2 0,-5 13 0,-3 3-3,-6 5 1,16-43 0,-1 1-1,-3 3 1,-1 0 0,0 1-1,0 1-37,-1 0 1,-1-1-1,-1-1 1,0-1 0,1-2-1,1-1 1,1-1 0,0 0 20,-22 39 0,3 3 0,4-11 0,6-8-77,6-7 1,5-10 0,8-4 0,2-3-50,2-2 1,5-11 0,0-5 0,2-4 51,2-6 890,0-1-376,0-8 1,-2-1-1,-1-9 1,-3-1 117,-2-2 0,3-6 0,-5 1 0,1-2-560,1-3 1,-5-4 0,5-2 0,-2-1-334,0-4 1,6-3-1,-4-3 1,1-3-69,4-2 1,0 0 0,0-3 0,-2 1 35,2-1 1,-4 3 0,1-1 0,-2-1 216,-3 2 0,-1 2 0,1 6 0,1 2-52,-1 3 1,-2 5 0,1 7-1,0 4-514,3 2 1,4 3-1,-3 8 1,1 6-1543,4 7 2203,2 4 0,1 20 0,0 3 0</inkml:trace>
  <inkml:trace contextRef="#ctx0" brushRef="#br0" timeOffset="150">333 2209 8322,'-8'0'2256,"-5"0"1,10 0-1693,-7 0 0,8 0 0,2-1-942,8-4 0,18-5 0,11-9 0,14-7-2199,17-6 2577,15 2 0,-30 9 0,2 0 0,3 3 0,1-1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7:05.1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1457 231 8006,'0'-19'0,"0"-2"13,0-1 0,-2 2 0,-1-2 0,-3 1 148,-2 3 0,0-2 1,-4 2-1,3 3 51,-2 4 1,-4 3 0,-2-1 0,-4 4-185,-2 3 0,1 2 0,-6 0 1,3 2-100,-1 3 1,-4 4 0,6 10 0,-2 6 64,2 2 0,-2 2 0,7 1 1,1 2 133,2 2 0,2 6 0,-2-2 0,-2 6 122,-1 4 1,0 0 0,3 8 0,-2 5-155,-1 3 1,0 8 0,4 7 0,1 1-39,-1 4 1,1 1-1,-1 3 1,3 2-191,2 1 1,-3 1 0,3-6 0,-2 2-49,-3 4 0,-4 1 1,0 3-1,-1-4 51,0-4 0,4-2 1,-5 1-1,3-4 63,4-6 0,-4-6 0,10-15 1,-2-3 109,1-5 1,5-5 0,-2-4 0,0-4 128,-4 0 0,-3-4 0,-3 4 0,-1-1 65,-3 0 1,-1 4 0,4-6 0,-4-3-177,-2-3 0,4 1 1,-3 3-1,1-4-23,3-3 1,2-4 0,3-5 0,2 1-193,2-1 0,5-4-278,0-1 731,2-5 0,2 0-7,0-8 0,-2-4 1,-1-7-1,-3-1-29,-2-3 0,-2-2 0,-3-5 0,2 2-44,1-1 1,1-3 0,-6-2 0,1-2-187,-1-2 0,3 0 1,0 7-1,3 1-102,-2 2 0,-2 0 1,0-4-1,2 0-98,1 4 1,5 3 0,-3 7-167,2-1 0,3 1-258,7 0 0,4 6 0,7 3 0,1 3-517,3 2 0,4-5 1107,5 1 0,1-1 0,0 5 0</inkml:trace>
  <inkml:trace contextRef="#ctx0" brushRef="#br0" timeOffset="198">475 3118 9158,'-6'-33'0,"-2"-1"1002,0 2 1,-3 8-1,6 5 1,2 2-75,1 3 1,2 4-1,2 2 1,2 2-464,6 3 0,3-4 1,3 3-1,2 0-899,1 3 1,8 1 0,2 1 0,9 4-247,9 5 1,6-2 0,9 1 0,9 3-1954,9 0 2633,8 3 0,-35-5 0,2 1 0,-1 0 0,1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7:13.174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101 361 9272,'0'-41'-368,"-1"2"1,-3-7-327,0 6 1,-1 4-1,5 7 702,0 1-12,0 5 0,1 9-110,4 9 1,-3 5 51,3 5 1,-4-2 2,-1 7 0,0-1 0,-1 4 21,-4-3 0,3-2 1,-4-5 179,-1 2 0,-1-1 478,-6-4 0,4 0 128,1 0 0,1-1-570,-2-4 1,4 2 0,4-5-429,-3 1 0,3 1-583,-2 1 708,2 4 465,2-6-188,0 7 0,6 0 0,7 0 1,8 0 65,8 0 1,11-5 0,3 1 0,10 0-187,8 3 1,10-1-1,4-1 1,-3-2-60,-3 2 0,-14 0 1,-2-1-1,-10 0 106,-9 0 0,-8 1-23,-17-2 1,-6 4 0,-12-6 0,-12 3-151,-10-1 0,-2 0 0,-11 3 1,-4-1-204,-1-2 0,-1 1 0,7 4 1,-1 1 236,1 4 0,1-3 1,5 4-1,7-1 124,4 0 0,13 4 1,-1-2-1,3 1-1,3 3 1,1 2 0,7 1-64,0 1 0,7-3 1,2 0-1,4-3-149,2 2 0,5 2 1,5 3-1,2 4-872,2 4 1021,6 9 0,2 4 0,6 7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27:13.4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1 174 8485,'8'-7'0,"-4"-2"93,-2-4 0,-2-1 0,0-1 0,2 1 376,2-1 1,-2 1 0,4-1-171,1 1 1,-4 1 0,7 2-1,3 3-303,4 1 1,9 3-1,14 5 1,15 4-107,13 5 0,19 4 0,-36-5 0,2 0 0,6 1 0,1 1-861,6 0 1,1 0 588,6 0 0,2 2 0,7 4 1,1 1-1,4 1 0,1-1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30:11.3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832 199 8045,'-14'-29'23,"4"3"0,-2-3 0,7 5 0,1 0 524,3 4 1,1 3 406,0 1-924,0 8 1,0 3 0,-2 10-60,-3 5 1,0 10-1,-9 6 1,-5 5 40,-3 5 1,-4 5-1,-5 10 1,-1 7-18,-4 7 0,2 11 0,-7 9 1,-2 4-7,21-43 1,0 2 0,-2 6-1,1 2 1,1 0 0,0 1-1,0 1 1,1 2 6,0-1 1,1 0-1,3-2 1,0 0 0,-1-3-1,0 0 1,1 0 0,1 0 154,1 0 0,0 0 0,-14 40 0,3-9 0,5-10 56,4-8 0,4-9 1,2-3-1,6-2-112,3-3 0,2-11 1,0-8-1,0-9-249,0-5 0,2-8 126,3-4 0,-1-5 0,4-5 0,1-7 287,-1-7 0,-2-7 0,4-10 0,2-5-110,1-3 0,-2-2 1,-3-1-1,1 1 16,-1 0 1,-3-7 0,4-2 0,0 1-61,-1 2 1,-4 4-1,2 2 1,0 0-130,-1 0 0,0 0 0,-5 1 1,0 4-74,0 5 0,0 9 0,0 3-972,0 2 278,0 8 0,-2 16 0,-3 13 0,-5 9 791,-4 5 0,-1 9 0,-1 1 0</inkml:trace>
  <inkml:trace contextRef="#ctx0" brushRef="#br0" timeOffset="184">31 2154 8614,'0'-15'1110,"0"-1"1,2-1-560,3-3 0,9-6 0,10-10 0,5-5-390,8-3 1,6 3-1,3 1 1,2 3-385,4 2 1,-3 10 0,4 4 0,-3 6-374,-6 5 1,-3 3 0,2 8 0,-2 5-1524,2 4 2119,1 3 0,-4 10 0,-3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31:03.2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2025 7685,'0'-18'25,"8"-2"1,4-1 0,5-5-390,7-1 1,5-10 0,12-12 363,6-8 0,12-14 0,-28 31 0,1 0 0</inkml:trace>
  <inkml:trace contextRef="#ctx0" brushRef="#br0" timeOffset="2017">2171 208 8340,'-12'-26'48,"0"-3"1,0-2 229,2 1 0,1 5 0,5 7 0,-4 2 305,-2 5 1,4 1-434,-6 4 0,1 4 0,-7-2 0,2 8-89,5 8 1,-11 11-1,2 9 1,-5 9-56,-6 12 0,-3 9 0,-3 15 1,-4 9-63,17-38 1,1 2 0,0 4 0,1 2 0,-2 8 0,1 1 0,-2 3 0,1 1-104,-2 4 0,1-1 1,1 1-1,1-1 0,1 4 1,1-1-1,1 0 0,0-1 118,3-1 0,1-1 0,5-7 0,1-2 0,-1-5 0,2-1 0,2-5 0,2-2-59,-3 38 0,1-5 1,3-11-1,-4-3 217,-2-12 1,2-4 0,-8-12 0,-3-2 106,-1-2 1,1-3 0,1-5 0,0-7 455,1-9 0,-1-5-121,0-8 1,3-2 0,1-4-249,2-6 0,8-9 0,-1-5 1,3-1-241,2-4 0,0-5 0,0-3 0,2-2-32,3 2 0,-3-6 0,6-2 0,-2-4-328,0-2 1,6 2-1,-6 2 1,-2 4 108,-3 2 1,-1 0-1,0 3 1,0-1-2,0 2 0,0 8 0,0 3 1,0 1-182,0-1 0,-5 7 0,-3-1-835,-2 9 0,6 3 42,-2 4 1,4 18 1154,2-1 0,8 17 0,2-1 0</inkml:trace>
  <inkml:trace contextRef="#ctx0" brushRef="#br0" timeOffset="2233">1306 2448 8178,'-17'0'117,"-1"0"0,6 0 0,0 0 645,-1 0 0,5-8 0,4-4-97,8-3 0,8-9 0,13-1 1,12-3-445,14-3 0,12-2 1,13-3-1,9 1-136,7 0 0,-2 1 0,2 5 1,-8 6-401,-7 3 0,-11 10 0,-5 4 0,-8 4-518,-14 2 1,-9 8-1,-13 6 1,1 5 832,0 5 0,-1 15 0,1-2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32:19.3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141 626 8076,'-27'-18'-203,"3"1"1,5-1 0,1 0 0,3 1 448,3-1 0,2 8 999,4 4-495,4 4-288,-6 2-327,8 0 1,0 2-205,0 4 132,0-4 1,2 8 0,6-6 0,10 2 214,9-2 0,14-2 1,10-2-1,10 0-84,10 0 1,19-2-1,6-4 1,-43 1 0,2 0-160,3 0 0,1 0 1,1-2-1,0-1 0,-1 2 1,-1 0-1,-2-2 0,0 0-29,-2-1 0,0 0 1,-3 3-1,0 1 1,43-7-1,-12 0-117,-7 2 0,-7-3 1,1 5-1,-3 0-6,1 0 0,0 0 0,-10 4 1,1-1-49,-1 1 0,-4-4 1,-6 2-1,-6 2-8,-3 2 1,-11-4 135,-4 0 1,-11-2 0,-8 4 157,-8-1 0,-11-9 0,-11 4 0,1-2-187,-1 1 0,-11 1 0,0-4 0,-5 2-199,-1-1 1,-6 3 0,4-2-1,-2 0-151,0 2 0,0 1 0,-4 5 1,4-2-41,6 2 0,6 2 0,3 2 0,5 0 456,1 0 0,-5 0 0,12 16 0,-7 3 0</inkml:trace>
  <inkml:trace contextRef="#ctx0" brushRef="#br0" timeOffset="398">212 573 8377,'-33'-33'25,"1"1"1,5 5 199,1 1 1,9 3-1,7 5 195,2 1-588,2 7 1,14 10 0,4 10 193,3-1 0,3-1 0,0-8 0,1 0 131,5 0 1,5 0 0,12-4-1,6-7 118,4-13 1,10-9 0,4-7 0,3-3-274,3-2 1,-8 6 0,-3-2 0,-3 4-512,-4 1 1,-12 9-12,-17 3 0,-14 15 152,-10 9 1,-14 9 0,-11 15-1,-3 5 368,-3 5 0,-10 9 0,-5 2 0</inkml:trace>
  <inkml:trace contextRef="#ctx0" brushRef="#br0" timeOffset="565">300 732 8275,'-10'2'599,"4"4"0,20 3 0,12 11 0,11 3-590,10 7 1,18 3 0,7 4 0,7 5-213,5 5 0,0-2 0,-2 0 0,-5-2-376,-5-4 0,-11 2 1,-10-5 578,-14-9 0,-9 2 0,-11-1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33:03.4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943 371 8119,'-17'-45'0,"-1"4"-116,0-4 0,7 8 1,1-4 172,2 3 1,-4 11 0,6 3 0,2 5 536,2 1 0,2 6 0,-2 3-434,-3 1 1,1 2-136,-8 6 1,6 0 0,-4 2 0,0 2-59,1 2 1,3 5-1,-6-5 1,0 0-207,2 2 1,1-6 0,5 6-354,-2 0 752,-8-6 379,12 6 0,-8-10 305,4-4 32,5 4-12,-7-6-54,8 8-231,0 0-611,-8 0 0,6 4 0,-4 8 71,4 11 1,2 18-1,0 14 1,0 18-32,0 19 0,0-32 1,0 3-1,1 12 1,0 3-1,2 5 0,2 1-136,3 3 0,1 0 0,1 1 0,0 1 1,4-2-1,1 0 0,0-1 0,0 0-90,-1 1 1,-1-3 0,0-14 0,0-3 0,-4-5 0,-1-4 0,10 30-109,0-27 0,-8-22 0,-5-16 45,-3-3 0,-4-10 0,-3-4 245,-7-4 1,-6-2-1,-3 2 1,-3 1-323,2 3 0,-3 0 0,1-8 0,3-4-680,1-5 1038,3-13 0,-1-11 0,0-10 0</inkml:trace>
  <inkml:trace contextRef="#ctx0" brushRef="#br0" timeOffset="418">555 371 7942,'0'-17'-6,"0"-1"1,0 0 0,-2 1 140,-4-1 1,4 1 0,-3-1 298,3 0 1,2 7-143,0-1 1,0 6-1,-2-4 164,-4 2 0,2 2-245,-8 6 1,6 0 0,-4 2 0,1 2-102,-1 2 0,4 2 1,-6-2-246,-2 6 1,-1 1-1,-3 1 1,0 0-84,1 5 1,-7-1 0,1 7-1,-1-1 95,-1 0 0,-1 1 1,-5-1-1,2 3-15,-3 0 0,5 1 0,-1-7 0,1 3-172,-1-3 0,13-1 0,-3-4-259,2-5 0,11 3 0,7-10 330,13-6 1,13-14 0,15-13-1,8-6 239,6-6 0,9-4 0,-3-8 0</inkml:trace>
  <inkml:trace contextRef="#ctx0" brushRef="#br0" timeOffset="584">538 248 7942,'7'-18'-360,"3"1"514,0-1 1,0 8 0,-6 2 1800,2 1-1365,0 5 0,-5-6-403,5 8 0,4 0 0,10 2 1,5 4-32,10 5 0,9 13 0,10 5 0,5 8-124,6 11 0,9 6 0,-34-19 0,-1 1 0,1 0 0,0 0-53,2 3 1,0-1-1,-2-1 1,-1 0-1,0 4 1,0 1 0,-1-1-1,-1 0-428,-1 0 1,-2-2 0,27 32 0,-16-14 0,-4-8-153,-7-8 1,-1-6-1,-10-7 601,-1-11 0,5 1 0,1-8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3:19.7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29 492 8501,'-13'-24'185,"4"1"1,4 1 151,3-1 0,10 4 0,7-5 1,9-2-300,8-1 0,5-2 1,6 0-1,2 0-332,3 0 0,4 0 1,7 0-1,5-1 294,9-4 0,5 4 0,9-6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3:27.6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101 448 8460,'-19'-1'0,"0"-4"-125,1-5 1,2 4 0,3-1-302,4 1 304,2 4 1168,7-4-676,0 6 1,7 0-1,2 0-119,4 0 1,8-2-1,3-1 1,7-3-97,7-2 0,4-2 1,16-5-1,7 1-172,9 0 1,10 4 0,12 0 0,-43 4 0,2-1-46,3-1 1,1-1 0,3 1 0,1 0 0,4-3-1,0 1 1,-1 0 0,-1 1 10,-2-1 0,-2 0 0,-6-2 0,-2 0 0,33-9 0,-9 0 92,-7 1 0,-21-5 0,-15 6 1,-11 1 509,-7 2 0,-8 2-207,-4 0 1,-4 5 0,-6 5-397,-8 2 0,-3 2 1,-7 0-1,-1 0-102,-3 0 0,-7 0 0,-2 0 0,-1 2 55,-1 2 0,5-2 0,-3 3 0,0-3 28,0-2 0,1 0 0,-3 0 0,4 0 0,-1 0 0,3 0 1,-8 0-1,1 0-43,5 0 1,-2 0 0,5-2 0,1-1-151,1-2 1,11 0-1,-5 5-1426,6 0 882,3 0 1,9 0 807,6 0 0,8 0 0,11 0 0,4 6 0,6 3 0</inkml:trace>
  <inkml:trace contextRef="#ctx0" brushRef="#br0" timeOffset="149">1590 87 8460,'8'0'796,"-1"6"0,-11 5 0,-5 9-495,-11 9 1,-13 19-1,-11 18 1,-9 12-475,23-33 1,-1 2-1,-1 4 1,-2 1-1,-1 0 1,0 0 0,1-1-1,0-1-448,2 0 1,2-2 0,-20 28 0,13-9 620,16-14 0,11-8 0,10-1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3:38.18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87 174 16390,'-10'0'0,"1"-1"-437,-2-4 1,-2 3 0,0-4-711,3-1 1,-1 4 1026,6-6 0,0 4 80,5-5 0,0 0 66,0-4 0,0 0 175,0-1 0,0 5 0,2 2-110,3 2 1,3 0 0,8 2 0,3 0 48,5 0 0,12 1 0,7 0 1,10-2 19,8 2 1,6 1-1,12 2 1,8 0-89,8 0 0,-44 0 1,2 0-1,0 0 0,0 0 1,-1 0-1,0 0 10,0 0 1,-1 0 0,47 0-1,-8 0 1,-14 0 53,-15 0 0,-23 0 0,-14 2-160,-6 3 1,-12-4 0,-6 4 0,-8-3 272,-5-2 1,-7 0-1,-5 0 1,-2-2-327,-2-3 1,-6 4 0,-5-4 0,-7 3-160,-6 2 0,-3-5 0,-3 1 0,-2 0 13,-2 3 1,-9 1-1,3 1 1,1 4 190,2 5 1,4-2-1,4 2 1,2 1 193,3 2 1,9 1 0,12 1-1,6-1 50,7 0 1,5 1-135,4-1 1,16-6 0,15-3 0,10-3 112,7-2 0,6 0 0,6 0 0,7-2-154,9-3 0,7-3 0,2-6 1,2-1-131,-1 1 0,-3 4 0,1 2 0,2 0-86,1 0 1,-6 5 0,-10-2 0,-8 7-1361,-10 7 1466,0 8 1,-19 18-1,4 2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3:52.003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115 1186 16668,'-21'0'-88,"5"0"1,-5 0 0,7 0-481,-1 0 1,5 0 473,1 0 0,6 0 1,-2 0 72,10 0 1,-2 0 0,6 0 0,3 0 155,1 0 0,7-7 1,6-2-1,8-6 54,9-4 1,9-8 0,12-10-1,8-4-58,8-4 1,-33 16 0,1-1 0,4-1 0,2-1-1,6-3 1,1-2-58,4-4 0,1 0 0,1 1 1,0 0-1,-2-3 0,0-1 1,-7 5-1,-2-1-22,-5 3 1,-1 1-1,-6 3 1,-1 1-1,32-27 1,-7 8-72,-11 6 1,-12 4 0,-14 14 0,-9 3-111,-7 5 1,-10 3-1,-2 3-56,-6 3 0,-5-1 0,-7 6 148,1 2 1,-1 1 0,-1 2-1,-1 0-110,-3 0 0,-4 0 0,5 2 0,0 3 104,-2 4 1,3 3 0,-4-1-1,-1-1 42,1 1 1,2 0-1,-2 0 1,-1-1 18,1 1 1,-2 2 0,-5 1 0,0 1 34,0-1 1,-1 1-1,-4-1 1,-5 1-35,-2-1 1,-3 1 0,1 1 0,-2 1-97,-3 3 0,3-1 1,-2-5-1,7-1-507,6-3 0,13 1 631,12-6 0,28-13 1,20-8-1</inkml:trace>
  <inkml:trace contextRef="#ctx0" brushRef="#br0" timeOffset="115">1734 15 15262,'9'0'93,"1"0"1,-7 1 0,2 4 11,-3 5 1,-4 11-1,-4 9 1,-10 14-101,-12 12 1,-7 23 0,13-31-1,-1 3 1,-1 7 0,1 3-973,-1 7 1,0 2 423,-3 10 1,0 2 0,-2 2 0,0 1-1,-4 5 1,0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4:00.670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839 145 24805,'0'-14'-2768,"1"4"0,3 0 2843,0-1 1,1 3-1,-5-2-495,0-1 1,0 3 0,0-1 229,0-3 0,0 4 282,0-1 1,0 4-315,0-5 0,-6 7 1,-5-2 574,-7 4 1,0 7 0,-4 5 0,-1 7-326,1 6 1,-2 3 0,-4 4-1,3 2 92,1 6 1,4 9 0,-4 5 0,0 3-219,2 2 1,1 11 0,6 5 0,1 5 246,-1 4 0,3 7 1,0 3-1,3 1-46,-3-1 1,4-2 0,-1-4 0,-2 0-49,-2 0 0,-2-6 0,1 0 0,-1-1 184,1 0 0,-5-6 1,-1-2-1,3-10-618,1-13 0,6-7 1,2-15-16,2-3 0,1-11 743,5-13 0,0-6 0,0-9-138,0 1 0,0 0 0,0-1 1,-2 1-138,-3-1 1,4 1-1,-6-1 1,2 1-136,1-1 1,-6 1 0,4-1-1,-1 1-192,1 0 1,-6-1 0,4 1-1,-1-1-51,-1 1 1,1 1 0,-6 2-1,1 1 92,-1-1 1,1-2-1,-1-2 1,2 1-81,4 0 1,-4-6 0,5 1 0,0 1-72,3 2 1,3 0-1,2-1 1,0-3 369,0 3 1,0 1-211,0 1 0,2 2-241,3 4 1,3 2-1,6 7 406,1 0 147,-1 7 0,1 7 0,-1 9 0</inkml:trace>
  <inkml:trace contextRef="#ctx0" brushRef="#br0" timeOffset="183">203 1880 25171,'-10'-5'-1473,"1"0"0,4-6 0,-3 1 1120,1-3 1,2 4 0,5-1 954,0-1 0,4-1 0,5 1 0,11 2 214,5-3 1,11 1-1,4 0 1,6 1-748,7-1 1,10 3 0,6 0 0,7 2-1309,5 2 0,3 3 1299,-2 1 1,3 13 0,-5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4:06.705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44 333 29801,'-10'-1'-1947,"0"-4"1,7 2 0,-3-6 2222,-1 3-1619,6 1 1004,-6 5 1,9-5-1,3 1 734,4 0 0,4 3 0,2 1 1,-1-2-23,1-3 1,-1 2 0,2-5 0,2 0-140,1 0 0,0 3 1,-4-3-1,-1 0-424,1 0 1,-1 3-1,1-4 1,-1-1 105,1 2 0,-1-3 1,0 4-1,1 1 292,-1 0 0,6-4 0,0 3 1,3 1 32,3 0 1,7-6 0,6 4 0,3-1 189,1-1 0,7 2 0,3-3 0,3 3-250,2 1 0,6-4 1,4 3-1,4 0 6,5 3 0,3-1 0,9 1 0,1 2 12,1 1 0,5-3 1,-2 1-1,0 0 10,4 3 1,0 1 0,0 0 0,-3 0-97,-2 0 1,-41 0 0,1 0 0,-1 0-1,0 1 1,2 1 0,0 0-25,-1 0 1,0 0 0,-3 1 0,1-1 0,47-2 0,-4 0-90,0 0 0,-6 0 0,-9 0 0,-9 0 0,-4 0 0,-3 0 0,-9 0 0,-5 0 0,-11 0 0,-12 0 0,-7 0 0,-11 2-672,-8 3 1,-1-2-1,-9 6 183,-1 3 0,-2-4 0,-2 0 0,1 0 52,-1 0 1,3-3-1,0 4 1,3 2-219,-3 2 0,6-3 1,0 0-1,1 1-161,0 2 1,0 1 0,5 1 0,2-1-855,3 1 1,3-1 1277,6 0 1,7 7 0,1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4:17.9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116 490 8239,'-16'-24'0,"-1"2"98,-3 1 1,3 0 0,6 3-1,2-1 326,3 2 1,-4-1-1,6 0 1,0-1-104,3 1 0,1 7 0,0 1-22,0-1 1,6 5-281,4 1 0,3 3 1,0 4-1,-2 4-107,-2 9 1,-5 7 0,0 12-1,0 5-78,0 2 1,-2 7 0,3 2 0,-3 0-78,-2 0 0,0 3 0,0-7 1,0-4 82,0-7 0,0-4 0,0-4 0,0-3 128,0-4 0,0-12 244,0-8 0,0-8 0,0-13 0,0-10 34,0-10 0,1-9 1,2-8-1,4-2-208,1-2 1,1 1 0,6-7-1,-1-1-94,1-1 1,1 5 0,2 8-1,2 8-53,3 9 1,-4 11-1,4 12 1,-2 5 89,-4 8 1,-1 10 0,-1 10 0,-1 10 96,1 6 1,4 10 0,0 1 0,-1 8 183,-2 6 1,0 7 0,2 3 0,1 6-155,-1 4 0,-2 3 0,0 5 1,1-3-287,3-5 1,-1-16-1,-5-11 1,1-13-496,-1-13 1,-4-8 125,0-6 1,-7-12-1,2-11 1,-4-8 104,-1-6 1,-5 1 0,-1-7 0,-2 0 441,-3 0 0,-15-11 0,-5-7 0</inkml:trace>
  <inkml:trace contextRef="#ctx0" brushRef="#br0" timeOffset="150">333 490 8139,'-24'0'1096,"2"-1"-704,1-4 0,3 2 770,8-7-1158,4 7 1,8-3 0,2 6-201,6 0 0,-2 0 1,2 0-1,1 0-182,2 0 1,6 4 0,0 1 0,1-2-509,1-1 0,3 3 886,9 0 0,4 6 0,7-3 0</inkml:trace>
  <inkml:trace contextRef="#ctx0" brushRef="#br0" timeOffset="651">1345 577 8261,'-27'0'0,"3"-1"306,4-4 161,4 3-468,8-4 0,10 6 0,12 0 0,9 0 164,4 0 0,8 1 0,6 3 0,5 0 21,7 0 1,10-3-1,4-1 1,2 2-173,-1 3 0,9-2 0,0 5 0,8 0-62,7 0 1,-4 0 0,4 3-1,-3-3-36,3-1 0,-2-3 1,3-4-1,-6 0 47,-12 0 1,-9-1-1,-13-4 1,-5-3 79,-3 0 1,-14-5 0,-7 3 333,-6-2 1,-4-3-252,1 1 0,-7 4 198,-4 0-235,-2 7 1,-4-3 0,-2 6-117,-6 0 0,-1 1 0,-1 3 0,3 0 102,-2 0 1,-2-3-1,-2-1 1,1 0 111,-1 0 0,-1 0 0,-1 0 0,-3-1-33,3-4 1,1 2-1,1-5 1,1 0-94,-1 0 0,1-2 1,-1-3-1,1 2-297,-1 1 0,1 1 0,0-6-185,-1 1 1,2-1 0,2 2 0,3 2-940,2 1 1,-1 2-292,2-1 1653,4-4 0,-6 11 0,7-4 0</inkml:trace>
  <inkml:trace contextRef="#ctx0" brushRef="#br0" timeOffset="884">3195 447 8741,'-14'0'60,"-1"0"-86,1 0 1,4 0-1,2 2 1,0 3 139,0 4 0,-1 4 0,-4 3 1,0 2-78,-2 1 1,4 7-1,-8-2 1,3 3-68,1 2 0,-4 0 0,0 0 0,1 0-218,2 0 0,2 1 0,1 1 0,3-2-264,5-7 0,4 1 0,1-4 512,0-2 0,6 0 0,2-3 0</inkml:trace>
  <inkml:trace contextRef="#ctx0" brushRef="#br0" timeOffset="1902">4019 490 8346,'-13'-9'0,"4"-1"1,2 5 0,6-3 511,-4 2-226,3 1 1,-4 7-200,6 3 1,0 3 0,0 8 0,0 3-44,0 5 1,0 2 0,0-1 0,-2-1-104,-3 2 1,4 1-1,-4 4 1,2-1-49,-2-1 0,3 4 0,-4-11 0,1 0-36,0-2 1,0 1 183,5-2 1,0-8 0,0-11 0,0-11 50,0-12 0,7-7 1,4-15-1,8-5 151,10-8 1,7-6 0,7-8 0,2 1-169,3 4 0,4-2 1,5 4-1,0 4 85,-4 7 1,-4 7-1,-7 21 1,-5 6-20,-8 5 0,-2 10 1,-7 2-190,-3 6 1,-2 1 0,-4 7 0,-3 3-116,-2 4 0,4 6 1,-5-3-1,-2 1 3,-1 4 1,-2 0 0,0-1 0,-2 0 42,-3 0 0,-4 3 0,-11 2 0,-2 2 15,-1 2 1,-6-2 0,2-6-1,-5-4 28,0-1 1,1 3-1,2-5 1,2-1 51,3-2 0,-2-3 0,7-2 0,1-3 379,2-1 64,2-2 0,6-7-170,3-3 0,5 4 0,5-4-54,4 3 1,0 9 0,0 2 0,2 4-93,2 1 1,3 7 0,2 3-1,3 4 65,1 1 1,-4 0 0,3 1 0,0 2-249,3 2 0,-3 6 0,-2-3 1,-5 0 56,-4-3 1,1-4 0,-6-3 0,-3-2 135,-5-6 1,-7-3-1,-9-2 1,-5-1-39,-4-3 1,-7-4-1,-2-6 1,-3 0-83,-4 0 1,-1 0 0,-9-1 0,1-3-349,-2 0 1,4-8 0,-1 4 0,3-1-127,2-1 1,9 0-1,4-4 1,5-2 478,5-3 0,3 3 0,7-5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4:30.35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5037 1128 23314,'0'-14'-2329,"-6"6"0,3-5 0,-5 3 1738,1-2 1,2 2-1,5 0 408,0-1 1,7 0-1,1 0 1,2 1 170,-1-1 1,1 3 0,3-2 0,-2 0-77,-1 2 0,-6-4 0,4 2-9,-1-3 0,-2 3 1,-5 1-40,0-2 0,-5 3 1,-2-2-1,-1 0 11,-3 2 1,-2-5 0,-1 4-1,-1-6 363,1-4 1,-1 1-1,1-6 1,0-1-107,-1-3 1,-4-7 0,-2-4-1,-2-2-21,-2-3 0,-3 2 1,0 2-1,-3 2-211,-3-2 0,2-1 0,-6 3 0,-4 4 25,-5 4 1,-6 7 0,-9 4 0,-7 3-32,-7 1 1,-4 6 0,-9 1-1,-2 1 238,-5 4 0,2-3 1,1 1-1,2 0-73,-1-1 1,42 4 0,-1 0 0,0-1 0,-1-2 0,-3 1-1,-1 0-30,0 0 1,0 0 0,2 0-1,0-1 1,0-2 0,-1-1 0,1 1-1,-1 0 113,0-1 0,1 1 1,4 1-1,0-1 1,0 2-1,-1-1 1,-49-2 36,1 2 0,45 3 1,0 1-1,0 2 1,-1 2-1,0-1 0,1 2-67,1 2 0,0 0 1,1 2-1,1 0 0,0 3 1,-1 0-1,-1 1 0,-1 2-86,-4 0 1,0 1-1,0 1 1,0-1-1,-2 0 1,0 1-1,1 0 1,1 0-33,0 2 0,0 0 0,2-1 0,1 0 0,1 2 1,1 1-1,1 0 0,1-1-59,3 1 0,1-1 0,-43 19 1,3 3-1,1 0-9,-1 5 1,19-6 0,11 4 0,12-1-20,11 0 0,7 1 0,14 1 0,5-1-93,8 0 0,8 7 0,11 3 0,5 5-12,3 4 1,7 3 0,2 4 0,0-2-66,5 2 0,-3 5 0,4 5 0,1 3-40,-3-4 0,5 3 0,-3-4 1,6 0 71,4 2 0,1-9 0,5-1 0,3-11 114,6-6 1,5-6 0,18-9 0,-40-21 0,1-3 112,4-1 1,1-3-1,4-3 1,1-2 0,5-1-1,3-2 1,2 0 0,1-2 34,4-1 0,0 0 0,-4-2 1,-1 0-1,4-3 0,1-1 0,-1 1 1,1 0 161,3-1 0,-1 1 1,0 0-1,0 0 0,2-1 1,1 0-1,-2-1 1,-1 0-36,-2 0 0,-1-1 1,0-3-1,0 0 0,-2 1 1,1 0-1,2-2 1,1-1-30,2-2 0,-1 0 0,-6 2 1,-1-2-1,2-2 0,0 0 1,-2-1-1,0-1-39,1 1 1,0-1 0,2-2 0,0 1 0,3-1 0,0-1-1,0 0 1,-1-2-48,-3 1 1,0-1 0,-1 1-1,0-1 1,3-2 0,0-1-1,2 1 1,0-1-95,2-3 0,-1-1 0,-6 2 0,-2-2 0,-3 0 1,-1 0-1,-3 0 0,-1 0-7,-2 1 1,-1-1 0,-3-1-1,-1 0 1,-3-2 0,-1 0-1,-5 1 1,-2-1 86,28-31 0,-14-4 0,-21 5 0,-10-1-89,-11-1 0,-8 9 1,-10-1-1,-4 7 185,-8 4 0,-9 2 0,-11 8 0,-6 7-250,-6 7 0,-7 4 0,-8 8 1,-5 3-418,-5 5 0,2 4 0,-6 4 0,6 5-140,6 7 0,3 7 1,4-1 681,3 1 0,-5 3 0,7 7 0,1 6 0,0 7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4:42.9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159 538 8200,'0'-20'-20,"0"-3"0,0-6 86,0 0 0,0 2 1,0 3-1,0 5 299,0 3 1,0 1 0,0 1 172,0-1 1,0 9-302,0 6 1,-4 13 0,-3 11 0,-1 5-119,-3 4 0,0 6 0,-2 11 0,0 6-296,-3 5 1,0 2 0,5-6 0,1 1-11,-1 0 0,4-2 1,2-3-1,2-5-65,-2-3 1,4-9-1,-4-7 1,3-9 98,2-3 1,0-11-1,0-8 410,0-11 1,0-3-1,0-9 1,0-4-116,0-3 1,5-13 0,3 0 0,3-5-99,6-5 1,8-2 0,4-6 0,8-5-249,5-2 0,8-7 0,3 0 0,1 1 17,-1 2 0,-3 15 0,-8 6 0,-5 11 739,-8 13-424,-7 10 1,-14 25-1,-3 4 1,-3 3 14,-2 1 1,1-4 0,2 0-1,2 1 147,-2 2 1,4 1-1,-2 1-416,-2-1 0,-2 5 0,-1 1-159,0-3 1,0 4 0,-1-2 0,-4-1 44,-5-2 0,-2-1 0,-3-1 1,1 0-137,-1 1 0,1-1 0,-1 1 1,1-1 375,-1 1 0,-6 6 0,-1 1 0</inkml:trace>
  <inkml:trace contextRef="#ctx0" brushRef="#br0" timeOffset="168">1027 394 13673,'0'-8'-901,"0"3"1,0 10-1,0 4-864,0 4 1,0 2 1764,0-1 0,6 1 0,2-1 0</inkml:trace>
  <inkml:trace contextRef="#ctx0" brushRef="#br0" timeOffset="301">1084 105 8295,'0'-15'486,"0"1"0,0-1-37,0 1-844,0 6 1,0 8-1,0 11 395,0 7 0,7 11 0,1 8 0</inkml:trace>
  <inkml:trace contextRef="#ctx0" brushRef="#br0" timeOffset="685">1504 379 10090,'-15'0'4597,"1"2"-4636,-1 3 1,-1 9 0,-1 10 0,-3 5-609,3 5 0,5 5 1,3 7-1,-1 4-200,2 1 1,2-6 0,6 0 0,0-6-215,0-4 1,-2-3 1062,-3-8 0,-1-11 0,-5-14 0,1-12 263,-1-10 0,3-9 0,0-5 0,1-3 185,4-5 0,3-8 1,6 0-1,9-5-336,7-4 0,12 1 1,5-7-1,2 1-138,3 1 1,-3 8 0,-2 10-1,-5 4 64,-4 6 0,-7 14 161,-4 9 0,-9 17 0,-6 3 0,-2 6-10,-2 4 0,0 1 0,0 1 0,0 6-31,0 4 0,0-6 0,0 8 1,0 0-434,0 3 1,0-2 0,0 4-1,0-3-454,0-2 1,0 4-1,0 3 1,0 1-1071,0 3 1797,0-5 0,-6 7 0,-2-5 0</inkml:trace>
  <inkml:trace contextRef="#ctx0" brushRef="#br0" timeOffset="968">1865 567 8029,'27'-29'0,"-1"-1"436,-2-4 0,0 2 0,3-5 0,-2 2 428,-6 3 0,-3 1 1,-2 4-1,-1 1-434,-3 2 1,3 6-499,-4-1 0,-1 8 0,2 3-893,1 1 0,-3 3-633,2 4 0,-7 1 1357,2 4 0,-10-2 0,-5 5 1,-4 0 507,-5 0 0,1 2 1,-6 4-1,-2 2 182,-1 4 1,3-4 0,1 3 0,3-1-45,2 1 1,2-3-1,1 3 1,1-1-268,-1 1 0,7-3 1,4 4-1,2-3-290,2 3 0,3-4 0,7 3 0,9-5-384,7-4 1,11 1 0,6-6-1,9-2-1154,4-1 1686,2-2 0,12 0 0,4 0 0</inkml:trace>
  <inkml:trace contextRef="#ctx0" brushRef="#br0" timeOffset="1301">2978 148 8011,'-8'-22'582,"-5"1"1,5 2 0,-6-1 236,-1 3 0,-1 2 0,-2 5 1,-1 4-578,2 0 0,0 4 0,3-1 0,0 8-739,-1 9 1,1 2 0,1 8 0,2 2-306,1 1 1,7 2 0,-2 2-1,3 1 235,2 2 1,-1-6 0,-3-3-1,0-1 503,0-2 0,3 1 0,1-6 1,0 3 89,0-3 1,0-6 0,0-1 0,1 0 633,4-2 0,-2 3 0,7-5 0,1 1 11,2-1 0,2 1 0,-1-4 0,1 2-148,-1-2 0,-4 3 1,-1-1 358,3-2-755,-6-1 0,-3-8 0,-11-4-51,-6-3 1,-12 3 0,-3 1-1,-9-2-235,-9-2 1,-4 3 0,-7 2 0,-2 0-306,-2 0 0,-4 3 0,-3-3 464,6 2 0,-6-12 0,10 2 0</inkml:trace>
  <inkml:trace contextRef="#ctx0" brushRef="#br0" timeOffset="1433">2964 553 10250,'-15'-23'2329,"-9"-6"1,-13 9-1,-16 0 1,-11 20-3629,-10 23 1299,-6 23 0,36-5 0,1 5 0,0 1 0,-1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4:39.6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129 932 8061,'-15'0'-1000,"1"0"1710,6 0 202,-5 0 0,10-5 32,-7 0 0,5-1-59,-4 1-941,6 3 0,-2-4 1,10 6-1,4 0 5,4 0 1,6 0 0,4 0 0,3-2-106,4-3 0,7 2 0,-2-6 0,1-3 30,-1 0 0,-1-3 0,-5 1 0,-2-1 294,-3 1 1,-3 1-1,-8 2 1,-4 1 80,-4-1 1,-3 3 0,-5 0-432,-7 1 1,-1 2 0,-13 7 0,-2 3-255,-1 4 0,3 4 1,-1 2-1,0-1 42,-3 1 1,0-1 0,-1 1 0,1-3 309,4-2 1,-1 3 0,4-3 0,0 1 333,0-2 0,2 4 0,4-5 0,1 0 1412,-1-3-1154,7 3 1,3-1-1,10 2 1,7-4-198,5-3 1,6-2 0,7 0 0,4-2-243,4-3 1,3-1 0,-1-7 0,-2 0-220,2-3 1,1-2 0,-1 2 0,-2-1-40,2-3 1,-6 1 0,-3 5-1,-7-1-442,-3 1 0,-4-1-1164,-7 1 1795,-4 6 0,-6 8 0,0 8 0</inkml:trace>
  <inkml:trace contextRef="#ctx0" brushRef="#br0" timeOffset="881">1835 816 8014,'0'-14'-80,"0"-1"0,-5 1 0,0-1 1,2 1 374,1-1 0,-3 1 1,0 0 958,2-1 1,2 5-1023,1 1 0,-2 6 1,-1-1-1,-4 6-90,-1 3 1,-1 12 0,-4 3 0,0 5-75,-1 4 0,2 7 0,-7 1 0,3 1-99,2 1 0,-1-2 0,1 1 1,1-4-215,3-4 1,2-2 0,5-4 0,-2-5 40,2-3 1,1-6-1,2-4 188,0-4 1,7-7 0,4-16 0,7-8-67,6-8 1,9-6-1,6-5 1,3-5-42,1-3 0,2-4 0,0 1 1,-2 1 218,-6 6 1,-6 12 0,-9 8 0,-6 8 443,-4 10 0,-9 7 0,2 14-93,-4 7 0,-1 13 1,0 12-1,0 3-232,0 1 1,0 5 0,0 2 0,2 0-274,3 0 0,-2 3 0,5-5 0,0-3-758,0-5 0,-5 2 0,2-5 0,-3-2 0,-2-6 0,0-7 0,0-7 0,0-1-1065,0 1 1881,0-7 0,6 5 0,2-5 0</inkml:trace>
  <inkml:trace contextRef="#ctx0" brushRef="#br0" timeOffset="1283">2630 816 8287,'0'-29'272,"0"5"1,0 0 0,0 0 262,0 1 0,0 3 1,0 5-1,0 1 349,0-1-1243,0 7 0,-7 3 0,-3 10 100,-2 5 0,-4 4 0,-2 4 0,-3 3 195,-1 1 1,-7 2 0,-5 5 0,2 0 34,1 0 0,2-2 0,2-1 1,3-2 17,5 2 1,7-4 0,4 1 0,2-1-42,3 1 0,8-5 0,6 1 1,8-3-36,10-2 1,6-6-1,9-3 1,-1-5 48,0-5 0,6-9 0,-1-10 0,-3-3 58,-5-2 1,-5 0-1,-7-2 1,-4-1 220,-5-2 0,-5-3 1,-4 7-1,-5 4 468,-4 4 1,-1 2 0,-1 8-505,-4 2 1,2 4 0,-5 9 0,1 6-186,4 11 0,2 5 0,1 4 0,1 2-161,4 2 0,-2 0 0,5 4 0,0-1-502,0 1 1,-3-4-1,3 0 1,0-1-797,0 2 1,-3-5 1438,5 0 0,-1 0 0,6-7 0</inkml:trace>
  <inkml:trace contextRef="#ctx0" brushRef="#br0" timeOffset="1800">3309 917 8078,'0'-14'2118,"0"-1"0,-2 6-1309,-3-1 1,-3 7 0,-6 1-870,0 10 0,4 8 0,2 15 0,0 3-396,0 4 0,0-1 0,-2 0 0,4-2-263,-1-2 0,6-3 0,-6-3 0,2-3-896,1-4 1670,-1-4 0,5-11 0,0-10 119,0-13 0,1-8 1,4-4-1,6-4 100,7-4 0,5-4 0,6-1 0,-1-1-146,1 1 1,-1 1 0,-3 3 0,-2 6 16,-2 2 1,3 4 0,-5 3-1,-1 6-105,-2 7 1,-2 5 0,-1 7 0,-2 4-141,-1 5 0,-7 9 0,2 5 0,-3 3-54,-2 2 1,0 5 0,-2 1 0,-1 1-36,-2-1 0,-5-1 0,4-5 0,0-1-115,-1 1 0,2-5 0,5-1 86,0-2 1,-1-7 272,-4-4 1,5-9 0,0-2 0,8-10 104,5-7 0,8-9 0,3-1 1,5-5-37,4-4 0,-2-2 1,1-3-1,-5 4 133,-3 4 0,-4 4 0,2 1 1,-1 1 127,-3 4 0,-2 5 0,-2 9-138,1 6 0,-6 4 0,-1 6 0,-1 8-200,-4 9 0,3 6 0,-1 3 1,-2 5-331,-1 5 1,-2-4 0,0 7 0,2-5-638,2 0 1,-2 2 0,3 2 919,-4-1 0,6 0 0,1 1 0</inkml:trace>
  <inkml:trace contextRef="#ctx0" brushRef="#br0" timeOffset="2133">4133 1047 8230,'-10'0'3568,"1"0"-4008,5 0 1,0 0-1,10 0 1,7 0 70,4 0 1,9-1 0,0-4 0,4-5 212,4-2 0,0-3 0,-5-1 1,0-2 273,0-1 0,-7-7 0,-3 2 0,-4-3 170,-6-2 0,-2 5 0,-7 1 1,-2 3-151,-3 2 0,-3 8 0,-8 5 0,-1 4-319,-3 1 1,-5 11-1,2 5 1,-1 7 179,0 7 1,6-1 0,-3 6-1,4 1 52,2 2 1,-1-2 0,11-1 0,2-1 171,2-1 0,7 4 0,4-6 0,6-4-294,8 0 0,2-6 1,14-3-1,5-7-541,6-6 0,0-3 612,2-2 0,7-7 0,6-1 0</inkml:trace>
  <inkml:trace contextRef="#ctx0" brushRef="#br0" timeOffset="2586">5029 932 8588,'0'-21'550,"0"-3"0,0 1 0,-2-1 421,-2-1 1,-3 4-1,-4 3-684,1 7 1,7 6-851,-2 10 0,-1 4 1,-1 11-1,-1 2-230,-3 1 0,3 4 1,-3-3-1,-4 3 409,-2 2 0,-4 0 0,3-2 0,-3-1 287,-1-2 0,-1-1 1,-2 2-1,1 0 154,-2 0 0,5 1 0,2 0 0,3-2 123,1 1 1,2 3-1,4-1 1,4-1-50,3-2 0,2-7 0,2 3 1,4-6-58,9-4 0,7-5 0,10-12 0,4-9 275,1-11 1,4-8 0,4-10 0,-3-5 180,0-8 0,0-3 1,1-11-1,0-5 38,1-2 1,-6-5 0,-2 6 0,-4-1-543,-5 0 0,-3-3 0,0 7 0,-3 4-232,0 7 0,-5 6 0,3 4 1,-4 4-1155,-6 5 1,3 6 911,-8 15 0,1 11 1,-6 15 849,-4 11 0,-2 14 1,-4 12-1,2 4 276,-3 5 0,4 0 1,0 9-1,0 2-199,0 0 0,5 7 0,-2 0 0,4 0-653,1-3 0,0-4 1,1 0-1,4 1 174,5-2 0,9 9 0,3-7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5:26.3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835 454 8327,'15'-29'-13,"-5"0"0,-1 0 226,3-1 1,1-1-1,1-1 1,1-2 106,0 1 0,-2 2 1,-4 2-1,-4 0 114,-3 0 1,-2 6 0,0 3-155,0 4 1,-7 3-1,-2 3 1,-4 5-55,-2 4 0,0 1 0,-1 3 0,-5 7-141,-8 9 1,-1 14 0,-4 7-1,2 9 8,-3 10 0,3 9 0,-5 15 0,-1 10-149,19-44 0,1 1 0,1 7 0,1 1 0,-1 4 0,0 2 0,1 5 0,1 2-242,0 6 0,1 2 0,2-3 0,1 1 0,1 0 0,2 0 0,2-5 0,1-2 61,2-6 0,1-2 1,1-7-1,2-4 0,4 31 1,5-16 147,3-19 0,1-17 0,-1-11 0,-3-3 334,-5-1 477,-3-7 1,-4-8-1,-3-10 45,-5-3 1,-3-1 0,-3-2 0,-4-6-345,-4-7 0,1-2 0,-1-8 1,-2-3-408,-2-5 0,4 0 0,-1-7 0,1-1 61,1-2 0,-3 5 1,5 3-1,0 3-720,0 2 1,1 7-1,6 4-101,-1 7 0,5 7 60,0 9 1,7 5-1,-2 12-236,4 7 1,1 1-1,0 6 1,1 0 317,4 4 1,-2 4 0,9 3 601,4 3 0,5 5 0,9-2 0</inkml:trace>
  <inkml:trace contextRef="#ctx0" brushRef="#br0" timeOffset="165">572 1816 12626,'6'-10'939,"4"0"0,5-1-1095,4-2 0,5-2 0,9 1 0,3-1-444,1 0 0,7 1 1,6-1-1,3 0-276,2 1 1,-1 1 875,4 3 0,-3-3 0,10 5 0</inkml:trace>
  <inkml:trace contextRef="#ctx0" brushRef="#br0" timeOffset="265">1450 1992 8201,'-52'-15'514,"3"0"0,8 7 0,6 3 0,4 5-43,8 5 0,10 8-471,3 7 0,7 12 0,-4-1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5:30.945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12103 1508 27816,'0'-10'-4442,"0"1"1,0 4 3025,0-5 1,0 0 914,0-4 0,0 4 1,0 0 134,0-1 0,-1-2 0,-4-2 490,-5 0 1,-3-1-1,-2-2 1,1-1 38,-1 1 1,-4-3-1,-3-1 1,0 1 11,-4 0 1,-7-5-1,-1 2 1,0-4-496,-2-1 1,-1 0 0,-7-1-1,0 1 607,0 0 1,0-1 0,0 1 0,0 0 37,0 0 0,-5-1 1,1 1-1,-1 0 103,-2 0 1,1-1 0,-7 1 0,0 0 7,-3-1 0,3 6 0,3 0 0,-1-1-214,-2 2 1,-5-7-1,2 4 1,5-1-6,3 0 0,-4-1 0,3-1 0,-4 0-39,-2-1 0,6 3 0,-1 2 1,-1 4 11,-2 0 0,-5 5 0,3-4 0,7 4-17,5 1 1,5 1 0,1-1-1,5 2-103,5 3 0,5-3 0,12 5 0,-1-2-121,1 1 1,-1-1-31,0-5 1,1 1-1,-1 1 52,0 3 0,6 3 1,-3 7-1,-2 0 168,-4 0 1,-10 0-1,0 0 1,-6 2-108,-3 3 0,-2-2 0,-7 5 0,-1 0 51,-2 0 0,-1-4 1,3 1-1,-2-2 55,2 2 0,-5-4 0,0 4 0,0-3 48,3-2 0,-2 0 0,1 0 0,0-2 93,-1-3 1,2 2-1,4-5 1,-2 1 68,-2 4 1,-11 2 0,1 1-1,-4 0-209,-7 0 0,-7 1 1,-17 4-1,43 0 0,-1 0-209,-3 1 0,0 1 0,0 2 0,-1 1 0,0 0 0,0 0 1,-1 0-1,0-1-9,0 2 0,-1 0 1,-4-3-1,0 0 1,0 1-1,-1 0 1,0-2-1,1-1 50,0-1 1,2 0 0,0-3 0,1 0 0,0 2-1,1 1 1,0-2 0,0 0 10,2-1 0,0-1 0,1 0 1,-1 0-1,3-1 0,-1 0 0,-2 0 1,0 0 54,-2 0 0,0 0 0,-1 0 1,0 0-1,1 0 0,2 2 1,3-1-1,0 1 26,2 0 1,0 1-1,0 0 1,-1 0-1,-2-1 1,-1 1-1,-2 1 1,-1 2-115,-2 0 0,-1 1 0,0 1 0,0 0 0,2 1 1,0 2-1,-1 0 0,-1 0-39,1 1 1,-2-1-1,-4 3 1,-1 0-1,0-2 1,1 0-1,-3 2 1,1 0-66,-1 0 0,0 1 0,-2 0 0,0-1 0,2 1 1,0 0-1,0-1 0,1 1 49,1 0 0,1-1 0,1-1 0,1-1 1,5-1-1,1 0 0,0 0 0,1 0 2,1-2 1,0-1 0,-1 2 0,1 0 0,5-2 0,0 0-1,-43 5-5,7 0 1,1 0 0,2 2 0,-6 0 80,-3-1 0,1-1 0,2 0 0,-1 0 25,-2 3 1,2 4-1,7-2 1,2 5-107,3 4 0,-7-1 0,-2 12 0,41-19 0,-1 1 22,0 1 1,0 2 0,-1 0 0,-1 1 0,4-2 0,1 0 0,-43 23-141,4 4 0,9-2 0,2 5 0,8 0 29,4 0 1,5-4 0,2 2 0,5-1-31,3 0 0,4 1 1,2-3-1,2 2 21,2-2 0,2 4 0,3-3 0,0 0 32,2-3 0,-2 5 0,10 4 1,2 1-46,2-1 1,1-2 0,11-3 0,4 5 6,4 3 1,5 1 0,8 1 0,4-1-76,4 1 1,12 4 0,8 2 0,6-1 137,2-4 1,10 2 0,-2-9 0,5 3-24,5-3 1,7 1 0,2-8-1,3-6 223,2-2 1,-37-18 0,1-1 0,4-2 0,1 0 0,5-1-1,1 0-13,3 0 1,2-1 0,2 0 0,1-2 0,-3 0 0,1-2 0,2 0 0,1-1 102,2 1 1,1 0-1,3-3 1,2 0-1,1 2 1,0-1-1,1 0 1,0-1 14,1-1 0,0 0 0,5 0 1,0-1-1,-2 0 0,2-2 0,3-1 1,1-1-119,5-1 1,1 0-1,-1-1 1,0 0-1,-2 0 1,0 0-1,0 0 1,0 0 62,1 0 0,1 0 0,6-2 1,1-1-1,-1 0 0,0-1 0,-2 0 1,0 0-68,-3-1 0,1-1 1,-2-1-1,1-1 0,4-1 1,0 0-1,-31 3 1,0-1-1,-1 1-49,34-4 0,-1 2 0,-1-1 0,-1 1 0,-6 1 0,0 0 0,4-1 0,1 1-40,2 0 1,2 0-1,-1-3 1,0 0-1,-2 0 1,-2 1 0,-3-1-1,-2 2-17,1-1 0,-1 1 0,1 1 1,0 0-1,4-1 0,0-1 1,0 0-1,-1-1 13,-1-2 0,0 0 0,-1 0 1,1 1-1,-1-1 0,0-1 1,2 1-1,0-2 12,0 0 0,0 1 0,2 0 0,-1 1 0,-2 0 0,-2 0 0,0-1 0,-1 0 12,0 0 0,0-2 1,-1-1-1,0-2 1,-2 0-1,0 0 1,-2 0-1,0 1-87,-1-1 0,0 0 0,1-2 0,-1 1 1,-6 1-1,-1 0 0,-1 0 0,1-2 86,-4 0 0,0 0 1,-3 0-1,0-1 0,-5 1 1,0 0-1,-1 0 1,0 0-27,0 0 1,-1 0-1,-3-1 1,-1 0 0,0-1-1,-1 0 1,-4 0-1,-1 0 12,-2 0 0,-2 0 1,38-22-1,-7 0 1,-2 0-63,0 0 1,4 0-1,-8-1 1,-4-3-26,-3 0 0,-3-6 0,-8 2 0,-2-2-9,-5-1 0,-10 0 0,-6 8 0,-7-2 240,-7 2 1,-4-4 0,-6 2 0,-4 4-76,-3 4 0,-4-1 0,-3 4 0,-4 1 195,-4 3 0,-7-2 0,-1 2 0,-2 1-245,-3 3 0,-3 0 1,-4 1-1,-2 0 55,-3-1 1,-1 1-1,-6 0 1,-3 0-58,0-1 0,-8 3 0,4 1 0,-1 1 34,-1-1 0,7 0 1,-2 0-1,3 3 49,3 2 1,5 2 0,4 4 0,5 0 17,4 1 0,6 4-148,9 0 1,4 9-1,6 2-540,0 12 0,6 5 0,4 11 1,4 7 575,6 5 1,3 9 0,6 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5:36.8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1888 103 8419,'2'-10'0,"1"0"0,2-1-120,-2-2 1,-1-2-15,-2 0 0,0 6 0,2 1-16,3 1-195,-4 2 516,6 5 1,-14 0 40,-3 0 0,-3 2 0,-1 1-3,-1 2 1,1 1 0,-3-1-1,-1 5-70,-1 3 1,-7 8-1,0 4 1,-5 4-106,-3 5 0,-7 4 0,0 7 0,-4 4-118,-4 5 1,-1 2 0,1 5-1,-5 2-14,-3 5 0,-1 4 0,-1 1 0,1 0 35,-1 1 1,1 0-1,-1 1 1,2-2 71,3-6 1,-1-5-1,5-4 1,-2 3 80,-4 2 1,11-9 0,2-1 0,6-5 20,5-5 0,1 0 0,1-4 0,1-5-48,0-3 0,4-8 0,3-2 0,-1-2-5,0 1 0,0-1 1,-3-4-1,3 0-48,2-1 1,-3 6 0,4-1 0,3-2-15,0-6 254,9 2 0,2-13 0,6 0 68,0-8 0,0-5 0,0-4 0,1-2-23,4-5 1,-2-1 0,7-1-1,0-3-60,-2-2 1,3 5 0,-6-5-1,-1 5-59,-3 0 1,-1 3 0,0-1 0,0-1-346,0 3 0,0-4 0,0 6 0,-1 1 135,-4-3 0,-2 6 0,-4-3 0,1 1 46,-1-2 1,3 4 0,-2-4 5,-2 4 1,4 3 0,0 2-404,2 1-1808,-6 7 871,11-4 1,-6 9-1,7 3-480,0 5 1802,0 3 0,13 1 0,3 1 0</inkml:trace>
  <inkml:trace contextRef="#ctx0" brushRef="#br0" timeOffset="267">103 2020 8782,'-22'-27'559,"8"2"1,4 6 0,7 7 11,-2 3 1,7 5-1,9-2 1,8 1-335,11 0 1,5 0-1,11 4 1,3-3-98,4-1 1,13-6 0,7 1 0,10-4-20,8-6 0,-2 4 1,4-4-1,-5 4-377,-5 1 0,-10 1 0,-13-1 0,-11 2-1097,-15 3 930,-10-3 1,-22 12-1,-8-2-1395,-11 6 1818,1 5 0,-18 13 0,3 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5:48.5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335 30 8465,'-39'-13'-185,"0"3"0,7 3 0,-2 7 0,4 0-188,6 0 0,-2 0 1,6 0-1,2 2 609,2 3 1,3-2-1,2 5 253,1-1 0,5-2 180,-5-5-690,7 0 1,-2 0-1,10 1 56,5 4 0,4-3 1,6 3-1,4-2 34,4 2 1,8-3-1,5 2 1,6-2 31,6-2 1,4 0 0,2 0 0,1 0 28,3 0 1,-2-2 0,0-1 0,-5-2 20,-7 2 0,-9-4 0,-4 3-310,-5 0 0,-13 3 0,-20 1-147,-11 0 0,-11 6 0,-14 4 1,-7 3 24,-6 2 1,1 4 0,-5 1-1,-2-2 98,1-2 1,3-6-1,-3-2 1,4-2 176,2-3 1,3-1 0,8-4 0,5-2 367,3-6 1,6-3-1,3 0 1,2 1 1896,7 3-1881,5-1 1,9 2 0,4 3-257,5 3 0,10 4 1,4 3-1,7 5-139,8 3 1,2-4 0,14-1 0,5-1-286,7-4 0,4-1 0,4-2 1,2 0-91,1 0 0,-2-7 0,-8-1 1,-6 0 13,-6 3 1,-12-1-1,-12 2 1,-6 6 377,-6 6 0,-11 18 0,-2 5 0</inkml:trace>
  <inkml:trace contextRef="#ctx0" brushRef="#br0" timeOffset="1535">3497 1157 8295,'-23'-29'-248,"4"-1"0,4 6 1,4 1-1,3 2 439,1 3 1,2 2 45,5 1-452,0 7 1,0 8 0,0 10-1,0 4 268,0 6 1,-6-2 0,-2 8-1,-2 3 46,0 4 1,0 7 0,-4-1 0,-1 4 159,1 1 0,-3 6 1,-1 5-1,-3 6-87,-2 2 0,4 7 0,-4-2 0,2 4-71,3 1 0,-3 5 0,1 0 0,3-1-117,0-3 1,3-5 0,-1 1-1,0 3-66,1 3 0,-1-3 0,0-6 1,1 0 12,-1 0 0,1-2 1,-1 0-1,0-8-33,1-5 0,-1-4 0,2-5 0,2-4 138,1-5 0,2-3 1,-4-4 36,3-2 0,4-6 435,-5-9 1,7-10 0,-4-10-153,1-3 0,2-3 0,-4-2 1,0-1-259,0 1 0,0-3 1,-3 1-1,1 1 37,-2-3 1,4 5-1,-2-8 1,1 1-187,1 1 0,-5-5 0,3 4 0,-2-4-85,3-1 0,-4-5 0,3 0 0,-3 1 172,-2 2 0,5 2 0,1-2 0,-3 0 45,-1 2 0,-1-4 1,1 9-1,1-4-17,3-1 0,5 6 0,-1 4 0,2 4-569,-2 5-377,4-3 1,1 13-1,11 0 205,7 9 0,0 5 0,5 4 0,-1 3 677,1 2 0,0 0 0,3 3 0,-2-2 0,7 1 0,7 4 0</inkml:trace>
  <inkml:trace contextRef="#ctx0" brushRef="#br0" timeOffset="1750">2882 3016 7721,'-8'0'3334,"3"-2"-3110,10-3 1,7-3 0,10-6-1,9-1-92,5 0 0,10-1 1,7-2-1,6-1-261,4 1 1,-3 2-1,6 3 1,-3 1-150,0 2 1,1 7 0,-7-2 0,-5 4-294,-8 1 1,-7 0 0,-9 0 0,-4 1-1192,-4 4 1762,-11 3 0,4 13 0,-4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5:52.4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1172 141 8482,'-8'-7'-374,"-5"-1"0,6-7 1,-4 1 83,1-1 0,5 1 0,-3-1 817,1 0 0,2 6-541,5-1 0,0 5-279,0-5 193,0 7 1,-6 3 0,-5 11 67,-7 7 1,0 5 0,-8 8-1,-5 3 95,-7 5 0,-4 5 0,-3 6 1,-3 9 8,0 8 1,-6 12 0,4 8 0,24-42 0,1 2 39,-1 1 0,2 0 0,1 3 0,2 1 0,1 2 0,1 1 1,-1-2-1,1 1-40,0-2 1,0 0 0,2 0 0,0 0-1,-9 39 1,3-3-56,2-3 1,3-11 0,7 0-1,3-11-76,1-8 0,2-11 0,5-11-196,0-7 495,0-11 1,0-15-1,0-10 1,0-5-118,0-4 1,-1-4-1,-4-8 1,-3-3 163,0-5 1,-5-4-1,5 0 1,-2-1-106,0 0 0,0-5 1,-4 0-1,-1 2-228,0 1 0,1 2 1,-1 1-1,0-1-10,1 0 0,-1 8 0,0 5 0,2 7-148,4 3-190,-4 1 0,11 13 0,-3 7-99,4 9 0,1 4 0,0 3 1,0 5-885,0 8 1377,0 7 0,0 15 0,0 1 0</inkml:trace>
  <inkml:trace contextRef="#ctx0" brushRef="#br0" timeOffset="180">323 1927 8544,'-20'-21'-343,"2"-2"795,5 0 0,0 2 0,8 6 0,4-1 66,4-4 1,13 4-1,13-5 1,12 0-499,11-4 0,10-7 0,16-2 1,8 1-194,-39 17 0,2 1 1,5 0-1,3 1 1,7 0-1,2 0 1,1 2-1,1 0-342,0 1 1,1 2-1,0 4 1,0 1 241,-8 0 1,0 3 0,0 5-1,0 3 1,-3 1 0,1 1-1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5:56.599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2077 155 9386,'-14'-29'-408,"6"-1"0,-4 6 0,6 1-135,-2 2 0,4 6 685,-1 6-180,4 5 1,1 4-1,0 10-10,0 3 1,0 2 221,0-1 1,-7 1 0,-2 0 0,-6-1-45,-5 1 0,-9 1 0,-10 4 1,-5 6 0,-5 6 0,-3 7 0,-8 8 1,-3 5-42,-6 5 1,3 5-1,32-25 1,1 1-1,0 1 1,-1 2-77,1 2 1,0 2 0,1 1 0,0 2-1,-1 3 1,0 0 0,0 0 0,2-1-134,3-1 1,-1 0 0,1-5-1,-1 0 1,-21 32 0,-2-4 14,-3-4 0,-4-13 0,-3-3 0,-3-8 73,-2-5 1,-1-5-1,-3 2 1,2-5 151,6-8 0,9-12 0,5-6 0,5-3 119,5-2 0,5-7 0,10-3 0,4-3-95,4-1 1,6-6-1,2-1 1,2 0-211,2 0 0,9-4 0,7 4 0,6 0-90,6 0 1,-1 2 0,1 4 0,2 0-150,2 1 0,1 4 0,0 2 0,1 1 8,-1 4 0,-1 1 0,-2 2 1,-2 0 206,2 0 0,0 0 1,0 0-1,-3 2 66,-2 3 0,-2 1 0,-4 6 0,0-3 115,-1 3 0,-4-1 1,-2 1-1,0-4 191,1-2 1,0 4-1,6-3 1,0-1 102,-1 1 1,6-1-1,-1-1 1,-1 5-160,-2 3 0,4 8 0,-2 5 0,-4 8-64,-2 10 0,-4 6 0,2 12 0,-5 6-170,-4 11 0,4 7 1,0 5-1,0 2-397,1-2 1,9-10 0,11-8 0,7-9 24,6-9 0,9-13 0,8-13 0,4-9 125,3-9 0,2-4 1,-3-9-1,2-1-376,-3-2 639,-7-6 1,3 3 0,-5-7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6:13.7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389 614 8252,'-6'-15'-139,"-2"1"0,-2-4 0,0 2 340,-1 3 0,-1 1 0,1-2 0,3-1 60,1 0 0,-2 6-309,4-1 1,-2 7-45,2-2 1,2 3 0,-7 4 0,1 3 62,1 4 0,-6 9 1,3 3-1,-5 4 71,-4 6 1,1 4 0,4 9 0,1 0-33,-1 0 1,2 7 0,3 2 0,5 6-72,4 4 0,1-1 0,0 5 0,0-2 3,0-3 1,6-4 0,6-4 0,4-7 21,3-6 0,2-7 1,-3-8-1,2-5-7,-2-5 0,-2 2 1,0-10-1,2 2 321,2 0 0,-1-2 1,-4 3-1,1-1-108,4 2 1,-2 1 0,8 1 0,4 1-61,8-1 1,1-4-1,5 0 1,5 1-105,1 2 0,12 2 0,-4-2 0,4-2-25,3-1 0,-3 0 1,6 5-1,2-2-7,2-4 1,1 4 0,0-3 0,2 3 34,3 2 0,7-1 1,4 1-1,-4-2-7,-4-3 0,4 3 0,-1-5 0,7 0-9,7-3 1,-48-4-1,1 0 1,1-1-1,0 0 1,1 0 0,1 0-24,2 0 0,0 0 1,4 0-1,-1 0 1,0-1-1,-1 0 1,-2 0-1,-1-1 19,-2-1 1,0 1 0,-2-1 0,0 1 0,1 2-1,0 0 1,0 0 0,0 2 3,0 0 1,-1 0-1,48 7 1,-11 5-1,0 1 10,-1 0 1,1-1 0,0 1 0,0-1-25,0 1 1,6-5-1,-44-6 1,1 0-1,2 0 1,1-2-34,2 0 0,1 0 0,-2-1 0,0-1 0,44 0 0,-1 0 11,1 0 0,-46-2 1,0-2-1,1 0 1,-1 0-1,0-1 0,0 0 69,-1 0 1,0 0 0,-1 3-1,-1 1 1,49-4 0,-5 3 41,-4 2 1,-6 0 0,-10 0-1,0 0-34,5 0 0,-10 5 0,5 2 0,-4-1-24,-4 1 1,4 4 0,-6-3 0,-4 0-27,-5-3 0,0-3 0,-4-2 0,1 0 0,3 0 0,-4-3 0,-1-5 1,-1-9 14,0-4 1,6-3 0,-5-5-1,-1 1 45,-5 3 1,-11-1 0,-4 5 0,-6 0 121,-2 0 1,-11 1 0,1 6 0,-5-1 10,-1 1 0,0-1 0,-5 0 0,0 1-45,0-1 0,0 0 0,0 1 1,0-3-83,0-2 1,0-4 0,0-8 0,0-1-32,0-2 0,0-12 0,2 1 0,3-6-238,4-4 0,11-7 0,3-5 0,3-4-95,3-9 1,-3 0 0,8-1-1,-3 0 273,-2-1 0,1 6 0,-3-1 0,-2 9 382,-6 10 1,-9 7-1,-5 12 1,-5 5 18,-5 3 1,-3 13 0,-8 5-1,-2 3-273,-2 2 0,-1 5 1,3-2-1,-3 4-395,-2 1 0,-1 0 0,-7 0 0,-3 0-44,-5 0 1,-4 0 0,0 0 0,-1 0 165,0 0 1,-7-2 0,-2-3 0,-4-5 264,-2-3 1,-1-8 0,-3-2-1,-7-1 182,-7 0 1,-3 4 0,-6-3 0,-3 2-151,40 11 0,-1 2 1,-3 2-1,0 1 0,-6 0 1,-1 2-1,-2-1 0,1 1-178,0 1 0,0 1 1,-2 0-1,0 2 0,2 1 1,-1 1-1,-2 1 1,-1 2-22,-4 0 0,0 1 0,2 0 0,-1 0 0,-4 0 0,-1-1 0,2 0 0,1 0 5,0-1 0,0-1 0,-1 0 0,-1 1 0,-3 0 1,0-1-1,-1-1 0,1-1 62,0-1 1,0 0 0,1-1 0,0 0 0,1 0 0,0 0 0,-1 0 0,0 0-38,-2 0 1,0 0 0,4-1-1,0 0 1,-3 0 0,0-1 0,0-1-1,0 1 103,1 1 0,0-1 0,0-1 0,-1-1 0,0 2 0,0-1 0,0 2 0,0 1-32,3 1 0,0 1 0,-4-1 0,0 1 0,3 3 0,0 2 0,-2 0 0,0 0-8,-1 1 0,0 2 0,6 3 0,1 0 0,-1-1 0,0 1 0,1 0 0,-1 1-41,-2 1 0,0 0 1,3-1-1,-1 1 0,-4-1 1,1 1-1,3 0 0,0-1 8,5 1 0,2 0 1,4-3-1,1 0 0,2 0 1,1-1-1,0 0 0,-1-1 47,0-1 1,2 0 0,-32 7 0,8-3 0,14-3 38,10-5 1,15-4 586,10-1-531,16 0 1,7 0-1,17-1 1,7-2-147,6-2 1,12-7-1,6 4 1,7-2-230,3 1 1,4 5-1,7-2 1,7 1 70,6 0 0,-1 0 1,5 5-1,-2 0-717,0 0 907,7 0 0,2 0 0,9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6:17.202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438 74 23492,'-25'-13'-1976,"3"2"1,1 3 1046,3 1 0,6-3 0,2 6 0,-1-1 613,-2-2 1,3 6 0,1-4 469,-3 3 1,-1 7 0,-1 1 0,-1 3 77,0 2 1,6-3-1,-1 0 1,-2-1 185,-1-4 1,-1 3 0,-1-1 60,0-1 0,1-3 0,-1-1-517,1 0 0,-1 0 189,0 0 0,1 0 0,1-1 2,3-4 0,2 3-8,3-3 0,3 2-459,-3-2 1,5 2-1,5-5 484,5 1 0,8-3 0,3 6 0,3-1-163,7-2 0,5 6 0,10-4 0,2 3-23,6 2 0,5 0 1,4 2-1,9 3-35,9 4 0,5 3 1,-35-6-1,1-1 0,2 0 1,1 0-9,1 0 0,1 1 0,3 1 0,1-1 0,0 1 0,1-1 0,2 0 0,-1-2-7,-1-1 1,0-1 0,2-1 0,0-1 0,2 0 0,0-1 0,4-1 0,2 1 107,2-1 1,1-1-1,-4-3 1,0 0 0,0 1-1,-1 1 1,-2-2 0,-1 0 104,-1 1 0,0 0 0,4-1 1,0 1-1,1 2 0,1 1 1,1 0-1,-1 1-254,-2 0 1,0 0 0,-6 1 0,0 0 0,-2 1 0,0 0 0,0 1 0,1 1 8,3 1 1,0 2 0,-3 0-1,-1 1 1,2 0 0,-1 0-1,-3 0 1,0 1 1,-1-1 0,-1 0 1,1 3-1,-1 0 0,0 0 1,0 0-1,-2-1 1,0-1 5,-2 1 1,0-1 0,1-3 0,0-1 0,1 1 0,0-1 0,3 0 0,-1 0 35,4 0 0,-2 0 1,-5-2-1,-2-1 1,1 2-1,-1-1 1,-1-1-1,-1-2 57,-1-1 1,0-1-1,2 0 1,1 0-1,-1-3 1,0 0 0,-1 2-1,0 0 30,45-2 0,-6-4 0,-7 5 0,-4 0-94,1-1 0,-7 4 0,2-3 0,-7 3-32,-3 2 1,0 0 0,-3 2 0,2 3-44,-3 5 0,0 3 0,-5 1 1,0 1-112,-3 0 0,-10-6 0,-1 1 1,-6 0 195,-9-2 0,-4 3 1,-8-6-70,0-2 205,-7-1 0,-3 0 1,-10 1 17,-5 2 1,2 5 0,0-4 0,0 1-119,-1-1 0,4 4 0,-3-4-55,2 3 1,-4 0 0,5 6 0,0 0-20,-1-1 1,4 6 0,-3 1 0,4 2 51,1 3 1,-5 6-1,0 4 1,2 1 16,1 4 0,2 1 1,0 4-1,0 1-59,0 2 0,0 6 0,0-1 0,0 3-93,0 1 1,2-4 0,3 0 0,4 1-127,4 2 1,-3-3 0,0-2 0,1-2 50,2-3 0,2 0 0,-2 1 1,-3 0 98,-5 0 1,1-3-1,-1-1 1,-2 2 125,-1 2 1,-2-2 0,-2 1 0,-1-5 47,-2-3 1,-6-4 0,1 2 0,-3-3 69,-2-6 1,1-1-1,-3-7 1,-1-1 94,-1 3 0,-7-11 0,3 4 1,-1-2-32,-1 0 1,-4-4 0,-7-1 0,-1 1-19,-4-1 0,-1-5 1,-2 2-1,-2-3 40,-2-2 0,-4 0 1,-7 0-1,1 0-5,-1 0 1,-6 0 0,-2 0 0,-1 0-67,0 0 0,4 0 0,-6 0 1,-5 0-65,-6 0 1,-5 0 0,-2 0 0,-1 0-73,-4 0 1,0 0 0,-6 0 0,49 0 0,-1 0 15,-48 0 0,49-3 1,-1 1-1,-2-1 1,-1-1-1,-3 0 0,-2 0-43,-3-2 1,-1 1-1,1-1 1,-1 0-1,-4 0 1,0 1-1,3 0 1,0 2 50,0-1 0,-1 1 0,-4 0 0,-1 1 0,-4 2 0,-1 0 1,-1 0-1,0 0-42,1 0 0,2 0 0,-1 0 0,1 0 0,4 0 0,0 0 0,-1 0 0,0 0-35,-2 0 1,1 0-1,2 0 1,0 0 0,0 0-1,1 0 1,2 0 0,0 0 49,3 0 0,-1 0 1,2 0-1,-1 0 1,3 0-1,0 0 0,0 0 1,-1 0 29,4 0 1,-1 0 0,-1 0 0,1 0 0,2 0 0,1 0 0,-1 0 0,0 0 36,-1 0 1,2 0 0,-38 0 0,5 0 0,10 0 71,5 0 0,5 0 0,3 0 0,4 0-38,9 0 1,7 0-1,6 0 1,3-1-31,0-4 0,12 2 0,1-7 0,8-2-98,6-1 1,5-3 0,0-2 0,2-1-20,2 1 1,0 0 0,0 0-1,0-3 86,0-2 0,0 5 1,0-3-1,0 2-175,0-1 0,0-1 1,0 3-1,0-1-12,0 1 0,0-5 0,0-2 1,0-4-13,0-5 1,5 1-1,1-6 1,1-1 72,-1-2 0,6-9 0,-2-3 0,3-3 54,1-1 1,6-6 0,-1 1-1,1 0 352,1-2 0,-5 4 1,4-2-1,-2 4-73,1 6 0,-6-3 1,5 8-1,0 0-90,-2 3 1,-5 8 0,-1 2 0,2 4-57,1 2 0,1 2 1,-1 2-1,-1 6-275,-3 2 1,3 3 0,6-1-1,1 2-153,-1 3 1,-6 2 0,-3 5 0,3-2-69,1 2 1,1 1 0,1 5-1,1 6-926,4 5 1321,-4 17 0,12 6 0,-6 16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6:21.9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1142 74 8330,'-9'0'-953,"0"-2"680,3-3 1,-4 2 524,5-7 1,-4 5-75,4-4 0,0 4 0,3-3 184,-3 1 1,4 1-263,-4 1 0,2 3 0,-2-3-73,-5 4 1,-3 7-1,-2 5 1,-1 9 35,-4 9 1,-2 9-1,-8 10 1,1 6-77,0 3 0,4 10 0,1 6 0,-2 7-3,-2 1 1,10 4-1,4-7 1,1-4 30,0-4 0,3 5 0,2-7 0,0-2 71,0-5 1,-2 3 0,-5 1-1,1 0 72,-1 0 0,-6 0 0,-4-3 0,-2 3 52,-2 2 0,1-1 0,2 3 0,3-6-102,2-3 0,1-3 0,6-2 0,1-4-96,3-6 0,3-4 1,7-12-1,0 1-141,0-1 1,0-6-1,0-2 1,0-2 3,0 1 0,0 1 1,0-3-1,0 3 98,0 2 0,-6 0 0,-5 3 0,-6-2 24,-2 2 0,-2 2 0,3 1 0,-3 0 61,-2 0 1,-2 6 0,-2-1 0,1-2 3,1-1 0,12-8 1,0-3 89,5-4 0,3-10 181,5-6 0,2-11 0,1-10 1,4-2-112,1-3 0,2-2 0,3 1 0,-2 1-48,-1 1 1,-5 2 0,3-1 0,-2 5-90,-2 2 0,-3 3 1,-1-1-1,0 0-98,0 1 0,0-1 0,0 0-110,0 1 0,0-1 1,-1 2 61,-4 3 1,1-3 0,-5 4 4,-3-4 1,1-2 0,0-1 0,2-2 93,3-2 0,-4-6 1,4 2-1,-3-2 125,-2 1 0,3-2 0,0 2 0,0-1-94,0 2 0,3 3 0,-3 6 0,-1 2-154,1 3-653,5-3 0,-3 13 144,6 0 0,0 2 1,0 8-1,0 3-124,0 5 1,1 0 0,4 4-1,5 0-820,3-5 1538,8 6 0,2 0 0,6 6 0</inkml:trace>
  <inkml:trace contextRef="#ctx0" brushRef="#br0" timeOffset="468">381 2694 8330,'-13'-2'-920,"2"-2"1076,1-6 1,2-3 0,-4-2-116,3 0 0,5 6-220,0-1 253,2 0 0,2 4 410,0 6-148,0 6 1,0 4 65,0 0 0,2-7-118,2 2 1,5-4 0,5-1-1,4-1 6,6-4 1,4-5 0,16-9 0,8-7-44,8-7 1,15-4 0,11-9 0,-39 22-1,1-1-165,2-1 1,0-1-1,-2 1 1,-1 0-1,3 0 1,-1 1-1,-4 2 1,0 1-70,31-16 0,-11 6 1,-16 4-1,-10 4-11,-7 4 1,-15 4 173,-8 1 1,-7 2 0,-5 2 95,-2 1 0,-5 5 1,4-4-118,-3-3 0,6 4-636,-2-2 1,4 5-79,1-4 0,0 4-580,0-5 0,1 7 233,4-2 0,-2 3 1,7 2-881,2 0 1786,-6 7 0,7 7 0,-5 9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2:46:25.0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820 241 7829,'0'-14'-60,"0"-1"1,0 0 0,0-1-1,0-2 148,0-1 0,-5-1 0,0 6 0,2-3 265,1-2 0,1 6 0,-3-5-225,0 0 1,-1 5-117,5 3 0,-5 9 0,-2 2-51,-1 12 0,3 8 1,-4 10-1,-3 3 3,-1 6 0,-1 8 0,-1 8 0,-1 7 35,-4 10 1,4 0 0,-4 9-1,4 1 13,1 5 0,6-39 1,-1 1-1,0 0 0,0 1 1,1 1-1,0 1-5,1 0 1,0 0-1,1-1 1,0-1 0,-8 46-1,0-4-10,1-4 0,4-9 0,0-8 1,0-11 22,2-5 1,-3-4 0,6 1 0,0-4-16,-1-3 1,4-4 0,-5-1 0,3-2-1,-1 1 0,-5-4 0,3-2 0,-1-1-10,-3 1 0,-2 3 0,-2 7 1,-1 0-7,-4 0 1,4-6-1,-3-4 1,1-5 224,-2-5 0,9-4 305,-4-10 0,9-5-285,-4-10 0,7 1 0,-2-5 0,2-1-1,-2 2 1,1-5-1,-4 3-202,2-3 0,-6 0 0,4 2 0,-1 2-86,-1 3 0,0-4 1,-5 4-37,1-2 1,1 3-1,1-5 40,3-1 1,4 2 0,-3-2 0,1-4 8,4-3 0,1-12 0,2-1 0,0-5 27,0-5 1,2-1 0,1 0 0,2 1 15,-2 2 0,0 2 0,1-3 0,1 6-96,-2 3 1,-1 9-1,-2 2-1370,0 4-247,-7 8 1712,5 8 0,-11 14 0,5 9 0</inkml:trace>
  <inkml:trace contextRef="#ctx0" brushRef="#br0" timeOffset="216">366 2613 8214,'-14'6'481,"-1"-4"1,0 4 0,1-6-102,-1 0 0,5 0-118,0 0 0,9-1 1,1-6-1,10-7-152,8-9 1,12-6 0,14-6-1,10-4-111,8-3 1,6-2 0,9 2 0,2 1-426,3 2 0,2 7 0,7-1 0,2 9-1560,-2 9 1621,-2 7 0,-1 8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DC7FB6C-B648-4D79-B731-7A80C14E8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263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07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20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32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63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862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Efficient: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Only the initial steps (e.g. Create and Attach shared memory region) involves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Ease of use: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Shared memory region behaves the same as normal memory space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i.e. Information of any type or size can be written easily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Synchronization: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Shared resource </a:t>
            </a:r>
            <a:r>
              <a:rPr lang="en-US" altLang="en-US" dirty="0">
                <a:sym typeface="Wingdings" pitchFamily="2" charset="2"/>
              </a:rPr>
              <a:t> Need to synchronize access (more later)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Implementation is usually harder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05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005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https://github.com/antirez/redis/issues/5335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30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492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530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44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763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029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920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007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900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Portable: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Can easily be implemented on different processing environment, e.g. distributed system, wide area network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Easier synchronization: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E.g. when synchronous primitive is used, sender and receiver are implicitly synchronized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Inefficient: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Usually require OS intervention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Harder to use: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Message are usually limited in size and/or format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048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322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311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/>
              <a:t>The output of A (instead of going to screen) directly goes into B as input (as if it come from keyboard)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741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976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err="1"/>
              <a:t>Behavior</a:t>
            </a:r>
            <a:r>
              <a:rPr lang="en-SG" dirty="0"/>
              <a:t> =</a:t>
            </a:r>
            <a:r>
              <a:rPr lang="en-SG" baseline="0" dirty="0"/>
              <a:t> anonymous </a:t>
            </a:r>
            <a:r>
              <a:rPr lang="en-SG" baseline="0" dirty="0" err="1"/>
              <a:t>fifo</a:t>
            </a:r>
            <a:r>
              <a:rPr lang="en-SG" baseline="0" dirty="0"/>
              <a:t> file</a:t>
            </a:r>
          </a:p>
          <a:p>
            <a:r>
              <a:rPr lang="en-SG" baseline="0" dirty="0"/>
              <a:t>Semantic = synchronous</a:t>
            </a:r>
          </a:p>
          <a:p>
            <a:r>
              <a:rPr lang="en-SG" baseline="0" dirty="0"/>
              <a:t>Variants = multiple reader/ write, duplex </a:t>
            </a:r>
            <a:r>
              <a:rPr lang="en-SG" baseline="0" dirty="0" err="1"/>
              <a:t>etc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781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384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9762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08850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332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9788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4345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52491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731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16C1FCC8-FA36-41FF-9F51-7AE14A6866E7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8469A4-C7F5-42FF-8F2E-C62C8C0343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144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7B2A14-CFC8-473E-8C77-48351E3F49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5621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5E2939-3BE2-4936-8AC1-BDE9A14CBB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9968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F39AB6-C668-47D3-9001-494C06E2D4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68513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92921-E8D1-4F63-8B4B-BBDB7C33087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9424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F211-BC41-4ED1-890B-E54CA3E97DA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339134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298642-FAC3-44D3-AECD-F3CEB9038C1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124414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9C6624-AF88-47E7-8D01-20435D977E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987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8D15E9-12D2-4AF7-8582-19867986D8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0272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FB2A9B-4A28-462A-95D9-803E8792E71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L5 - AY1819S1 ]</a:t>
            </a:r>
          </a:p>
        </p:txBody>
      </p:sp>
    </p:spTree>
    <p:extLst>
      <p:ext uri="{BB962C8B-B14F-4D97-AF65-F5344CB8AC3E}">
        <p14:creationId xmlns:p14="http://schemas.microsoft.com/office/powerpoint/2010/main" val="322831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846C3B52-913A-46E1-9898-C28782944A2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L5 -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6.xml"/><Relationship Id="rId18" Type="http://schemas.openxmlformats.org/officeDocument/2006/relationships/image" Target="../media/image38.png"/><Relationship Id="rId26" Type="http://schemas.openxmlformats.org/officeDocument/2006/relationships/image" Target="../media/image42.png"/><Relationship Id="rId39" Type="http://schemas.openxmlformats.org/officeDocument/2006/relationships/customXml" Target="../ink/ink49.xml"/><Relationship Id="rId21" Type="http://schemas.openxmlformats.org/officeDocument/2006/relationships/customXml" Target="../ink/ink40.xml"/><Relationship Id="rId34" Type="http://schemas.openxmlformats.org/officeDocument/2006/relationships/image" Target="../media/image46.png"/><Relationship Id="rId42" Type="http://schemas.openxmlformats.org/officeDocument/2006/relationships/image" Target="../media/image50.png"/><Relationship Id="rId7" Type="http://schemas.openxmlformats.org/officeDocument/2006/relationships/customXml" Target="../ink/ink33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29" Type="http://schemas.openxmlformats.org/officeDocument/2006/relationships/customXml" Target="../ink/ink44.xml"/><Relationship Id="rId41" Type="http://schemas.openxmlformats.org/officeDocument/2006/relationships/customXml" Target="../ink/ink5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customXml" Target="../ink/ink35.xml"/><Relationship Id="rId24" Type="http://schemas.openxmlformats.org/officeDocument/2006/relationships/image" Target="../media/image41.png"/><Relationship Id="rId32" Type="http://schemas.openxmlformats.org/officeDocument/2006/relationships/image" Target="../media/image45.png"/><Relationship Id="rId37" Type="http://schemas.openxmlformats.org/officeDocument/2006/relationships/customXml" Target="../ink/ink48.xml"/><Relationship Id="rId40" Type="http://schemas.openxmlformats.org/officeDocument/2006/relationships/image" Target="../media/image49.png"/><Relationship Id="rId5" Type="http://schemas.openxmlformats.org/officeDocument/2006/relationships/customXml" Target="../ink/ink32.xml"/><Relationship Id="rId15" Type="http://schemas.openxmlformats.org/officeDocument/2006/relationships/customXml" Target="../ink/ink37.xml"/><Relationship Id="rId23" Type="http://schemas.openxmlformats.org/officeDocument/2006/relationships/customXml" Target="../ink/ink41.xml"/><Relationship Id="rId28" Type="http://schemas.openxmlformats.org/officeDocument/2006/relationships/image" Target="../media/image43.png"/><Relationship Id="rId36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customXml" Target="../ink/ink39.xml"/><Relationship Id="rId31" Type="http://schemas.openxmlformats.org/officeDocument/2006/relationships/customXml" Target="../ink/ink45.xml"/><Relationship Id="rId4" Type="http://schemas.openxmlformats.org/officeDocument/2006/relationships/image" Target="../media/image31.png"/><Relationship Id="rId9" Type="http://schemas.openxmlformats.org/officeDocument/2006/relationships/customXml" Target="../ink/ink34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43.xml"/><Relationship Id="rId30" Type="http://schemas.openxmlformats.org/officeDocument/2006/relationships/image" Target="../media/image44.png"/><Relationship Id="rId35" Type="http://schemas.openxmlformats.org/officeDocument/2006/relationships/customXml" Target="../ink/ink47.xml"/><Relationship Id="rId8" Type="http://schemas.openxmlformats.org/officeDocument/2006/relationships/image" Target="../media/image33.png"/><Relationship Id="rId3" Type="http://schemas.openxmlformats.org/officeDocument/2006/relationships/customXml" Target="../ink/ink31.xml"/><Relationship Id="rId12" Type="http://schemas.openxmlformats.org/officeDocument/2006/relationships/image" Target="../media/image35.png"/><Relationship Id="rId17" Type="http://schemas.openxmlformats.org/officeDocument/2006/relationships/customXml" Target="../ink/ink38.xml"/><Relationship Id="rId25" Type="http://schemas.openxmlformats.org/officeDocument/2006/relationships/customXml" Target="../ink/ink42.xml"/><Relationship Id="rId33" Type="http://schemas.openxmlformats.org/officeDocument/2006/relationships/customXml" Target="../ink/ink46.xml"/><Relationship Id="rId38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customXml" Target="../ink/ink51.xml"/><Relationship Id="rId7" Type="http://schemas.openxmlformats.org/officeDocument/2006/relationships/customXml" Target="../ink/ink5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customXml" Target="../ink/ink52.xml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customXml" Target="../ink/ink59.xml"/><Relationship Id="rId18" Type="http://schemas.openxmlformats.org/officeDocument/2006/relationships/image" Target="../media/image61.png"/><Relationship Id="rId3" Type="http://schemas.openxmlformats.org/officeDocument/2006/relationships/customXml" Target="../ink/ink54.xml"/><Relationship Id="rId7" Type="http://schemas.openxmlformats.org/officeDocument/2006/relationships/customXml" Target="../ink/ink56.xml"/><Relationship Id="rId12" Type="http://schemas.openxmlformats.org/officeDocument/2006/relationships/image" Target="../media/image58.png"/><Relationship Id="rId17" Type="http://schemas.openxmlformats.org/officeDocument/2006/relationships/customXml" Target="../ink/ink61.xml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customXml" Target="../ink/ink58.xml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10" Type="http://schemas.openxmlformats.org/officeDocument/2006/relationships/image" Target="../media/image57.png"/><Relationship Id="rId19" Type="http://schemas.openxmlformats.org/officeDocument/2006/relationships/customXml" Target="../ink/ink62.xml"/><Relationship Id="rId4" Type="http://schemas.openxmlformats.org/officeDocument/2006/relationships/image" Target="../media/image54.png"/><Relationship Id="rId9" Type="http://schemas.openxmlformats.org/officeDocument/2006/relationships/customXml" Target="../ink/ink57.xml"/><Relationship Id="rId1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customXml" Target="../ink/ink64.xml"/><Relationship Id="rId7" Type="http://schemas.openxmlformats.org/officeDocument/2006/relationships/customXml" Target="../ink/ink6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customXml" Target="../ink/ink65.xml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72.xml"/><Relationship Id="rId18" Type="http://schemas.openxmlformats.org/officeDocument/2006/relationships/image" Target="../media/image75.png"/><Relationship Id="rId3" Type="http://schemas.openxmlformats.org/officeDocument/2006/relationships/customXml" Target="../ink/ink67.xml"/><Relationship Id="rId21" Type="http://schemas.openxmlformats.org/officeDocument/2006/relationships/customXml" Target="../ink/ink76.xml"/><Relationship Id="rId7" Type="http://schemas.openxmlformats.org/officeDocument/2006/relationships/customXml" Target="../ink/ink69.xml"/><Relationship Id="rId12" Type="http://schemas.openxmlformats.org/officeDocument/2006/relationships/image" Target="../media/image72.png"/><Relationship Id="rId17" Type="http://schemas.openxmlformats.org/officeDocument/2006/relationships/customXml" Target="../ink/ink74.xml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74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71.xml"/><Relationship Id="rId5" Type="http://schemas.openxmlformats.org/officeDocument/2006/relationships/customXml" Target="../ink/ink68.xml"/><Relationship Id="rId15" Type="http://schemas.openxmlformats.org/officeDocument/2006/relationships/customXml" Target="../ink/ink73.xml"/><Relationship Id="rId10" Type="http://schemas.openxmlformats.org/officeDocument/2006/relationships/image" Target="../media/image71.png"/><Relationship Id="rId19" Type="http://schemas.openxmlformats.org/officeDocument/2006/relationships/customXml" Target="../ink/ink75.xml"/><Relationship Id="rId4" Type="http://schemas.openxmlformats.org/officeDocument/2006/relationships/image" Target="../media/image68.png"/><Relationship Id="rId9" Type="http://schemas.openxmlformats.org/officeDocument/2006/relationships/customXml" Target="../ink/ink70.xml"/><Relationship Id="rId14" Type="http://schemas.openxmlformats.org/officeDocument/2006/relationships/image" Target="../media/image73.png"/><Relationship Id="rId22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13" Type="http://schemas.openxmlformats.org/officeDocument/2006/relationships/image" Target="../media/image82.png"/><Relationship Id="rId18" Type="http://schemas.openxmlformats.org/officeDocument/2006/relationships/customXml" Target="../ink/ink84.xml"/><Relationship Id="rId3" Type="http://schemas.openxmlformats.org/officeDocument/2006/relationships/image" Target="../media/image67.png"/><Relationship Id="rId21" Type="http://schemas.openxmlformats.org/officeDocument/2006/relationships/image" Target="../media/image86.png"/><Relationship Id="rId7" Type="http://schemas.openxmlformats.org/officeDocument/2006/relationships/image" Target="../media/image79.png"/><Relationship Id="rId12" Type="http://schemas.openxmlformats.org/officeDocument/2006/relationships/customXml" Target="../ink/ink81.xml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24.xml"/><Relationship Id="rId16" Type="http://schemas.openxmlformats.org/officeDocument/2006/relationships/customXml" Target="../ink/ink83.xml"/><Relationship Id="rId20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11" Type="http://schemas.openxmlformats.org/officeDocument/2006/relationships/image" Target="../media/image81.png"/><Relationship Id="rId5" Type="http://schemas.openxmlformats.org/officeDocument/2006/relationships/image" Target="../media/image78.png"/><Relationship Id="rId15" Type="http://schemas.openxmlformats.org/officeDocument/2006/relationships/image" Target="../media/image83.png"/><Relationship Id="rId23" Type="http://schemas.openxmlformats.org/officeDocument/2006/relationships/image" Target="../media/image87.png"/><Relationship Id="rId10" Type="http://schemas.openxmlformats.org/officeDocument/2006/relationships/customXml" Target="../ink/ink80.xml"/><Relationship Id="rId19" Type="http://schemas.openxmlformats.org/officeDocument/2006/relationships/image" Target="../media/image85.png"/><Relationship Id="rId4" Type="http://schemas.openxmlformats.org/officeDocument/2006/relationships/customXml" Target="../ink/ink77.xml"/><Relationship Id="rId9" Type="http://schemas.openxmlformats.org/officeDocument/2006/relationships/image" Target="../media/image80.png"/><Relationship Id="rId14" Type="http://schemas.openxmlformats.org/officeDocument/2006/relationships/customXml" Target="../ink/ink82.xml"/><Relationship Id="rId22" Type="http://schemas.openxmlformats.org/officeDocument/2006/relationships/customXml" Target="../ink/ink8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848600" cy="1752600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Process Management</a:t>
            </a:r>
            <a:br>
              <a:rPr lang="en-US" altLang="en-US" sz="4800" dirty="0"/>
            </a:br>
            <a:r>
              <a:rPr lang="en-US" altLang="en-US" sz="4600" b="1" dirty="0">
                <a:solidFill>
                  <a:srgbClr val="C00000"/>
                </a:solidFill>
              </a:rPr>
              <a:t>Inter-Process Communication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5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36DBD-0A93-458D-AA6F-C3C07F03D43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/>
          <a:lstStyle/>
          <a:p>
            <a:r>
              <a:rPr lang="en-US" altLang="en-US" b="1" dirty="0"/>
              <a:t>Inter-process Communication</a:t>
            </a:r>
          </a:p>
          <a:p>
            <a:pPr lvl="1"/>
            <a:r>
              <a:rPr lang="en-US" altLang="en-US" dirty="0"/>
              <a:t>Motivation</a:t>
            </a:r>
          </a:p>
          <a:p>
            <a:pPr marL="344487" lvl="1" indent="0">
              <a:buNone/>
            </a:pPr>
            <a:endParaRPr lang="en-US" altLang="en-US" sz="1400" dirty="0"/>
          </a:p>
          <a:p>
            <a:pPr lvl="1"/>
            <a:r>
              <a:rPr lang="en-US" altLang="en-US" dirty="0"/>
              <a:t>Common communication mechanisms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memory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Message passing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(Unix specific)</a:t>
            </a:r>
          </a:p>
          <a:p>
            <a:pPr lvl="2">
              <a:lnSpc>
                <a:spcPct val="150000"/>
              </a:lnSpc>
            </a:pPr>
            <a:r>
              <a:rPr lang="en-US" altLang="en-US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 (Unix specific)</a:t>
            </a:r>
          </a:p>
          <a:p>
            <a:pPr lvl="2"/>
            <a:endParaRPr lang="en-US" altLang="en-US" dirty="0"/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3BEA-DA30-4E1F-B509-DD31DC59080E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</a:t>
            </a:r>
            <a:r>
              <a:rPr lang="en-US" altLang="en-US" sz="3800" b="1" dirty="0"/>
              <a:t>nter-</a:t>
            </a:r>
            <a:r>
              <a:rPr lang="en-US" altLang="en-US" sz="3800" b="1" dirty="0">
                <a:solidFill>
                  <a:srgbClr val="C00000"/>
                </a:solidFill>
              </a:rPr>
              <a:t>P</a:t>
            </a:r>
            <a:r>
              <a:rPr lang="en-US" altLang="en-US" sz="3800" b="1" dirty="0"/>
              <a:t>rocess </a:t>
            </a:r>
            <a:r>
              <a:rPr lang="en-US" altLang="en-US" sz="3800" b="1" dirty="0">
                <a:solidFill>
                  <a:srgbClr val="C00000"/>
                </a:solidFill>
              </a:rPr>
              <a:t>C</a:t>
            </a:r>
            <a:r>
              <a:rPr lang="en-US" altLang="en-US" sz="3800" b="1" dirty="0"/>
              <a:t>ommunication </a:t>
            </a:r>
            <a:r>
              <a:rPr lang="en-US" altLang="en-US" sz="3800" dirty="0"/>
              <a:t>(</a:t>
            </a:r>
            <a:r>
              <a:rPr lang="en-US" altLang="en-US" sz="3800" b="1" dirty="0">
                <a:solidFill>
                  <a:srgbClr val="C00000"/>
                </a:solidFill>
              </a:rPr>
              <a:t>IPC</a:t>
            </a:r>
            <a:r>
              <a:rPr lang="en-US" altLang="en-US" sz="3800" dirty="0"/>
              <a:t>)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Hard</a:t>
            </a:r>
            <a:r>
              <a:rPr lang="en-US" altLang="en-US" dirty="0"/>
              <a:t> for cooperating processes to share information</a:t>
            </a:r>
          </a:p>
          <a:p>
            <a:pPr lvl="1"/>
            <a:r>
              <a:rPr lang="en-US" altLang="en-US" dirty="0"/>
              <a:t>Memory space is independent!</a:t>
            </a:r>
          </a:p>
          <a:p>
            <a:pPr lvl="1"/>
            <a:r>
              <a:rPr lang="en-US" altLang="en-US" dirty="0"/>
              <a:t>Inter-Process Communication mechanisms (IPC) is needed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dirty="0"/>
              <a:t>Two common IPC mechanisms: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Shared-Memory</a:t>
            </a:r>
            <a:r>
              <a:rPr lang="en-US" altLang="en-US" b="1" dirty="0"/>
              <a:t> 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660066"/>
                </a:solidFill>
              </a:rPr>
              <a:t>Message Passing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Two Unix-specific IPC mechanisms:</a:t>
            </a:r>
          </a:p>
          <a:p>
            <a:pPr lvl="1"/>
            <a:r>
              <a:rPr lang="en-US" altLang="en-US" b="1" dirty="0">
                <a:solidFill>
                  <a:srgbClr val="003300"/>
                </a:solidFill>
              </a:rPr>
              <a:t>Pipe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FF0000"/>
                </a:solidFill>
              </a:rPr>
              <a:t>Signal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0C9DD-2999-46D5-A1FC-F5737AF22F3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Shared-Memory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 Idea:</a:t>
            </a:r>
          </a:p>
          <a:p>
            <a:pPr lvl="1"/>
            <a:r>
              <a:rPr lang="en-US" altLang="en-US"/>
              <a:t>Process </a:t>
            </a:r>
            <a:r>
              <a:rPr lang="en-US" altLang="en-US" b="1"/>
              <a:t>P</a:t>
            </a:r>
            <a:r>
              <a:rPr lang="en-US" altLang="en-US" b="1" baseline="-25000"/>
              <a:t>1</a:t>
            </a:r>
            <a:r>
              <a:rPr lang="en-US" altLang="en-US"/>
              <a:t> creates a shared memory region </a:t>
            </a:r>
            <a:r>
              <a:rPr lang="en-US" altLang="en-US" b="1"/>
              <a:t>M</a:t>
            </a:r>
          </a:p>
          <a:p>
            <a:pPr lvl="1"/>
            <a:r>
              <a:rPr lang="en-US" altLang="en-US"/>
              <a:t>Process </a:t>
            </a:r>
            <a:r>
              <a:rPr lang="en-US" altLang="en-US" b="1"/>
              <a:t>P</a:t>
            </a:r>
            <a:r>
              <a:rPr lang="en-US" altLang="en-US" b="1" baseline="-25000"/>
              <a:t>2</a:t>
            </a:r>
            <a:r>
              <a:rPr lang="en-US" altLang="en-US" b="1"/>
              <a:t> </a:t>
            </a:r>
            <a:r>
              <a:rPr lang="en-US" altLang="en-US"/>
              <a:t>attaches memory region </a:t>
            </a:r>
            <a:r>
              <a:rPr lang="en-US" altLang="en-US" b="1"/>
              <a:t>M </a:t>
            </a:r>
            <a:r>
              <a:rPr lang="en-US" altLang="en-US"/>
              <a:t>to its own memory space</a:t>
            </a:r>
          </a:p>
          <a:p>
            <a:pPr lvl="1"/>
            <a:r>
              <a:rPr lang="en-US" altLang="en-US" b="1"/>
              <a:t>P</a:t>
            </a:r>
            <a:r>
              <a:rPr lang="en-US" altLang="en-US" b="1" baseline="-25000"/>
              <a:t>1</a:t>
            </a:r>
            <a:r>
              <a:rPr lang="en-US" altLang="en-US"/>
              <a:t> and </a:t>
            </a:r>
            <a:r>
              <a:rPr lang="en-US" altLang="en-US" b="1"/>
              <a:t>P</a:t>
            </a:r>
            <a:r>
              <a:rPr lang="en-US" altLang="en-US" b="1" baseline="-25000"/>
              <a:t>2</a:t>
            </a:r>
            <a:r>
              <a:rPr lang="en-US" altLang="en-US"/>
              <a:t> can now communicate using memory region M</a:t>
            </a:r>
          </a:p>
          <a:p>
            <a:pPr lvl="2"/>
            <a:r>
              <a:rPr lang="en-US" altLang="en-US" b="1"/>
              <a:t>M </a:t>
            </a:r>
            <a:r>
              <a:rPr lang="en-US" altLang="en-US"/>
              <a:t>behaves very similar to normal memory region</a:t>
            </a:r>
          </a:p>
          <a:p>
            <a:pPr lvl="2"/>
            <a:r>
              <a:rPr lang="en-US" altLang="en-US"/>
              <a:t>Any writes to the region can be seen by all other parties</a:t>
            </a:r>
          </a:p>
          <a:p>
            <a:pPr lvl="2"/>
            <a:endParaRPr lang="en-US" altLang="en-US"/>
          </a:p>
          <a:p>
            <a:r>
              <a:rPr lang="en-US" altLang="en-US"/>
              <a:t>The same model is applicable to multiple processes sharing the same memory region</a:t>
            </a:r>
          </a:p>
          <a:p>
            <a:pPr lvl="1"/>
            <a:endParaRPr lang="en-US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45F34-095F-4A7D-8156-BF95BDB9497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Shared-Memory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626707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457200" y="5715000"/>
            <a:ext cx="8229600" cy="762000"/>
          </a:xfrm>
        </p:spPr>
        <p:txBody>
          <a:bodyPr/>
          <a:lstStyle/>
          <a:p>
            <a:r>
              <a:rPr lang="en-US" altLang="en-US" dirty="0"/>
              <a:t>OS is involved in step 1 and 2 only</a:t>
            </a:r>
          </a:p>
        </p:txBody>
      </p:sp>
      <p:sp>
        <p:nvSpPr>
          <p:cNvPr id="626693" name="Text Box 5"/>
          <p:cNvSpPr txBox="1">
            <a:spLocks noChangeArrowheads="1"/>
          </p:cNvSpPr>
          <p:nvPr/>
        </p:nvSpPr>
        <p:spPr bwMode="auto">
          <a:xfrm>
            <a:off x="762000" y="3200400"/>
            <a:ext cx="3124200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Create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Read/Write to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26694" name="Text Box 6"/>
          <p:cNvSpPr txBox="1">
            <a:spLocks noChangeArrowheads="1"/>
          </p:cNvSpPr>
          <p:nvPr/>
        </p:nvSpPr>
        <p:spPr bwMode="auto">
          <a:xfrm>
            <a:off x="1371600" y="47244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Process </a:t>
            </a:r>
            <a:r>
              <a:rPr lang="en-US" altLang="en-US" b="1"/>
              <a:t>P1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00400" y="1143000"/>
            <a:ext cx="2057400" cy="1600200"/>
            <a:chOff x="3200400" y="1143000"/>
            <a:chExt cx="2057400" cy="1600200"/>
          </a:xfrm>
        </p:grpSpPr>
        <p:sp>
          <p:nvSpPr>
            <p:cNvPr id="626696" name="Rectangle 8"/>
            <p:cNvSpPr>
              <a:spLocks noChangeArrowheads="1"/>
            </p:cNvSpPr>
            <p:nvPr/>
          </p:nvSpPr>
          <p:spPr bwMode="auto">
            <a:xfrm>
              <a:off x="3733800" y="1143000"/>
              <a:ext cx="1524000" cy="1600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626697" name="Rectangle 9"/>
            <p:cNvSpPr>
              <a:spLocks noChangeArrowheads="1"/>
            </p:cNvSpPr>
            <p:nvPr/>
          </p:nvSpPr>
          <p:spPr bwMode="auto">
            <a:xfrm>
              <a:off x="3200400" y="1143000"/>
              <a:ext cx="5334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M</a:t>
              </a:r>
            </a:p>
          </p:txBody>
        </p:sp>
      </p:grpSp>
      <p:sp>
        <p:nvSpPr>
          <p:cNvPr id="626698" name="Text Box 10"/>
          <p:cNvSpPr txBox="1">
            <a:spLocks noChangeArrowheads="1"/>
          </p:cNvSpPr>
          <p:nvPr/>
        </p:nvSpPr>
        <p:spPr bwMode="auto">
          <a:xfrm>
            <a:off x="5410200" y="3200400"/>
            <a:ext cx="312420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Attach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Read/Write to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M</a:t>
            </a: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26699" name="Text Box 11"/>
          <p:cNvSpPr txBox="1">
            <a:spLocks noChangeArrowheads="1"/>
          </p:cNvSpPr>
          <p:nvPr/>
        </p:nvSpPr>
        <p:spPr bwMode="auto">
          <a:xfrm>
            <a:off x="6019800" y="47244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0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Shared-Memory: </a:t>
            </a:r>
            <a:r>
              <a:rPr lang="en-US" altLang="en-US" b="1" dirty="0">
                <a:solidFill>
                  <a:srgbClr val="006600"/>
                </a:solidFill>
              </a:rPr>
              <a:t>Pros </a:t>
            </a:r>
            <a:r>
              <a:rPr lang="en-US" altLang="en-US" b="1" dirty="0"/>
              <a:t>and </a:t>
            </a:r>
            <a:r>
              <a:rPr lang="en-US" altLang="en-US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00"/>
                </a:solidFill>
              </a:rPr>
              <a:t>Advantages: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Efficient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Ease of use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Synchronization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/>
              <a:t>Harder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DBA60-93A9-4D03-9DBF-8480FBF27F4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0CD83-3CE7-4425-80DD-79AC886E1EB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5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POSIX Shared Memory in *nix</a:t>
            </a:r>
          </a:p>
        </p:txBody>
      </p:sp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Basic steps of usage: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Create/locate a shared memory region </a:t>
            </a:r>
            <a:r>
              <a:rPr lang="en-US" altLang="en-US" b="1" dirty="0"/>
              <a:t>M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Attach </a:t>
            </a:r>
            <a:r>
              <a:rPr lang="en-US" altLang="en-US" b="1" dirty="0"/>
              <a:t>M </a:t>
            </a:r>
            <a:r>
              <a:rPr lang="en-US" altLang="en-US" dirty="0"/>
              <a:t>to process memory space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Read from/Write to </a:t>
            </a:r>
            <a:r>
              <a:rPr lang="en-US" altLang="en-US" b="1" dirty="0"/>
              <a:t>M</a:t>
            </a:r>
            <a:r>
              <a:rPr lang="en-US" altLang="en-US" dirty="0"/>
              <a:t> </a:t>
            </a:r>
          </a:p>
          <a:p>
            <a:pPr marL="1090613" lvl="2" indent="-41910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/>
              <a:t>Values written visible to all process that share </a:t>
            </a:r>
            <a:r>
              <a:rPr lang="en-US" altLang="en-US" b="1" dirty="0"/>
              <a:t>M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Detach </a:t>
            </a:r>
            <a:r>
              <a:rPr lang="en-US" altLang="en-US" b="1" dirty="0"/>
              <a:t>M</a:t>
            </a:r>
            <a:r>
              <a:rPr lang="en-US" altLang="en-US" dirty="0"/>
              <a:t> from memory space after use</a:t>
            </a:r>
          </a:p>
          <a:p>
            <a:pPr marL="839788" lvl="1" indent="-4953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en-US" dirty="0"/>
              <a:t>Destroy </a:t>
            </a:r>
            <a:r>
              <a:rPr lang="en-US" altLang="en-US" b="1" dirty="0"/>
              <a:t>M</a:t>
            </a:r>
          </a:p>
          <a:p>
            <a:pPr marL="1090613" lvl="2" indent="-41910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/>
              <a:t>Only one process need to do this</a:t>
            </a:r>
          </a:p>
          <a:p>
            <a:pPr marL="1090613" lvl="2" indent="-41910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/>
              <a:t>Can only destroy if </a:t>
            </a:r>
            <a:r>
              <a:rPr lang="en-US" altLang="en-US" b="1" dirty="0"/>
              <a:t>M </a:t>
            </a:r>
            <a:r>
              <a:rPr lang="en-US" altLang="en-US" dirty="0"/>
              <a:t>is not attached to any process</a:t>
            </a:r>
          </a:p>
        </p:txBody>
      </p:sp>
    </p:spTree>
    <p:extLst>
      <p:ext uri="{BB962C8B-B14F-4D97-AF65-F5344CB8AC3E}">
        <p14:creationId xmlns:p14="http://schemas.microsoft.com/office/powerpoint/2010/main" val="41291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Master program 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57200" y="990600"/>
            <a:ext cx="7086600" cy="55092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ipc.h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shm.h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shmget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IPC_PRIVATE, 40, IPC_CREAT | 0600);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-1){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("Cannot create shared memory!\n");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else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("Shared Memory Id = %d\n",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 </a:t>
            </a:r>
            <a:r>
              <a:rPr lang="en-US" sz="1600" b="1" i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shmat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NULL, 0 );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 -1){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("Cannot attach shared memory!\n");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9800" y="953589"/>
            <a:ext cx="2667000" cy="144018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The master program create the shared memory region and wait for the “slave” program to produce values before proceeding.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86200" y="2870517"/>
            <a:ext cx="3886200" cy="34619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1</a:t>
            </a:r>
            <a:r>
              <a:rPr lang="en-US" sz="1600" dirty="0">
                <a:solidFill>
                  <a:schemeClr val="tx1"/>
                </a:solidFill>
              </a:rPr>
              <a:t>. Create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38800" y="5079212"/>
            <a:ext cx="22860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2</a:t>
            </a:r>
            <a:r>
              <a:rPr lang="en-US" sz="1600" dirty="0">
                <a:solidFill>
                  <a:schemeClr val="tx1"/>
                </a:solidFill>
              </a:rPr>
              <a:t>. Attach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100CB6-9BBA-84E8-81D6-681A7AD4C44B}"/>
                  </a:ext>
                </a:extLst>
              </p14:cNvPr>
              <p14:cNvContentPartPr/>
              <p14:nvPr/>
            </p14:nvContentPartPr>
            <p14:xfrm>
              <a:off x="2460464" y="2476578"/>
              <a:ext cx="314280" cy="781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100CB6-9BBA-84E8-81D6-681A7AD4C4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4984" y="2461458"/>
                <a:ext cx="344880" cy="8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AEA94-AF7F-3425-0DDC-52A4FF14FE12}"/>
                  </a:ext>
                </a:extLst>
              </p14:cNvPr>
              <p14:cNvContentPartPr/>
              <p14:nvPr/>
            </p14:nvContentPartPr>
            <p14:xfrm>
              <a:off x="3626864" y="2566218"/>
              <a:ext cx="403200" cy="754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AEA94-AF7F-3425-0DDC-52A4FF14FE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1384" y="2551098"/>
                <a:ext cx="433800" cy="78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CFCF431-6D33-9216-7ABE-8467D7DA4BA5}"/>
                  </a:ext>
                </a:extLst>
              </p14:cNvPr>
              <p14:cNvContentPartPr/>
              <p14:nvPr/>
            </p14:nvContentPartPr>
            <p14:xfrm>
              <a:off x="2694464" y="2934498"/>
              <a:ext cx="2088000" cy="917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CFCF431-6D33-9216-7ABE-8467D7DA4B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4304" y="2913978"/>
                <a:ext cx="2128680" cy="9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C6AD37D-F61D-555C-E510-644C62E46546}"/>
                  </a:ext>
                </a:extLst>
              </p14:cNvPr>
              <p14:cNvContentPartPr/>
              <p14:nvPr/>
            </p14:nvContentPartPr>
            <p14:xfrm>
              <a:off x="4682384" y="2546778"/>
              <a:ext cx="273960" cy="651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C6AD37D-F61D-555C-E510-644C62E465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67264" y="2531658"/>
                <a:ext cx="30420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826DCFF-DB88-1DCC-259C-69B0DFDAA805}"/>
                  </a:ext>
                </a:extLst>
              </p14:cNvPr>
              <p14:cNvContentPartPr/>
              <p14:nvPr/>
            </p14:nvContentPartPr>
            <p14:xfrm>
              <a:off x="5155784" y="2924418"/>
              <a:ext cx="1948320" cy="339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826DCFF-DB88-1DCC-259C-69B0DFDAA8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5264" y="2903898"/>
                <a:ext cx="19890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2B37D79-5C77-563A-7BFD-949ADBB0F0A2}"/>
                  </a:ext>
                </a:extLst>
              </p14:cNvPr>
              <p14:cNvContentPartPr/>
              <p14:nvPr/>
            </p14:nvContentPartPr>
            <p14:xfrm>
              <a:off x="5454584" y="3612018"/>
              <a:ext cx="264240" cy="55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2B37D79-5C77-563A-7BFD-949ADBB0F0A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34424" y="3591498"/>
                <a:ext cx="3052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12D5305-8C68-F1B6-83FE-96870EFBFC8D}"/>
                  </a:ext>
                </a:extLst>
              </p14:cNvPr>
              <p14:cNvContentPartPr/>
              <p14:nvPr/>
            </p14:nvContentPartPr>
            <p14:xfrm>
              <a:off x="3382064" y="3443178"/>
              <a:ext cx="393840" cy="119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12D5305-8C68-F1B6-83FE-96870EFBFC8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61544" y="3422658"/>
                <a:ext cx="4348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3AC39A5-A2DA-0494-DF7C-41ABD8C1EDB4}"/>
                  </a:ext>
                </a:extLst>
              </p14:cNvPr>
              <p14:cNvContentPartPr/>
              <p14:nvPr/>
            </p14:nvContentPartPr>
            <p14:xfrm>
              <a:off x="5519384" y="3612018"/>
              <a:ext cx="320760" cy="194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3AC39A5-A2DA-0494-DF7C-41ABD8C1EDB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98864" y="3591498"/>
                <a:ext cx="3618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7BD5E82-2252-BEB2-6B3A-B357A521B372}"/>
                  </a:ext>
                </a:extLst>
              </p14:cNvPr>
              <p14:cNvContentPartPr/>
              <p14:nvPr/>
            </p14:nvContentPartPr>
            <p14:xfrm>
              <a:off x="6326504" y="3063738"/>
              <a:ext cx="996840" cy="598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7BD5E82-2252-BEB2-6B3A-B357A521B37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11384" y="3048618"/>
                <a:ext cx="1027440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6A62F2E-C55E-EF55-706B-0A22F4971682}"/>
                  </a:ext>
                </a:extLst>
              </p14:cNvPr>
              <p14:cNvContentPartPr/>
              <p14:nvPr/>
            </p14:nvContentPartPr>
            <p14:xfrm>
              <a:off x="3148064" y="1194618"/>
              <a:ext cx="2145240" cy="209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6A62F2E-C55E-EF55-706B-0A22F497168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32587" y="1179138"/>
                <a:ext cx="2175475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89F889F-B63C-FB49-42C4-8B1F1939D1C7}"/>
                  </a:ext>
                </a:extLst>
              </p14:cNvPr>
              <p14:cNvContentPartPr/>
              <p14:nvPr/>
            </p14:nvContentPartPr>
            <p14:xfrm>
              <a:off x="3018464" y="1031538"/>
              <a:ext cx="663120" cy="268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89F889F-B63C-FB49-42C4-8B1F1939D1C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02984" y="1016418"/>
                <a:ext cx="6933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2022AE2-0E04-47B5-92B6-F6FAB5C2EC2B}"/>
                  </a:ext>
                </a:extLst>
              </p14:cNvPr>
              <p14:cNvContentPartPr/>
              <p14:nvPr/>
            </p14:nvContentPartPr>
            <p14:xfrm>
              <a:off x="3800744" y="981498"/>
              <a:ext cx="588240" cy="309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2022AE2-0E04-47B5-92B6-F6FAB5C2EC2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80224" y="960978"/>
                <a:ext cx="6289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65DD9D7-4735-49CB-8063-E2A9A9ACE669}"/>
                  </a:ext>
                </a:extLst>
              </p14:cNvPr>
              <p14:cNvContentPartPr/>
              <p14:nvPr/>
            </p14:nvContentPartPr>
            <p14:xfrm>
              <a:off x="4582664" y="946578"/>
              <a:ext cx="757800" cy="2246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65DD9D7-4735-49CB-8063-E2A9A9ACE66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62504" y="926058"/>
                <a:ext cx="7984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6CF7D0A-62EB-31A4-C959-251F23C15C73}"/>
                  </a:ext>
                </a:extLst>
              </p14:cNvPr>
              <p14:cNvContentPartPr/>
              <p14:nvPr/>
            </p14:nvContentPartPr>
            <p14:xfrm>
              <a:off x="6479410" y="3476798"/>
              <a:ext cx="251640" cy="455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6CF7D0A-62EB-31A4-C959-251F23C15C7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63952" y="3461678"/>
                <a:ext cx="282196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DB2D9E1-72C1-BA5D-9BF7-625458D16285}"/>
                  </a:ext>
                </a:extLst>
              </p14:cNvPr>
              <p14:cNvContentPartPr/>
              <p14:nvPr/>
            </p14:nvContentPartPr>
            <p14:xfrm>
              <a:off x="6520450" y="2470598"/>
              <a:ext cx="396720" cy="233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DB2D9E1-72C1-BA5D-9BF7-625458D1628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04984" y="2455118"/>
                <a:ext cx="427292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8BCAFF5-F8E5-3ED6-AF7B-1AFC69386D8A}"/>
                  </a:ext>
                </a:extLst>
              </p14:cNvPr>
              <p14:cNvContentPartPr/>
              <p14:nvPr/>
            </p14:nvContentPartPr>
            <p14:xfrm>
              <a:off x="7653730" y="2391398"/>
              <a:ext cx="294840" cy="2988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8BCAFF5-F8E5-3ED6-AF7B-1AFC69386D8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638250" y="2376278"/>
                <a:ext cx="3254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5C94CA-D4E4-DD85-4F2C-17BF450C9DFB}"/>
                  </a:ext>
                </a:extLst>
              </p14:cNvPr>
              <p14:cNvContentPartPr/>
              <p14:nvPr/>
            </p14:nvContentPartPr>
            <p14:xfrm>
              <a:off x="8215330" y="2409758"/>
              <a:ext cx="149400" cy="305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5C94CA-D4E4-DD85-4F2C-17BF450C9DF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00210" y="2394278"/>
                <a:ext cx="1800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503B1A-F136-C991-1158-B887BE9ECA00}"/>
                  </a:ext>
                </a:extLst>
              </p14:cNvPr>
              <p14:cNvContentPartPr/>
              <p14:nvPr/>
            </p14:nvContentPartPr>
            <p14:xfrm>
              <a:off x="6561490" y="3426398"/>
              <a:ext cx="75240" cy="64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503B1A-F136-C991-1158-B887BE9ECA0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40970" y="3406238"/>
                <a:ext cx="1162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594EC6C-0055-3E12-BAC8-EF6943D5D171}"/>
                  </a:ext>
                </a:extLst>
              </p14:cNvPr>
              <p14:cNvContentPartPr/>
              <p14:nvPr/>
            </p14:nvContentPartPr>
            <p14:xfrm>
              <a:off x="6867130" y="3493358"/>
              <a:ext cx="264240" cy="436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594EC6C-0055-3E12-BAC8-EF6943D5D17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852010" y="3477891"/>
                <a:ext cx="294840" cy="4668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B221AA0-838D-F64A-E8A1-AD2EB39E90F4}"/>
                  </a:ext>
                </a:extLst>
              </p14:cNvPr>
              <p14:cNvContentPartPr/>
              <p14:nvPr/>
            </p14:nvContentPartPr>
            <p14:xfrm>
              <a:off x="6755890" y="4074038"/>
              <a:ext cx="1501200" cy="2340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B221AA0-838D-F64A-E8A1-AD2EB39E90F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40770" y="4058895"/>
                <a:ext cx="1531440" cy="264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D98868E-1ADB-14F8-EA5A-42E5EB65BAB7}"/>
                  </a:ext>
                </a:extLst>
              </p14:cNvPr>
              <p14:cNvContentPartPr/>
              <p14:nvPr/>
            </p14:nvContentPartPr>
            <p14:xfrm>
              <a:off x="6555730" y="4313438"/>
              <a:ext cx="448200" cy="268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D98868E-1ADB-14F8-EA5A-42E5EB65BAB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40598" y="4297979"/>
                <a:ext cx="478825" cy="298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AD0D01F-4EE4-7158-52A6-CD01ADE4F2B0}"/>
                  </a:ext>
                </a:extLst>
              </p14:cNvPr>
              <p14:cNvContentPartPr/>
              <p14:nvPr/>
            </p14:nvContentPartPr>
            <p14:xfrm>
              <a:off x="7137130" y="3904478"/>
              <a:ext cx="1117080" cy="2145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AD0D01F-4EE4-7158-52A6-CD01ADE4F2B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121650" y="3889333"/>
                <a:ext cx="1147320" cy="245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6E01DA9-8A5A-E08D-F2F4-A09C4F5E9BD1}"/>
                  </a:ext>
                </a:extLst>
              </p14:cNvPr>
              <p14:cNvContentPartPr/>
              <p14:nvPr/>
            </p14:nvContentPartPr>
            <p14:xfrm>
              <a:off x="7028410" y="3821318"/>
              <a:ext cx="141840" cy="2228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6E01DA9-8A5A-E08D-F2F4-A09C4F5E9BD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012969" y="3805838"/>
                <a:ext cx="172003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FDAFF5B-E755-BEDC-C7F2-5B0774C6557C}"/>
                  </a:ext>
                </a:extLst>
              </p14:cNvPr>
              <p14:cNvContentPartPr/>
              <p14:nvPr/>
            </p14:nvContentPartPr>
            <p14:xfrm>
              <a:off x="775839" y="2981435"/>
              <a:ext cx="987480" cy="9082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FDAFF5B-E755-BEDC-C7F2-5B0774C6557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55319" y="2960915"/>
                <a:ext cx="1028160" cy="9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7F72929-6F55-CDE2-385F-C3536D3B7D24}"/>
                  </a:ext>
                </a:extLst>
              </p14:cNvPr>
              <p14:cNvContentPartPr/>
              <p14:nvPr/>
            </p14:nvContentPartPr>
            <p14:xfrm>
              <a:off x="2955999" y="4606115"/>
              <a:ext cx="376560" cy="5554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7F72929-6F55-CDE2-385F-C3536D3B7D2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935479" y="4585955"/>
                <a:ext cx="41220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8801AF7-067C-E94C-E5A1-80AE62DB1CB8}"/>
                  </a:ext>
                </a:extLst>
              </p14:cNvPr>
              <p14:cNvContentPartPr/>
              <p14:nvPr/>
            </p14:nvContentPartPr>
            <p14:xfrm>
              <a:off x="3767439" y="4604636"/>
              <a:ext cx="254520" cy="6350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8801AF7-067C-E94C-E5A1-80AE62DB1CB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751959" y="4589156"/>
                <a:ext cx="28512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531F744-4F90-8AC0-B114-3A8E6BAA0B7A}"/>
                  </a:ext>
                </a:extLst>
              </p14:cNvPr>
              <p14:cNvContentPartPr/>
              <p14:nvPr/>
            </p14:nvContentPartPr>
            <p14:xfrm>
              <a:off x="4638279" y="4535516"/>
              <a:ext cx="444240" cy="679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531F744-4F90-8AC0-B114-3A8E6BAA0B7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623147" y="4520396"/>
                <a:ext cx="474865" cy="7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67657D0-24A3-DDF4-3CBB-C7727E7516F1}"/>
                  </a:ext>
                </a:extLst>
              </p14:cNvPr>
              <p14:cNvContentPartPr/>
              <p14:nvPr/>
            </p14:nvContentPartPr>
            <p14:xfrm>
              <a:off x="5199519" y="4584476"/>
              <a:ext cx="410760" cy="655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67657D0-24A3-DDF4-3CBB-C7727E7516F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178999" y="4563945"/>
                <a:ext cx="451800" cy="691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C466CBF-D9AA-F097-7EA3-64B173EAEC84}"/>
                  </a:ext>
                </a:extLst>
              </p14:cNvPr>
              <p14:cNvContentPartPr/>
              <p14:nvPr/>
            </p14:nvContentPartPr>
            <p14:xfrm>
              <a:off x="2665613" y="4915220"/>
              <a:ext cx="2742120" cy="3927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C466CBF-D9AA-F097-7EA3-64B173EAEC8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45453" y="4895060"/>
                <a:ext cx="278280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E992811-BD0F-737A-70CB-E9475BEB08E9}"/>
                  </a:ext>
                </a:extLst>
              </p14:cNvPr>
              <p14:cNvContentPartPr/>
              <p14:nvPr/>
            </p14:nvContentPartPr>
            <p14:xfrm>
              <a:off x="1261253" y="4735220"/>
              <a:ext cx="315360" cy="6015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E992811-BD0F-737A-70CB-E9475BEB08E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240733" y="4714700"/>
                <a:ext cx="351000" cy="64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175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Master program 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48491" y="1066800"/>
            <a:ext cx="7391400" cy="403187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= 0;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[0] == 0){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sleep(3);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3; i++){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("Read %d from shared memory.\n",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[i+1]);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shmdt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(char*)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shmctl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IPC_RMID, 0);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63291" y="3810000"/>
            <a:ext cx="31242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4+5</a:t>
            </a:r>
            <a:r>
              <a:rPr lang="en-US" sz="1600" dirty="0">
                <a:solidFill>
                  <a:schemeClr val="tx1"/>
                </a:solidFill>
              </a:rPr>
              <a:t>. Detach and destroy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0" y="1219200"/>
            <a:ext cx="5005251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The first element in the shared memory region is used as “control” value in this example (0: values not ready, 1: values ready).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The next 3 elements are values produced by the slave program.</a:t>
            </a:r>
            <a:endParaRPr lang="en-SG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09A26A-FDD6-9671-4490-FADAD724DF2B}"/>
                  </a:ext>
                </a:extLst>
              </p14:cNvPr>
              <p14:cNvContentPartPr/>
              <p14:nvPr/>
            </p14:nvContentPartPr>
            <p14:xfrm>
              <a:off x="1862656" y="897918"/>
              <a:ext cx="514440" cy="603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09A26A-FDD6-9671-4490-FADAD724DF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7525" y="882438"/>
                <a:ext cx="545061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C790398-E1F7-6429-FC5A-C70B0D072A8B}"/>
                  </a:ext>
                </a:extLst>
              </p14:cNvPr>
              <p14:cNvContentPartPr/>
              <p14:nvPr/>
            </p14:nvContentPartPr>
            <p14:xfrm>
              <a:off x="1098736" y="1688478"/>
              <a:ext cx="552960" cy="63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C790398-E1F7-6429-FC5A-C70B0D072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8576" y="1667958"/>
                <a:ext cx="5936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59EAB57-7106-413F-2A45-2383D292F820}"/>
                  </a:ext>
                </a:extLst>
              </p14:cNvPr>
              <p14:cNvContentPartPr/>
              <p14:nvPr/>
            </p14:nvContentPartPr>
            <p14:xfrm>
              <a:off x="5066656" y="830598"/>
              <a:ext cx="1290960" cy="380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59EAB57-7106-413F-2A45-2383D292F8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51176" y="815478"/>
                <a:ext cx="13215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B5106C0-89E3-C711-9957-4CD02DDD1B07}"/>
                  </a:ext>
                </a:extLst>
              </p14:cNvPr>
              <p14:cNvContentPartPr/>
              <p14:nvPr/>
            </p14:nvContentPartPr>
            <p14:xfrm>
              <a:off x="3142816" y="925638"/>
              <a:ext cx="1604160" cy="350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B5106C0-89E3-C711-9957-4CD02DDD1B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27696" y="910158"/>
                <a:ext cx="163476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EB21EF9-5E1F-D126-A4E3-3576FA09E49F}"/>
                  </a:ext>
                </a:extLst>
              </p14:cNvPr>
              <p14:cNvContentPartPr/>
              <p14:nvPr/>
            </p14:nvContentPartPr>
            <p14:xfrm>
              <a:off x="4521616" y="2657958"/>
              <a:ext cx="2198160" cy="629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EB21EF9-5E1F-D126-A4E3-3576FA09E49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06136" y="2642838"/>
                <a:ext cx="2228760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BC8001-259C-C323-D0D6-1A25B384204A}"/>
                  </a:ext>
                </a:extLst>
              </p14:cNvPr>
              <p14:cNvContentPartPr/>
              <p14:nvPr/>
            </p14:nvContentPartPr>
            <p14:xfrm>
              <a:off x="4036336" y="2760558"/>
              <a:ext cx="275040" cy="900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BC8001-259C-C323-D0D6-1A25B384204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21216" y="2745377"/>
                <a:ext cx="305280" cy="120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227301F-49E5-7A15-BD15-645BB3A54520}"/>
                  </a:ext>
                </a:extLst>
              </p14:cNvPr>
              <p14:cNvContentPartPr/>
              <p14:nvPr/>
            </p14:nvContentPartPr>
            <p14:xfrm>
              <a:off x="2716936" y="2499198"/>
              <a:ext cx="1044720" cy="427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227301F-49E5-7A15-BD15-645BB3A5452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01816" y="2483718"/>
                <a:ext cx="107532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4A870D9-159D-7311-0194-118CF1A8C7E1}"/>
                  </a:ext>
                </a:extLst>
              </p14:cNvPr>
              <p14:cNvContentPartPr/>
              <p14:nvPr/>
            </p14:nvContentPartPr>
            <p14:xfrm>
              <a:off x="3368176" y="754638"/>
              <a:ext cx="3376800" cy="773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4A870D9-159D-7311-0194-118CF1A8C7E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48016" y="734118"/>
                <a:ext cx="3417480" cy="8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2B1BA60-B599-223E-91B7-C7B3FE99DBB2}"/>
                  </a:ext>
                </a:extLst>
              </p14:cNvPr>
              <p14:cNvContentPartPr/>
              <p14:nvPr/>
            </p14:nvContentPartPr>
            <p14:xfrm>
              <a:off x="2587741" y="1344347"/>
              <a:ext cx="438840" cy="592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2B1BA60-B599-223E-91B7-C7B3FE99DB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72621" y="1329236"/>
                <a:ext cx="469440" cy="623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957D572-C370-987C-476D-431C3E1E00FD}"/>
                  </a:ext>
                </a:extLst>
              </p14:cNvPr>
              <p14:cNvContentPartPr/>
              <p14:nvPr/>
            </p14:nvContentPartPr>
            <p14:xfrm>
              <a:off x="711421" y="1162547"/>
              <a:ext cx="1887840" cy="558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957D572-C370-987C-476D-431C3E1E00F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1261" y="1142027"/>
                <a:ext cx="1928880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0F4B19F-9BB9-BA55-3AF9-FA414F6A13E0}"/>
                  </a:ext>
                </a:extLst>
              </p14:cNvPr>
              <p14:cNvContentPartPr/>
              <p14:nvPr/>
            </p14:nvContentPartPr>
            <p14:xfrm>
              <a:off x="481741" y="2017547"/>
              <a:ext cx="523440" cy="300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0F4B19F-9BB9-BA55-3AF9-FA414F6A13E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1221" y="1997002"/>
                <a:ext cx="564480" cy="342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83EB08B-C033-6746-44CF-9A92B1DE3B77}"/>
                  </a:ext>
                </a:extLst>
              </p14:cNvPr>
              <p14:cNvContentPartPr/>
              <p14:nvPr/>
            </p14:nvContentPartPr>
            <p14:xfrm>
              <a:off x="2737861" y="2156147"/>
              <a:ext cx="627480" cy="3884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83EB08B-C033-6746-44CF-9A92B1DE3B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17341" y="2135987"/>
                <a:ext cx="66816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E7FC03F-64B6-A716-C6D8-B5FDDC936F32}"/>
                  </a:ext>
                </a:extLst>
              </p14:cNvPr>
              <p14:cNvContentPartPr/>
              <p14:nvPr/>
            </p14:nvContentPartPr>
            <p14:xfrm>
              <a:off x="6106381" y="2920427"/>
              <a:ext cx="1633680" cy="5256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E7FC03F-64B6-A716-C6D8-B5FDDC936F3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85861" y="2899907"/>
                <a:ext cx="167436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86D937A-2956-73BB-4210-8C1189ACF2A5}"/>
                  </a:ext>
                </a:extLst>
              </p14:cNvPr>
              <p14:cNvContentPartPr/>
              <p14:nvPr/>
            </p14:nvContentPartPr>
            <p14:xfrm>
              <a:off x="3161221" y="3316067"/>
              <a:ext cx="429120" cy="471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86D937A-2956-73BB-4210-8C1189ACF2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46101" y="3300947"/>
                <a:ext cx="45972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45B0C77-F002-F92A-9AD2-6FAA639F6850}"/>
                  </a:ext>
                </a:extLst>
              </p14:cNvPr>
              <p14:cNvContentPartPr/>
              <p14:nvPr/>
            </p14:nvContentPartPr>
            <p14:xfrm>
              <a:off x="1946941" y="3623867"/>
              <a:ext cx="1397880" cy="564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45B0C77-F002-F92A-9AD2-6FAA639F685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31461" y="3608747"/>
                <a:ext cx="1428480" cy="59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7FDB13E-7073-49F1-63C4-BA33D08E5AA2}"/>
                  </a:ext>
                </a:extLst>
              </p14:cNvPr>
              <p14:cNvContentPartPr/>
              <p14:nvPr/>
            </p14:nvContentPartPr>
            <p14:xfrm>
              <a:off x="1166101" y="4361147"/>
              <a:ext cx="602640" cy="676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7FDB13E-7073-49F1-63C4-BA33D08E5A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45581" y="4340987"/>
                <a:ext cx="6436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445CC35-2910-A5BA-40E3-E3133E250FE1}"/>
                  </a:ext>
                </a:extLst>
              </p14:cNvPr>
              <p14:cNvContentPartPr/>
              <p14:nvPr/>
            </p14:nvContentPartPr>
            <p14:xfrm>
              <a:off x="2380741" y="4361147"/>
              <a:ext cx="207360" cy="5911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445CC35-2910-A5BA-40E3-E3133E250FE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365288" y="4346027"/>
                <a:ext cx="237548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62E2E14-4090-AA9D-6DB0-4156E04E461D}"/>
                  </a:ext>
                </a:extLst>
              </p14:cNvPr>
              <p14:cNvContentPartPr/>
              <p14:nvPr/>
            </p14:nvContentPartPr>
            <p14:xfrm>
              <a:off x="3305941" y="4318307"/>
              <a:ext cx="429480" cy="4935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62E2E14-4090-AA9D-6DB0-4156E04E461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290448" y="4303187"/>
                <a:ext cx="460106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6F97EF6-DB31-6285-9AAB-A4C79F6ED724}"/>
                  </a:ext>
                </a:extLst>
              </p14:cNvPr>
              <p14:cNvContentPartPr/>
              <p14:nvPr/>
            </p14:nvContentPartPr>
            <p14:xfrm>
              <a:off x="4168501" y="3566627"/>
              <a:ext cx="318600" cy="5079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6F97EF6-DB31-6285-9AAB-A4C79F6ED72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153381" y="3551507"/>
                <a:ext cx="34884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6030D5D-0D61-88A2-DBB0-1C299F1FBDAA}"/>
                  </a:ext>
                </a:extLst>
              </p14:cNvPr>
              <p14:cNvContentPartPr/>
              <p14:nvPr/>
            </p14:nvContentPartPr>
            <p14:xfrm>
              <a:off x="2641220" y="1867583"/>
              <a:ext cx="203760" cy="41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6030D5D-0D61-88A2-DBB0-1C299F1FBDA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26100" y="1852103"/>
                <a:ext cx="234000" cy="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527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Slave program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1012250"/>
            <a:ext cx="7391400" cy="55092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//similar header files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input, 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("Shared memory id for attachment: 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shmat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shmid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NULL, 0);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*)-1)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("Error: Cannot attach!\n");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exit(1);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3; i++){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&amp;input);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[i+1] = input;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1; 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shmdt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(char*)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3100" y="2937962"/>
            <a:ext cx="2968534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2</a:t>
            </a:r>
            <a:r>
              <a:rPr lang="en-US" sz="1600" dirty="0">
                <a:solidFill>
                  <a:schemeClr val="tx1"/>
                </a:solidFill>
              </a:rPr>
              <a:t>. Attach to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59284" y="1156906"/>
            <a:ext cx="3562350" cy="81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1</a:t>
            </a:r>
            <a:r>
              <a:rPr lang="en-US" sz="1600" dirty="0">
                <a:solidFill>
                  <a:schemeClr val="tx1"/>
                </a:solidFill>
              </a:rPr>
              <a:t>. By using the shared memory region id directly, we skip </a:t>
            </a:r>
            <a:r>
              <a:rPr lang="en-US" sz="1600" b="1" i="1" dirty="0" err="1">
                <a:solidFill>
                  <a:schemeClr val="tx1"/>
                </a:solidFill>
              </a:rPr>
              <a:t>shmget</a:t>
            </a:r>
            <a:r>
              <a:rPr lang="en-US" sz="1600" dirty="0">
                <a:solidFill>
                  <a:schemeClr val="tx1"/>
                </a:solidFill>
              </a:rPr>
              <a:t>() in this case.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57106" y="4384205"/>
            <a:ext cx="31242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Write 3 values into </a:t>
            </a:r>
            <a:r>
              <a:rPr lang="en-US" sz="1600" b="1" dirty="0" err="1">
                <a:solidFill>
                  <a:schemeClr val="tx1"/>
                </a:solidFill>
              </a:rPr>
              <a:t>shm</a:t>
            </a:r>
            <a:r>
              <a:rPr lang="en-US" sz="1600" b="1" dirty="0">
                <a:solidFill>
                  <a:schemeClr val="tx1"/>
                </a:solidFill>
              </a:rPr>
              <a:t>[1 to 3]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62200" y="5116560"/>
            <a:ext cx="4236720" cy="35677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Let master program know we are done!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4720" y="5722306"/>
            <a:ext cx="3124200" cy="48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Step 4</a:t>
            </a:r>
            <a:r>
              <a:rPr lang="en-US" sz="1600" dirty="0">
                <a:solidFill>
                  <a:schemeClr val="tx1"/>
                </a:solidFill>
              </a:rPr>
              <a:t>. Detach Shared Memory region.</a:t>
            </a:r>
            <a:endParaRPr lang="en-SG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2C6439-6FB0-177B-341D-0FA41FE7E535}"/>
                  </a:ext>
                </a:extLst>
              </p14:cNvPr>
              <p14:cNvContentPartPr/>
              <p14:nvPr/>
            </p14:nvContentPartPr>
            <p14:xfrm>
              <a:off x="3095004" y="2148993"/>
              <a:ext cx="466920" cy="648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2C6439-6FB0-177B-341D-0FA41FE7E5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9524" y="2133873"/>
                <a:ext cx="497520" cy="6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06F0CA4-32C5-79A0-E1A9-AB5FE96AF377}"/>
                  </a:ext>
                </a:extLst>
              </p14:cNvPr>
              <p14:cNvContentPartPr/>
              <p14:nvPr/>
            </p14:nvContentPartPr>
            <p14:xfrm>
              <a:off x="713990" y="4785421"/>
              <a:ext cx="566280" cy="299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06F0CA4-32C5-79A0-E1A9-AB5FE96AF3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8870" y="4770283"/>
                <a:ext cx="596880" cy="3297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B7E8ADB-0A27-D902-060E-11218D625E92}"/>
                  </a:ext>
                </a:extLst>
              </p14:cNvPr>
              <p14:cNvContentPartPr/>
              <p14:nvPr/>
            </p14:nvContentPartPr>
            <p14:xfrm>
              <a:off x="395030" y="5520181"/>
              <a:ext cx="467280" cy="296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B7E8ADB-0A27-D902-060E-11218D625E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9910" y="5505061"/>
                <a:ext cx="497880" cy="32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16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Message Passing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You have 1,023,428 messages waiting…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9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CE6EE-DA46-4451-A33B-AC7705679AC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Message Passing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Process </a:t>
            </a:r>
            <a:r>
              <a:rPr lang="en-US" altLang="en-US" b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dirty="0"/>
              <a:t> prepares a message </a:t>
            </a:r>
            <a:r>
              <a:rPr lang="en-US" altLang="en-US" b="1" dirty="0"/>
              <a:t>M</a:t>
            </a:r>
            <a:r>
              <a:rPr lang="en-US" altLang="en-US" dirty="0"/>
              <a:t> and send it to Process </a:t>
            </a:r>
            <a:r>
              <a:rPr lang="en-US" altLang="en-US" b="1" dirty="0"/>
              <a:t>P</a:t>
            </a:r>
            <a:r>
              <a:rPr lang="en-US" altLang="en-US" b="1" baseline="-25000" dirty="0"/>
              <a:t>2</a:t>
            </a:r>
          </a:p>
          <a:p>
            <a:pPr lvl="1"/>
            <a:r>
              <a:rPr lang="en-US" altLang="en-US" dirty="0"/>
              <a:t>Process </a:t>
            </a:r>
            <a:r>
              <a:rPr lang="en-US" altLang="en-US" b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receives the message </a:t>
            </a:r>
            <a:r>
              <a:rPr lang="en-US" altLang="en-US" b="1" dirty="0"/>
              <a:t>M</a:t>
            </a:r>
          </a:p>
          <a:p>
            <a:pPr lvl="1"/>
            <a:r>
              <a:rPr lang="en-US" altLang="en-US" dirty="0"/>
              <a:t>Message sending and receiving are usually provided as system calls</a:t>
            </a:r>
          </a:p>
          <a:p>
            <a:r>
              <a:rPr lang="en-US" altLang="en-US" dirty="0"/>
              <a:t>Additional properties:</a:t>
            </a:r>
          </a:p>
          <a:p>
            <a:pPr lvl="1"/>
            <a:r>
              <a:rPr lang="en-US" altLang="en-US" b="1" dirty="0"/>
              <a:t>Naming</a:t>
            </a:r>
          </a:p>
          <a:p>
            <a:pPr lvl="2"/>
            <a:r>
              <a:rPr lang="en-US" altLang="en-US" dirty="0"/>
              <a:t>How to identify the other party in the communication</a:t>
            </a:r>
          </a:p>
          <a:p>
            <a:pPr lvl="1"/>
            <a:r>
              <a:rPr lang="en-US" altLang="en-US" b="1" dirty="0"/>
              <a:t>Synchronization</a:t>
            </a:r>
          </a:p>
          <a:p>
            <a:pPr lvl="2"/>
            <a:r>
              <a:rPr lang="en-US" altLang="en-US" dirty="0"/>
              <a:t>The behavior of the sending/receiving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D0931-FAB7-4345-B152-DD0D538508EF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Message Passing</a:t>
            </a:r>
            <a:r>
              <a:rPr lang="en-US" altLang="en-US" sz="3800" dirty="0"/>
              <a:t>: </a:t>
            </a:r>
            <a:r>
              <a:rPr lang="en-US" altLang="en-US" sz="3800" b="1" dirty="0"/>
              <a:t>Illustration</a:t>
            </a:r>
          </a:p>
        </p:txBody>
      </p:sp>
      <p:sp>
        <p:nvSpPr>
          <p:cNvPr id="632850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457200" y="4495800"/>
            <a:ext cx="8229600" cy="1981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sz="2800" b="1" dirty="0" err="1">
                <a:latin typeface="Courier New" pitchFamily="49" charset="0"/>
              </a:rPr>
              <a:t>Msg</a:t>
            </a:r>
            <a:r>
              <a:rPr lang="en-US" altLang="en-US" dirty="0"/>
              <a:t> have to be stored in kernel memory space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Every send/receive operations need to go through OS (i.e. a system call)</a:t>
            </a:r>
          </a:p>
        </p:txBody>
      </p:sp>
      <p:sp>
        <p:nvSpPr>
          <p:cNvPr id="632836" name="Text Box 4"/>
          <p:cNvSpPr txBox="1">
            <a:spLocks noChangeArrowheads="1"/>
          </p:cNvSpPr>
          <p:nvPr/>
        </p:nvSpPr>
        <p:spPr bwMode="auto">
          <a:xfrm>
            <a:off x="463062" y="2311897"/>
            <a:ext cx="365173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Send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to P2</a:t>
            </a:r>
          </a:p>
          <a:p>
            <a:pPr eaLnBrk="0" hangingPunct="0"/>
            <a:endParaRPr lang="en-US" altLang="en-US" sz="800" b="1" dirty="0">
              <a:latin typeface="Courier New" pitchFamily="49" charset="0"/>
            </a:endParaRP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32837" name="Text Box 5"/>
          <p:cNvSpPr txBox="1">
            <a:spLocks noChangeArrowheads="1"/>
          </p:cNvSpPr>
          <p:nvPr/>
        </p:nvSpPr>
        <p:spPr bwMode="auto">
          <a:xfrm>
            <a:off x="1266043" y="36718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48000" y="1143000"/>
            <a:ext cx="2209800" cy="533400"/>
            <a:chOff x="3048000" y="1143000"/>
            <a:chExt cx="2209800" cy="533400"/>
          </a:xfrm>
        </p:grpSpPr>
        <p:sp>
          <p:nvSpPr>
            <p:cNvPr id="632838" name="Rectangle 6"/>
            <p:cNvSpPr>
              <a:spLocks noChangeArrowheads="1"/>
            </p:cNvSpPr>
            <p:nvPr/>
          </p:nvSpPr>
          <p:spPr bwMode="auto">
            <a:xfrm>
              <a:off x="3733800" y="1143000"/>
              <a:ext cx="1524000" cy="533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632839" name="Rectangle 7"/>
            <p:cNvSpPr>
              <a:spLocks noChangeArrowheads="1"/>
            </p:cNvSpPr>
            <p:nvPr/>
          </p:nvSpPr>
          <p:spPr bwMode="auto">
            <a:xfrm>
              <a:off x="3048000" y="1143000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 err="1">
                  <a:latin typeface="Courier New" pitchFamily="49" charset="0"/>
                </a:rPr>
                <a:t>Msg</a:t>
              </a:r>
              <a:endParaRPr lang="en-US" altLang="en-US" sz="2400" b="1" dirty="0">
                <a:latin typeface="Courier New" pitchFamily="49" charset="0"/>
              </a:endParaRPr>
            </a:p>
          </p:txBody>
        </p:sp>
      </p:grpSp>
      <p:sp>
        <p:nvSpPr>
          <p:cNvPr id="632840" name="Text Box 8"/>
          <p:cNvSpPr txBox="1">
            <a:spLocks noChangeArrowheads="1"/>
          </p:cNvSpPr>
          <p:nvPr/>
        </p:nvSpPr>
        <p:spPr bwMode="auto">
          <a:xfrm>
            <a:off x="4724400" y="2311897"/>
            <a:ext cx="3810000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Receive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from P1</a:t>
            </a:r>
          </a:p>
          <a:p>
            <a:pPr eaLnBrk="0" hangingPunct="0"/>
            <a:endParaRPr lang="en-US" altLang="en-US" sz="800" b="1" dirty="0">
              <a:latin typeface="Courier New" pitchFamily="49" charset="0"/>
            </a:endParaRPr>
          </a:p>
          <a:p>
            <a:pPr eaLnBrk="0" hangingPunct="0"/>
            <a:endParaRPr lang="en-US" altLang="en-US" sz="2400" b="1" dirty="0">
              <a:latin typeface="Courier New" pitchFamily="49" charset="0"/>
            </a:endParaRPr>
          </a:p>
          <a:p>
            <a:pPr eaLnBrk="0" hangingPunct="0"/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32841" name="Text Box 9"/>
          <p:cNvSpPr txBox="1">
            <a:spLocks noChangeArrowheads="1"/>
          </p:cNvSpPr>
          <p:nvPr/>
        </p:nvSpPr>
        <p:spPr bwMode="auto">
          <a:xfrm>
            <a:off x="5562600" y="3661726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P2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294820"/>
            <a:ext cx="4572000" cy="619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Two Naming Schemes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91055"/>
            <a:ext cx="4572000" cy="619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Two Synchronization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93D5A-11D2-45F1-9DBE-450F2F5BFBD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Naming Scheme: </a:t>
            </a:r>
            <a:r>
              <a:rPr lang="en-US" altLang="en-US" sz="3400" b="1" dirty="0">
                <a:solidFill>
                  <a:srgbClr val="660066"/>
                </a:solidFill>
              </a:rPr>
              <a:t>Direct Communication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Sender/Receiver of message </a:t>
            </a:r>
            <a:r>
              <a:rPr lang="en-US" altLang="en-US" b="1" dirty="0">
                <a:solidFill>
                  <a:srgbClr val="C00000"/>
                </a:solidFill>
              </a:rPr>
              <a:t>explicitly name the other party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itchFamily="49" charset="0"/>
              </a:rPr>
              <a:t>Send(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altLang="en-US" sz="2400" b="1" dirty="0">
                <a:latin typeface="Courier New" pitchFamily="49" charset="0"/>
              </a:rPr>
              <a:t>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)</a:t>
            </a:r>
            <a:r>
              <a:rPr lang="en-US" altLang="en-US" dirty="0"/>
              <a:t> : Send to Process </a:t>
            </a:r>
            <a:r>
              <a:rPr lang="en-US" altLang="en-US" sz="2400" b="1" dirty="0"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latin typeface="Courier New" pitchFamily="49" charset="0"/>
              </a:rPr>
              <a:t>Receive(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b="1" dirty="0">
                <a:latin typeface="Courier New" pitchFamily="49" charset="0"/>
              </a:rPr>
              <a:t>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)</a:t>
            </a:r>
            <a:r>
              <a:rPr lang="en-US" altLang="en-US" dirty="0"/>
              <a:t> : Receive from Process </a:t>
            </a:r>
            <a:r>
              <a:rPr lang="en-US" altLang="en-US" sz="2400" b="1" dirty="0">
                <a:latin typeface="Courier New" pitchFamily="49" charset="0"/>
              </a:rPr>
              <a:t>P</a:t>
            </a:r>
            <a:r>
              <a:rPr lang="en-US" altLang="en-US" sz="2400" b="1" baseline="-25000" dirty="0">
                <a:latin typeface="Courier New" pitchFamily="49" charset="0"/>
              </a:rPr>
              <a:t>1</a:t>
            </a:r>
          </a:p>
          <a:p>
            <a:pPr marL="319087" lvl="1" indent="0">
              <a:lnSpc>
                <a:spcPct val="90000"/>
              </a:lnSpc>
              <a:buNone/>
            </a:pPr>
            <a:endParaRPr lang="en-US" altLang="en-US" sz="2400" b="1" baseline="-25000" dirty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Characteristics: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One link per pair of communicating processes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know the identity of the other party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14C9AD-E1AA-4AE4-4F85-6CDDA51C377B}"/>
                  </a:ext>
                </a:extLst>
              </p14:cNvPr>
              <p14:cNvContentPartPr/>
              <p14:nvPr/>
            </p14:nvContentPartPr>
            <p14:xfrm>
              <a:off x="6389681" y="1558877"/>
              <a:ext cx="728640" cy="156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14C9AD-E1AA-4AE4-4F85-6CDDA51C37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4201" y="1543397"/>
                <a:ext cx="7588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EBF348-A483-EA8C-631C-EEE583DD86CE}"/>
                  </a:ext>
                </a:extLst>
              </p14:cNvPr>
              <p14:cNvContentPartPr/>
              <p14:nvPr/>
            </p14:nvContentPartPr>
            <p14:xfrm>
              <a:off x="1851521" y="1928597"/>
              <a:ext cx="2441160" cy="223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EBF348-A483-EA8C-631C-EEE583DD86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6401" y="1913117"/>
                <a:ext cx="24717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F3559F-AE11-C746-F603-C9BB5BF42194}"/>
                  </a:ext>
                </a:extLst>
              </p14:cNvPr>
              <p14:cNvContentPartPr/>
              <p14:nvPr/>
            </p14:nvContentPartPr>
            <p14:xfrm>
              <a:off x="4391681" y="794957"/>
              <a:ext cx="1013760" cy="395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F3559F-AE11-C746-F603-C9BB5BF421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6561" y="779837"/>
                <a:ext cx="10443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38E19DF-57DD-C757-AC7B-9E2954796028}"/>
                  </a:ext>
                </a:extLst>
              </p14:cNvPr>
              <p14:cNvContentPartPr/>
              <p14:nvPr/>
            </p14:nvContentPartPr>
            <p14:xfrm>
              <a:off x="1907681" y="2240357"/>
              <a:ext cx="733320" cy="1205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38E19DF-57DD-C757-AC7B-9E29547960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92193" y="2224877"/>
                <a:ext cx="763935" cy="12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64A775B-4FC8-B5F9-EF90-1F6127145D1D}"/>
                  </a:ext>
                </a:extLst>
              </p14:cNvPr>
              <p14:cNvContentPartPr/>
              <p14:nvPr/>
            </p14:nvContentPartPr>
            <p14:xfrm>
              <a:off x="2552081" y="3331157"/>
              <a:ext cx="595080" cy="556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64A775B-4FC8-B5F9-EF90-1F6127145D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31561" y="3310637"/>
                <a:ext cx="63576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ADA34B5-DDC0-9FA1-72E3-AC4C497C73BE}"/>
                  </a:ext>
                </a:extLst>
              </p14:cNvPr>
              <p14:cNvContentPartPr/>
              <p14:nvPr/>
            </p14:nvContentPartPr>
            <p14:xfrm>
              <a:off x="4859321" y="3850637"/>
              <a:ext cx="452520" cy="795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ADA34B5-DDC0-9FA1-72E3-AC4C497C73B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44201" y="3835517"/>
                <a:ext cx="483120" cy="82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006819D-09AF-C087-6319-EFF9A2B9716C}"/>
                  </a:ext>
                </a:extLst>
              </p14:cNvPr>
              <p14:cNvContentPartPr/>
              <p14:nvPr/>
            </p14:nvContentPartPr>
            <p14:xfrm>
              <a:off x="6330641" y="4011917"/>
              <a:ext cx="524520" cy="1143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006819D-09AF-C087-6319-EFF9A2B9716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15521" y="3996437"/>
                <a:ext cx="555120" cy="11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08F4127-3889-E599-A1FE-A63242D22BCC}"/>
                  </a:ext>
                </a:extLst>
              </p14:cNvPr>
              <p14:cNvContentPartPr/>
              <p14:nvPr/>
            </p14:nvContentPartPr>
            <p14:xfrm>
              <a:off x="2157161" y="3336197"/>
              <a:ext cx="279720" cy="130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08F4127-3889-E599-A1FE-A63242D22BC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36641" y="3315677"/>
                <a:ext cx="3207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711127-1C5E-E1EF-A7A5-B463B7EA8119}"/>
                  </a:ext>
                </a:extLst>
              </p14:cNvPr>
              <p14:cNvContentPartPr/>
              <p14:nvPr/>
            </p14:nvContentPartPr>
            <p14:xfrm>
              <a:off x="2759801" y="4016957"/>
              <a:ext cx="431640" cy="680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711127-1C5E-E1EF-A7A5-B463B7EA811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44681" y="4001837"/>
                <a:ext cx="462240" cy="9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1FDDD-0CD6-40DB-96BB-F3E3B2F16948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Naming Scheme: </a:t>
            </a:r>
            <a:r>
              <a:rPr lang="en-US" altLang="en-US" sz="3600" b="1" dirty="0">
                <a:solidFill>
                  <a:srgbClr val="C00000"/>
                </a:solidFill>
              </a:rPr>
              <a:t>Indirect Communication</a:t>
            </a:r>
            <a:endParaRPr lang="en-US" altLang="en-US" sz="3600" dirty="0">
              <a:solidFill>
                <a:srgbClr val="C00000"/>
              </a:solidFill>
            </a:endParaRPr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Message are sent to / received from message storage:</a:t>
            </a:r>
          </a:p>
          <a:p>
            <a:pPr lvl="1"/>
            <a:r>
              <a:rPr lang="en-US" altLang="en-US" dirty="0"/>
              <a:t>Usually known as </a:t>
            </a:r>
            <a:r>
              <a:rPr lang="en-US" altLang="en-US" b="1" i="1" dirty="0"/>
              <a:t>mailbox </a:t>
            </a:r>
            <a:r>
              <a:rPr lang="en-US" altLang="en-US" dirty="0"/>
              <a:t>or </a:t>
            </a:r>
            <a:r>
              <a:rPr lang="en-US" altLang="en-US" b="1" i="1" dirty="0"/>
              <a:t>port</a:t>
            </a:r>
          </a:p>
          <a:p>
            <a:pPr lvl="1"/>
            <a:endParaRPr lang="en-US" altLang="en-US" i="1" dirty="0"/>
          </a:p>
          <a:p>
            <a:r>
              <a:rPr lang="en-US" altLang="en-US" dirty="0"/>
              <a:t>Example:</a:t>
            </a:r>
          </a:p>
          <a:p>
            <a:pPr lvl="1"/>
            <a:r>
              <a:rPr lang="en-US" altLang="en-US" sz="2400" b="1" dirty="0">
                <a:latin typeface="Courier New" pitchFamily="49" charset="0"/>
              </a:rPr>
              <a:t>Send( MB,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)</a:t>
            </a:r>
            <a:r>
              <a:rPr lang="en-US" altLang="en-US" dirty="0"/>
              <a:t> : Send Message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dirty="0"/>
              <a:t> to Mailbox </a:t>
            </a:r>
            <a:r>
              <a:rPr lang="en-US" altLang="en-US" sz="2400" b="1" dirty="0">
                <a:latin typeface="Courier New" pitchFamily="49" charset="0"/>
              </a:rPr>
              <a:t>MB</a:t>
            </a:r>
          </a:p>
          <a:p>
            <a:pPr lvl="1"/>
            <a:r>
              <a:rPr lang="en-US" altLang="en-US" sz="2400" b="1" dirty="0">
                <a:latin typeface="Courier New" pitchFamily="49" charset="0"/>
              </a:rPr>
              <a:t>Receive( MB,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sz="2400" b="1" dirty="0">
                <a:latin typeface="Courier New" pitchFamily="49" charset="0"/>
              </a:rPr>
              <a:t> )</a:t>
            </a:r>
            <a:r>
              <a:rPr lang="en-US" altLang="en-US" dirty="0"/>
              <a:t> : Receive Message </a:t>
            </a:r>
            <a:r>
              <a:rPr lang="en-US" altLang="en-US" sz="2400" b="1" dirty="0" err="1">
                <a:latin typeface="Courier New" pitchFamily="49" charset="0"/>
              </a:rPr>
              <a:t>Msg</a:t>
            </a:r>
            <a:r>
              <a:rPr lang="en-US" altLang="en-US" dirty="0"/>
              <a:t> from Mailbox </a:t>
            </a:r>
            <a:r>
              <a:rPr lang="en-US" altLang="en-US" sz="2400" b="1" dirty="0">
                <a:latin typeface="Courier New" pitchFamily="49" charset="0"/>
              </a:rPr>
              <a:t>MB</a:t>
            </a:r>
          </a:p>
          <a:p>
            <a:pPr lvl="1"/>
            <a:endParaRPr lang="en-US" altLang="en-US" sz="2400" b="1" dirty="0">
              <a:latin typeface="Courier New" pitchFamily="49" charset="0"/>
            </a:endParaRPr>
          </a:p>
          <a:p>
            <a:r>
              <a:rPr lang="en-US" altLang="en-US" dirty="0"/>
              <a:t>Characteristics:</a:t>
            </a:r>
          </a:p>
          <a:p>
            <a:pPr lvl="1"/>
            <a:r>
              <a:rPr lang="en-US" altLang="en-US" dirty="0"/>
              <a:t>One mailbox can be shared among a number of processes</a:t>
            </a:r>
          </a:p>
          <a:p>
            <a:pPr lvl="2"/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3112C4-2DA1-4356-3C30-9B8A13232DB5}"/>
                  </a:ext>
                </a:extLst>
              </p14:cNvPr>
              <p14:cNvContentPartPr/>
              <p14:nvPr/>
            </p14:nvContentPartPr>
            <p14:xfrm>
              <a:off x="2444584" y="2688372"/>
              <a:ext cx="299520" cy="808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3112C4-2DA1-4356-3C30-9B8A13232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9464" y="2673252"/>
                <a:ext cx="330120" cy="83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Two </a:t>
            </a:r>
            <a:r>
              <a:rPr lang="en-US" altLang="en-US" b="1" dirty="0">
                <a:solidFill>
                  <a:srgbClr val="C00000"/>
                </a:solidFill>
              </a:rPr>
              <a:t>Synchronization</a:t>
            </a:r>
            <a:r>
              <a:rPr lang="en-US" altLang="en-US" b="1" dirty="0"/>
              <a:t> Behaviors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Blocking Primitives </a:t>
            </a:r>
            <a:r>
              <a:rPr lang="en-US" altLang="en-US" dirty="0"/>
              <a:t>(Synchronous):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FC93D1-2DC2-4D25-92AD-14C8742A0648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923000"/>
            <a:ext cx="8229600" cy="548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/>
              <a:t>Non-Blocking Primitives </a:t>
            </a:r>
            <a:r>
              <a:rPr lang="en-US" altLang="en-US" kern="0" dirty="0"/>
              <a:t>(asynchronous):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937972C-3A9F-85B2-BA99-4A53047CC635}"/>
                  </a:ext>
                </a:extLst>
              </p14:cNvPr>
              <p14:cNvContentPartPr/>
              <p14:nvPr/>
            </p14:nvContentPartPr>
            <p14:xfrm>
              <a:off x="5206660" y="420480"/>
              <a:ext cx="844920" cy="932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937972C-3A9F-85B2-BA99-4A53047CC6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1540" y="405000"/>
                <a:ext cx="875520" cy="9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0CCAD6F-A27C-7EF2-4249-66CF99184B99}"/>
                  </a:ext>
                </a:extLst>
              </p14:cNvPr>
              <p14:cNvContentPartPr/>
              <p14:nvPr/>
            </p14:nvContentPartPr>
            <p14:xfrm>
              <a:off x="7188100" y="1025640"/>
              <a:ext cx="811800" cy="473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0CCAD6F-A27C-7EF2-4249-66CF99184B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2620" y="1010520"/>
                <a:ext cx="84240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71C0F6D-D9F3-EB35-6A02-CE63C8A7B566}"/>
                  </a:ext>
                </a:extLst>
              </p14:cNvPr>
              <p14:cNvContentPartPr/>
              <p14:nvPr/>
            </p14:nvContentPartPr>
            <p14:xfrm>
              <a:off x="6620020" y="2546000"/>
              <a:ext cx="663480" cy="787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71C0F6D-D9F3-EB35-6A02-CE63C8A7B5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04900" y="2530880"/>
                <a:ext cx="694080" cy="81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1" grpId="0" build="p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64238-663A-4A6F-9868-88AFB0044436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Message Passing: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  <a:r>
              <a:rPr lang="en-US" altLang="en-US" sz="3800" b="1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</a:rPr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Portable: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Easier synchronization: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Inefficient: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Harder to use: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UNIX PIPES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Plumber needed! Leaking pipes all around!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357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Pipes: </a:t>
            </a:r>
            <a:r>
              <a:rPr lang="en-US" b="1" dirty="0">
                <a:solidFill>
                  <a:srgbClr val="C00000"/>
                </a:solidFill>
              </a:rPr>
              <a:t>Communication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134976" y="2214427"/>
            <a:ext cx="2362200" cy="1435598"/>
          </a:xfrm>
          <a:prstGeom prst="flowChartPredefined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>
                <a:latin typeface="Courier New" pitchFamily="49" charset="0"/>
              </a:rPr>
              <a:t>process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44176" y="2574516"/>
            <a:ext cx="2590800" cy="1621248"/>
            <a:chOff x="544176" y="2429255"/>
            <a:chExt cx="2590800" cy="1621248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107" y="2429255"/>
              <a:ext cx="526869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ight Arrow 1"/>
            <p:cNvSpPr/>
            <p:nvPr/>
          </p:nvSpPr>
          <p:spPr>
            <a:xfrm>
              <a:off x="973073" y="2450166"/>
              <a:ext cx="1371600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4176" y="3266550"/>
              <a:ext cx="2098766" cy="7839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solidFill>
                    <a:schemeClr val="tx1"/>
                  </a:solidFill>
                </a:rPr>
                <a:t>stdin</a:t>
              </a:r>
              <a:r>
                <a:rPr lang="en-US" sz="1600" b="1" dirty="0">
                  <a:solidFill>
                    <a:schemeClr val="tx1"/>
                  </a:solidFill>
                </a:rPr>
                <a:t> (standard in): </a:t>
              </a:r>
              <a:r>
                <a:rPr lang="en-US" sz="1600" dirty="0">
                  <a:solidFill>
                    <a:schemeClr val="tx1"/>
                  </a:solidFill>
                </a:rPr>
                <a:t>Commonly linked to keyboard input.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97175" y="2964225"/>
            <a:ext cx="2590800" cy="1531575"/>
            <a:chOff x="5497175" y="2818964"/>
            <a:chExt cx="2590800" cy="1531575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175" y="2818964"/>
              <a:ext cx="526869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" name="Group 5"/>
            <p:cNvGrpSpPr/>
            <p:nvPr/>
          </p:nvGrpSpPr>
          <p:grpSpPr>
            <a:xfrm>
              <a:off x="5628892" y="2818964"/>
              <a:ext cx="2459083" cy="1531575"/>
              <a:chOff x="5628892" y="2818964"/>
              <a:chExt cx="2459083" cy="1531575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628892" y="3566586"/>
                <a:ext cx="2459083" cy="7839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err="1">
                    <a:solidFill>
                      <a:schemeClr val="tx1"/>
                    </a:solidFill>
                  </a:rPr>
                  <a:t>stdout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 (standard out): </a:t>
                </a:r>
                <a:r>
                  <a:rPr lang="en-US" sz="1600" dirty="0">
                    <a:solidFill>
                      <a:schemeClr val="tx1"/>
                    </a:solidFill>
                  </a:rPr>
                  <a:t>Commonly linked to screen.</a:t>
                </a:r>
                <a:endParaRPr lang="en-SG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ight Arrow 14"/>
              <p:cNvSpPr/>
              <p:nvPr/>
            </p:nvSpPr>
            <p:spPr>
              <a:xfrm>
                <a:off x="6182976" y="2818964"/>
                <a:ext cx="990600" cy="635498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5497175" y="1394210"/>
            <a:ext cx="2722517" cy="1469753"/>
            <a:chOff x="5497175" y="1248949"/>
            <a:chExt cx="2722517" cy="1469753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7175" y="2032902"/>
              <a:ext cx="526869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ight Arrow 15"/>
            <p:cNvSpPr/>
            <p:nvPr/>
          </p:nvSpPr>
          <p:spPr>
            <a:xfrm>
              <a:off x="6182976" y="2032902"/>
              <a:ext cx="990600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60609" y="1248949"/>
              <a:ext cx="2459083" cy="7839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solidFill>
                    <a:schemeClr val="tx1"/>
                  </a:solidFill>
                </a:rPr>
                <a:t>stderr</a:t>
              </a:r>
              <a:r>
                <a:rPr lang="en-US" sz="1600" b="1" dirty="0">
                  <a:solidFill>
                    <a:schemeClr val="tx1"/>
                  </a:solidFill>
                </a:rPr>
                <a:t> (standard error): </a:t>
              </a:r>
              <a:r>
                <a:rPr lang="en-US" sz="1600" dirty="0">
                  <a:solidFill>
                    <a:schemeClr val="tx1"/>
                  </a:solidFill>
                </a:rPr>
                <a:t>Only used to print out error messages.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38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Piping in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196965"/>
          </a:xfrm>
        </p:spPr>
        <p:txBody>
          <a:bodyPr>
            <a:normAutofit/>
          </a:bodyPr>
          <a:lstStyle/>
          <a:p>
            <a:r>
              <a:rPr lang="en-US" dirty="0"/>
              <a:t>Unix shell provides the “|” symbol to link the input/output channels of one process to another, this is known as </a:t>
            </a:r>
            <a:r>
              <a:rPr lang="en-US" b="1" dirty="0"/>
              <a:t>piping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7753" y="1447800"/>
            <a:ext cx="1122316" cy="985973"/>
          </a:xfrm>
          <a:prstGeom prst="flowChartPredefined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2800" b="1" dirty="0">
                <a:latin typeface="Courier New" pitchFamily="49" charset="0"/>
              </a:rPr>
              <a:t>A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84" y="1750285"/>
            <a:ext cx="526869" cy="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069" y="1745931"/>
            <a:ext cx="526869" cy="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5181600" y="1447800"/>
            <a:ext cx="2176054" cy="985973"/>
            <a:chOff x="5111931" y="3296286"/>
            <a:chExt cx="2176054" cy="985973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638800" y="3296286"/>
              <a:ext cx="1122316" cy="985973"/>
            </a:xfrm>
            <a:prstGeom prst="flowChartPredefined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altLang="en-US" sz="2800" b="1" dirty="0">
                  <a:latin typeface="Courier New" pitchFamily="49" charset="0"/>
                </a:rPr>
                <a:t>B</a:t>
              </a:r>
            </a:p>
          </p:txBody>
        </p:sp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1931" y="3598771"/>
              <a:ext cx="526869" cy="389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1116" y="3594417"/>
              <a:ext cx="526869" cy="389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938" y="1745931"/>
            <a:ext cx="1384662" cy="38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45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2045AA-0956-499F-910C-6A3019B81E97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Pipes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One of the earliest IPC mechanism</a:t>
            </a:r>
          </a:p>
          <a:p>
            <a:endParaRPr lang="en-US" altLang="en-US" dirty="0"/>
          </a:p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A communication channel is created with 2 ends: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The piping “|” in shell is achieved using this mechanism internally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24370" y="3581400"/>
            <a:ext cx="7083335" cy="762000"/>
            <a:chOff x="841466" y="4191000"/>
            <a:chExt cx="7083335" cy="762000"/>
          </a:xfrm>
        </p:grpSpPr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200" y="4191000"/>
              <a:ext cx="40386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3657600" y="4408623"/>
              <a:ext cx="1222466" cy="3267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Unix Pipe</a:t>
              </a:r>
              <a:endParaRPr lang="en-SG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841466" y="4254250"/>
              <a:ext cx="1382486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Write into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6515099" y="4210594"/>
              <a:ext cx="1409702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 from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27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1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71C8D-2989-43FA-881A-B747ED97B62D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Unix Pipes: </a:t>
            </a:r>
            <a:r>
              <a:rPr lang="en-US" altLang="en-US" sz="3800" b="1" dirty="0">
                <a:solidFill>
                  <a:srgbClr val="C00000"/>
                </a:solidFill>
              </a:rPr>
              <a:t>as a IPC Mechanism</a:t>
            </a:r>
          </a:p>
        </p:txBody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899" y="2938254"/>
            <a:ext cx="8229600" cy="3367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pipe can be shared between two processes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 form of </a:t>
            </a:r>
            <a:r>
              <a:rPr lang="en-US" altLang="en-US" b="1" dirty="0"/>
              <a:t>Producer-Consumer</a:t>
            </a:r>
            <a:r>
              <a:rPr lang="en-US" altLang="en-US" dirty="0"/>
              <a:t> relationship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Behavior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7030A0"/>
                </a:solidFill>
                <a:sym typeface="Wingdings" pitchFamily="2" charset="2"/>
              </a:rPr>
              <a:t>Semantic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rgbClr val="006600"/>
                </a:solidFill>
                <a:sym typeface="Wingdings" pitchFamily="2" charset="2"/>
              </a:rPr>
              <a:t>Variants</a:t>
            </a:r>
            <a:endParaRPr lang="en-US" altLang="en-US" b="1" dirty="0">
              <a:solidFill>
                <a:srgbClr val="006600"/>
              </a:solidFill>
            </a:endParaRPr>
          </a:p>
        </p:txBody>
      </p:sp>
      <p:sp>
        <p:nvSpPr>
          <p:cNvPr id="751621" name="Rectangle 5"/>
          <p:cNvSpPr>
            <a:spLocks noChangeArrowheads="1"/>
          </p:cNvSpPr>
          <p:nvPr/>
        </p:nvSpPr>
        <p:spPr bwMode="auto">
          <a:xfrm>
            <a:off x="685800" y="1219200"/>
            <a:ext cx="1676400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Process </a:t>
            </a:r>
            <a:r>
              <a:rPr lang="en-US" altLang="en-US" sz="2400" b="1" dirty="0">
                <a:latin typeface="Courier New" pitchFamily="49" charset="0"/>
              </a:rPr>
              <a:t>P</a:t>
            </a: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751628" name="Rectangle 12"/>
          <p:cNvSpPr>
            <a:spLocks noChangeArrowheads="1"/>
          </p:cNvSpPr>
          <p:nvPr/>
        </p:nvSpPr>
        <p:spPr bwMode="auto">
          <a:xfrm>
            <a:off x="6553200" y="1219200"/>
            <a:ext cx="1752600" cy="15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Process </a:t>
            </a:r>
            <a:r>
              <a:rPr lang="en-US" altLang="en-US" sz="2400" b="1" dirty="0">
                <a:latin typeface="Courier New" pitchFamily="49" charset="0"/>
              </a:rPr>
              <a:t>Q</a:t>
            </a: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2301214" y="1636909"/>
            <a:ext cx="898576" cy="63549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737380" y="1636909"/>
            <a:ext cx="905668" cy="635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26593" y="1624560"/>
            <a:ext cx="2462213" cy="660196"/>
            <a:chOff x="3024187" y="1570039"/>
            <a:chExt cx="2462213" cy="660196"/>
          </a:xfrm>
        </p:grpSpPr>
        <p:pic>
          <p:nvPicPr>
            <p:cNvPr id="2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187" y="1570039"/>
              <a:ext cx="2462213" cy="660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Group 2"/>
            <p:cNvGrpSpPr/>
            <p:nvPr/>
          </p:nvGrpSpPr>
          <p:grpSpPr>
            <a:xfrm>
              <a:off x="3207544" y="1720603"/>
              <a:ext cx="1911576" cy="372699"/>
              <a:chOff x="3207544" y="1720603"/>
              <a:chExt cx="1911576" cy="372699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3207544" y="1720603"/>
                <a:ext cx="1283040" cy="372699"/>
                <a:chOff x="2862825" y="2600689"/>
                <a:chExt cx="1283040" cy="372699"/>
              </a:xfrm>
            </p:grpSpPr>
            <p:sp>
              <p:nvSpPr>
                <p:cNvPr id="75164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178809" y="2606675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c</a:t>
                  </a:r>
                </a:p>
              </p:txBody>
            </p:sp>
            <p:sp>
              <p:nvSpPr>
                <p:cNvPr id="3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862825" y="2602321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d</a:t>
                  </a:r>
                </a:p>
              </p:txBody>
            </p:sp>
            <p:sp>
              <p:nvSpPr>
                <p:cNvPr id="32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504515" y="2601278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b</a:t>
                  </a:r>
                </a:p>
              </p:txBody>
            </p:sp>
            <p:sp>
              <p:nvSpPr>
                <p:cNvPr id="3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825190" y="2600689"/>
                  <a:ext cx="320675" cy="3667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txBody>
                <a:bodyPr wrap="none" lIns="91434" tIns="45717" rIns="91434" bIns="45717">
                  <a:spAutoFit/>
                </a:bodyPr>
                <a:lstStyle/>
                <a:p>
                  <a:pPr>
                    <a:spcBef>
                      <a:spcPct val="20000"/>
                    </a:spcBef>
                  </a:pPr>
                  <a:r>
                    <a:rPr lang="en-US" altLang="en-US" b="1" dirty="0">
                      <a:latin typeface="Courier New" pitchFamily="49" charset="0"/>
                    </a:rPr>
                    <a:t>a</a:t>
                  </a:r>
                </a:p>
              </p:txBody>
            </p:sp>
          </p:grpSp>
          <p:sp>
            <p:nvSpPr>
              <p:cNvPr id="35" name="Text Box 25"/>
              <p:cNvSpPr txBox="1">
                <a:spLocks noChangeArrowheads="1"/>
              </p:cNvSpPr>
              <p:nvPr/>
            </p:nvSpPr>
            <p:spPr bwMode="auto">
              <a:xfrm>
                <a:off x="4487023" y="1725047"/>
                <a:ext cx="320675" cy="3667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none" lIns="91434" tIns="45717" rIns="91434" bIns="45717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en-US" altLang="en-US" b="1" dirty="0">
                    <a:latin typeface="Courier New" pitchFamily="49" charset="0"/>
                  </a:rPr>
                  <a:t> </a:t>
                </a:r>
              </a:p>
            </p:txBody>
          </p:sp>
          <p:sp>
            <p:nvSpPr>
              <p:cNvPr id="36" name="Text Box 25"/>
              <p:cNvSpPr txBox="1">
                <a:spLocks noChangeArrowheads="1"/>
              </p:cNvSpPr>
              <p:nvPr/>
            </p:nvSpPr>
            <p:spPr bwMode="auto">
              <a:xfrm>
                <a:off x="4798445" y="1726117"/>
                <a:ext cx="320675" cy="3667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none" lIns="91434" tIns="45717" rIns="91434" bIns="45717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en-US" altLang="en-US" b="1" dirty="0">
                    <a:latin typeface="Courier New" pitchFamily="49" charset="0"/>
                  </a:rPr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49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19" grpId="0" uiExpand="1" build="p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0519D-68CD-41EC-A7C8-5FC63C3F850E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Unix Pipes: </a:t>
            </a:r>
            <a:r>
              <a:rPr lang="en-US" altLang="en-US" sz="3800" b="1" dirty="0">
                <a:solidFill>
                  <a:srgbClr val="660066"/>
                </a:solidFill>
              </a:rPr>
              <a:t>Semantic</a:t>
            </a:r>
          </a:p>
        </p:txBody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229600" cy="5486400"/>
          </a:xfrm>
        </p:spPr>
        <p:txBody>
          <a:bodyPr/>
          <a:lstStyle/>
          <a:p>
            <a:r>
              <a:rPr lang="en-US" altLang="en-US" sz="2800" dirty="0"/>
              <a:t>Pipe functions as </a:t>
            </a:r>
            <a:r>
              <a:rPr lang="en-US" altLang="en-US" sz="2800" b="1" dirty="0"/>
              <a:t>circular bounded byte buffer</a:t>
            </a:r>
            <a:r>
              <a:rPr lang="en-US" altLang="en-US" sz="2800" dirty="0"/>
              <a:t> with </a:t>
            </a:r>
            <a:r>
              <a:rPr lang="en-US" altLang="en-US" sz="2800" b="1" dirty="0"/>
              <a:t>implicit synchronization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800" dirty="0"/>
              <a:t>Writers </a:t>
            </a:r>
            <a:r>
              <a:rPr lang="en-US" altLang="en-US" sz="2800" b="1" dirty="0">
                <a:solidFill>
                  <a:schemeClr val="accent2"/>
                </a:solidFill>
              </a:rPr>
              <a:t>wait</a:t>
            </a:r>
            <a:r>
              <a:rPr lang="en-US" altLang="en-US" sz="2800" dirty="0"/>
              <a:t> when buffer is </a:t>
            </a:r>
            <a:r>
              <a:rPr lang="en-US" altLang="en-US" sz="2800" b="1" dirty="0">
                <a:solidFill>
                  <a:schemeClr val="accent2"/>
                </a:solidFill>
              </a:rPr>
              <a:t>full</a:t>
            </a:r>
          </a:p>
          <a:p>
            <a:pPr lvl="1"/>
            <a:r>
              <a:rPr lang="en-US" altLang="en-US" sz="2800" dirty="0"/>
              <a:t>Readers </a:t>
            </a:r>
            <a:r>
              <a:rPr lang="en-US" altLang="en-US" sz="2800" b="1" dirty="0">
                <a:solidFill>
                  <a:srgbClr val="0000FF"/>
                </a:solidFill>
              </a:rPr>
              <a:t>wait</a:t>
            </a:r>
            <a:r>
              <a:rPr lang="en-US" altLang="en-US" sz="2800" dirty="0"/>
              <a:t> when buffer is </a:t>
            </a:r>
            <a:r>
              <a:rPr lang="en-US" altLang="en-US" sz="2800" b="1" dirty="0">
                <a:solidFill>
                  <a:srgbClr val="0000FF"/>
                </a:solidFill>
              </a:rPr>
              <a:t>empty</a:t>
            </a:r>
          </a:p>
          <a:p>
            <a:pPr marL="344487" lvl="1" indent="0">
              <a:buNone/>
            </a:pPr>
            <a:endParaRPr lang="en-US" altLang="en-US" sz="2800" b="1" dirty="0">
              <a:solidFill>
                <a:srgbClr val="0000FF"/>
              </a:solidFill>
            </a:endParaRPr>
          </a:p>
          <a:p>
            <a:r>
              <a:rPr lang="en-US" altLang="en-US" sz="2800" dirty="0"/>
              <a:t>Variants:</a:t>
            </a:r>
          </a:p>
          <a:p>
            <a:pPr lvl="1"/>
            <a:r>
              <a:rPr lang="en-US" altLang="en-US" sz="2400" dirty="0"/>
              <a:t>Can have multiple readers/writers</a:t>
            </a:r>
          </a:p>
          <a:p>
            <a:pPr lvl="1"/>
            <a:r>
              <a:rPr lang="en-US" altLang="en-US" sz="2400" dirty="0"/>
              <a:t>Depends on Unix version, pipes may be </a:t>
            </a:r>
            <a:r>
              <a:rPr lang="en-US" altLang="en-US" sz="2400" b="1" dirty="0">
                <a:solidFill>
                  <a:srgbClr val="C00000"/>
                </a:solidFill>
              </a:rPr>
              <a:t>half-duplex </a:t>
            </a:r>
          </a:p>
          <a:p>
            <a:pPr lvl="2"/>
            <a:r>
              <a:rPr lang="en-US" altLang="en-US" sz="2100" b="1" dirty="0"/>
              <a:t>unidirectiona</a:t>
            </a:r>
            <a:r>
              <a:rPr lang="en-US" altLang="en-US" sz="2100" dirty="0"/>
              <a:t>l: with one write end and one read end</a:t>
            </a:r>
          </a:p>
          <a:p>
            <a:pPr lvl="1"/>
            <a:r>
              <a:rPr lang="en-US" altLang="en-US" sz="2500" dirty="0"/>
              <a:t>Or</a:t>
            </a:r>
            <a:r>
              <a:rPr lang="en-US" altLang="en-US" sz="2500" dirty="0">
                <a:solidFill>
                  <a:srgbClr val="008000"/>
                </a:solidFill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</a:rPr>
              <a:t>full-duplex </a:t>
            </a:r>
          </a:p>
          <a:p>
            <a:pPr lvl="2"/>
            <a:r>
              <a:rPr lang="en-US" altLang="en-US" sz="2100" b="1" dirty="0"/>
              <a:t>bidirectional</a:t>
            </a:r>
            <a:r>
              <a:rPr lang="en-US" altLang="en-US" sz="2100" dirty="0"/>
              <a:t>: any end for read/write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0C6F77-A077-393F-66C1-C4FAE86A4717}"/>
                  </a:ext>
                </a:extLst>
              </p14:cNvPr>
              <p14:cNvContentPartPr/>
              <p14:nvPr/>
            </p14:nvContentPartPr>
            <p14:xfrm>
              <a:off x="6688567" y="822059"/>
              <a:ext cx="239760" cy="17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0C6F77-A077-393F-66C1-C4FAE86A47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3087" y="806579"/>
                <a:ext cx="2703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85BC52-5A20-7319-5550-36ABC25B83CF}"/>
                  </a:ext>
                </a:extLst>
              </p14:cNvPr>
              <p14:cNvContentPartPr/>
              <p14:nvPr/>
            </p14:nvContentPartPr>
            <p14:xfrm>
              <a:off x="345367" y="2216699"/>
              <a:ext cx="639720" cy="406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85BC52-5A20-7319-5550-36ABC25B83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9887" y="2201219"/>
                <a:ext cx="6703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B1938B4-679D-6DC4-A9BE-BFB578E3CC9F}"/>
                  </a:ext>
                </a:extLst>
              </p14:cNvPr>
              <p14:cNvContentPartPr/>
              <p14:nvPr/>
            </p14:nvContentPartPr>
            <p14:xfrm>
              <a:off x="2775367" y="2877299"/>
              <a:ext cx="531000" cy="62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B1938B4-679D-6DC4-A9BE-BFB578E3CC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54847" y="2857139"/>
                <a:ext cx="5720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543290-59A8-91B6-E65C-FC77B0944354}"/>
                  </a:ext>
                </a:extLst>
              </p14:cNvPr>
              <p14:cNvContentPartPr/>
              <p14:nvPr/>
            </p14:nvContentPartPr>
            <p14:xfrm>
              <a:off x="106327" y="3923385"/>
              <a:ext cx="638640" cy="426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543290-59A8-91B6-E65C-FC77B09443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167" y="3902865"/>
                <a:ext cx="67932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7C10D35-15FA-FA3F-2892-1DD188AC95FB}"/>
                  </a:ext>
                </a:extLst>
              </p14:cNvPr>
              <p14:cNvContentPartPr/>
              <p14:nvPr/>
            </p14:nvContentPartPr>
            <p14:xfrm>
              <a:off x="4596607" y="3215625"/>
              <a:ext cx="364680" cy="762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7C10D35-15FA-FA3F-2892-1DD188AC95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76087" y="3195105"/>
                <a:ext cx="405360" cy="80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7CCA5D-2374-65F8-2504-D749D8EE270A}"/>
                  </a:ext>
                </a:extLst>
              </p14:cNvPr>
              <p14:cNvContentPartPr/>
              <p14:nvPr/>
            </p14:nvContentPartPr>
            <p14:xfrm>
              <a:off x="6782167" y="4682985"/>
              <a:ext cx="1277640" cy="120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7CCA5D-2374-65F8-2504-D749D8EE270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61647" y="4662465"/>
                <a:ext cx="13183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9CF13A-7D09-DC9F-FB3A-6359B31FA6C8}"/>
                  </a:ext>
                </a:extLst>
              </p14:cNvPr>
              <p14:cNvContentPartPr/>
              <p14:nvPr/>
            </p14:nvContentPartPr>
            <p14:xfrm>
              <a:off x="7130647" y="1675905"/>
              <a:ext cx="1681200" cy="426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9CF13A-7D09-DC9F-FB3A-6359B31FA6C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15527" y="1660785"/>
                <a:ext cx="171180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9FEE407-F6C1-F9DA-1DC0-BEF3986AED97}"/>
                  </a:ext>
                </a:extLst>
              </p14:cNvPr>
              <p14:cNvContentPartPr/>
              <p14:nvPr/>
            </p14:nvContentPartPr>
            <p14:xfrm>
              <a:off x="1305487" y="4995105"/>
              <a:ext cx="2302560" cy="858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9FEE407-F6C1-F9DA-1DC0-BEF3986AED9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85327" y="4974945"/>
                <a:ext cx="2343600" cy="89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F809E64-B239-7C7D-A74D-E1BE5F873596}"/>
                  </a:ext>
                </a:extLst>
              </p14:cNvPr>
              <p14:cNvContentPartPr/>
              <p14:nvPr/>
            </p14:nvContentPartPr>
            <p14:xfrm>
              <a:off x="3347767" y="6180585"/>
              <a:ext cx="1072080" cy="414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F809E64-B239-7C7D-A74D-E1BE5F8735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32652" y="6165478"/>
                <a:ext cx="1102310" cy="4449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38E1BF6-8B73-05AB-752A-EF82B83A70DC}"/>
                  </a:ext>
                </a:extLst>
              </p14:cNvPr>
              <p14:cNvContentPartPr/>
              <p14:nvPr/>
            </p14:nvContentPartPr>
            <p14:xfrm>
              <a:off x="777727" y="5997345"/>
              <a:ext cx="1951200" cy="511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38E1BF6-8B73-05AB-752A-EF82B83A70D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2607" y="5981865"/>
                <a:ext cx="1981800" cy="54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786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7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Unix Pipe: System Calls</a:t>
            </a:r>
          </a:p>
        </p:txBody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663" y="3473450"/>
            <a:ext cx="8077200" cy="3048000"/>
          </a:xfrm>
        </p:spPr>
        <p:txBody>
          <a:bodyPr/>
          <a:lstStyle/>
          <a:p>
            <a:r>
              <a:rPr lang="en-US" altLang="en-US" dirty="0"/>
              <a:t>Returns:</a:t>
            </a:r>
          </a:p>
          <a:p>
            <a:pPr lvl="1"/>
            <a:r>
              <a:rPr lang="en-US" altLang="en-US" dirty="0"/>
              <a:t>0 to indicate success; !0 for errors</a:t>
            </a:r>
          </a:p>
          <a:p>
            <a:pPr lvl="1"/>
            <a:r>
              <a:rPr lang="en-US" altLang="en-US" dirty="0"/>
              <a:t>An array of file descriptors is returned:</a:t>
            </a:r>
          </a:p>
          <a:p>
            <a:pPr lvl="2"/>
            <a:r>
              <a:rPr lang="en-US" altLang="en-US" dirty="0" err="1"/>
              <a:t>fd</a:t>
            </a:r>
            <a:r>
              <a:rPr lang="en-US" altLang="en-US" dirty="0"/>
              <a:t>[0] == reading end</a:t>
            </a:r>
          </a:p>
          <a:p>
            <a:pPr lvl="2"/>
            <a:r>
              <a:rPr lang="en-US" altLang="en-US" dirty="0" err="1"/>
              <a:t>fd</a:t>
            </a:r>
            <a:r>
              <a:rPr lang="en-US" altLang="en-US" dirty="0"/>
              <a:t>[1] == writing end</a:t>
            </a:r>
          </a:p>
          <a:p>
            <a:pPr lvl="1"/>
            <a:endParaRPr lang="en-US" altLang="en-US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B8F27F-B52F-4E25-8B41-E3AE99C0079B}" type="slidenum">
              <a:rPr lang="en-US" altLang="en-US" smtClean="0"/>
              <a:pPr/>
              <a:t>24</a:t>
            </a:fld>
            <a:endParaRPr lang="en-US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4355648" y="5139009"/>
            <a:ext cx="4341834" cy="1031424"/>
            <a:chOff x="1897834" y="3851872"/>
            <a:chExt cx="4341834" cy="1031424"/>
          </a:xfrm>
        </p:grpSpPr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2370160" y="3851872"/>
              <a:ext cx="85250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fd</a:t>
              </a:r>
              <a:r>
                <a:rPr lang="en-US" alt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[1]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1897834" y="4235449"/>
              <a:ext cx="898576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Write</a:t>
              </a:r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5334000" y="4235449"/>
              <a:ext cx="905668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</a:t>
              </a:r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3213" y="4223100"/>
              <a:ext cx="2462213" cy="660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ext Box 17"/>
            <p:cNvSpPr txBox="1">
              <a:spLocks noChangeArrowheads="1"/>
            </p:cNvSpPr>
            <p:nvPr/>
          </p:nvSpPr>
          <p:spPr bwMode="auto">
            <a:xfrm>
              <a:off x="5105400" y="3926452"/>
              <a:ext cx="852500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fd</a:t>
              </a: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[0]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978266" y="4358991"/>
              <a:ext cx="2098831" cy="365409"/>
              <a:chOff x="3006570" y="5105400"/>
              <a:chExt cx="2098831" cy="457200"/>
            </a:xfrm>
          </p:grpSpPr>
          <p:sp>
            <p:nvSpPr>
              <p:cNvPr id="36" name="Rectangle 4"/>
              <p:cNvSpPr>
                <a:spLocks noChangeArrowheads="1"/>
              </p:cNvSpPr>
              <p:nvPr/>
            </p:nvSpPr>
            <p:spPr bwMode="auto">
              <a:xfrm>
                <a:off x="3006571" y="5105400"/>
                <a:ext cx="2098830" cy="4572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37" name="Line 12"/>
              <p:cNvSpPr>
                <a:spLocks noChangeShapeType="1"/>
              </p:cNvSpPr>
              <p:nvPr/>
            </p:nvSpPr>
            <p:spPr bwMode="auto">
              <a:xfrm>
                <a:off x="3939923" y="5334000"/>
                <a:ext cx="60960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Rectangle 5"/>
              <p:cNvSpPr>
                <a:spLocks noChangeArrowheads="1"/>
              </p:cNvSpPr>
              <p:nvPr/>
            </p:nvSpPr>
            <p:spPr bwMode="auto">
              <a:xfrm>
                <a:off x="3006570" y="5105400"/>
                <a:ext cx="1129296" cy="457200"/>
              </a:xfrm>
              <a:prstGeom prst="rect">
                <a:avLst/>
              </a:prstGeom>
              <a:solidFill>
                <a:srgbClr val="FFFF99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1434" tIns="45717" rIns="91434" bIns="45717" anchor="ctr"/>
              <a:lstStyle/>
              <a:p>
                <a:pPr algn="ctr"/>
                <a:r>
                  <a:rPr lang="en-US" altLang="en-US" sz="2000" b="1" dirty="0">
                    <a:latin typeface="Courier New" pitchFamily="49" charset="0"/>
                  </a:rPr>
                  <a:t>data</a:t>
                </a:r>
              </a:p>
            </p:txBody>
          </p:sp>
        </p:grpSp>
      </p:grpSp>
      <p:grpSp>
        <p:nvGrpSpPr>
          <p:cNvPr id="39" name="Group 38"/>
          <p:cNvGrpSpPr/>
          <p:nvPr/>
        </p:nvGrpSpPr>
        <p:grpSpPr>
          <a:xfrm>
            <a:off x="650966" y="1067438"/>
            <a:ext cx="7391400" cy="1066800"/>
            <a:chOff x="4191000" y="2438400"/>
            <a:chExt cx="7391400" cy="1066800"/>
          </a:xfrm>
        </p:grpSpPr>
        <p:sp>
          <p:nvSpPr>
            <p:cNvPr id="40" name="Rectangle 39"/>
            <p:cNvSpPr/>
            <p:nvPr/>
          </p:nvSpPr>
          <p:spPr>
            <a:xfrm>
              <a:off x="4191000" y="2438400"/>
              <a:ext cx="609601" cy="10668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Header File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800601" y="2438400"/>
              <a:ext cx="6781799" cy="106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indent="-112713">
                <a:spcBef>
                  <a:spcPct val="20000"/>
                </a:spcBef>
                <a:buClr>
                  <a:srgbClr val="999933"/>
                </a:buClr>
                <a:buSzPct val="60000"/>
              </a:pPr>
              <a:r>
                <a:rPr lang="en-US" altLang="en-US" sz="2400" b="1" kern="0" dirty="0">
                  <a:solidFill>
                    <a:srgbClr val="000000"/>
                  </a:solidFill>
                  <a:latin typeface="Courier New" pitchFamily="49" charset="0"/>
                </a:rPr>
                <a:t>#include &lt;</a:t>
              </a:r>
              <a:r>
                <a:rPr lang="en-US" altLang="en-US" sz="2400" b="1" kern="0" dirty="0" err="1">
                  <a:solidFill>
                    <a:srgbClr val="000000"/>
                  </a:solidFill>
                  <a:latin typeface="Courier New" pitchFamily="49" charset="0"/>
                </a:rPr>
                <a:t>unistd.h</a:t>
              </a:r>
              <a:r>
                <a:rPr lang="en-US" altLang="en-US" sz="2400" b="1" kern="0" dirty="0">
                  <a:solidFill>
                    <a:srgbClr val="000000"/>
                  </a:solidFill>
                  <a:latin typeface="Courier New" pitchFamily="49" charset="0"/>
                </a:rPr>
                <a:t>&gt;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50966" y="2247754"/>
            <a:ext cx="7391399" cy="1066800"/>
            <a:chOff x="4191000" y="3675185"/>
            <a:chExt cx="7391399" cy="1066800"/>
          </a:xfrm>
        </p:grpSpPr>
        <p:sp>
          <p:nvSpPr>
            <p:cNvPr id="43" name="Rectangle 42"/>
            <p:cNvSpPr/>
            <p:nvPr/>
          </p:nvSpPr>
          <p:spPr>
            <a:xfrm>
              <a:off x="4191000" y="3675185"/>
              <a:ext cx="609601" cy="106680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r>
                <a:rPr lang="en-US" b="1" dirty="0"/>
                <a:t>Syntax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800600" y="3675185"/>
              <a:ext cx="6781799" cy="1066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en-US" altLang="en-US" sz="2400" b="1" dirty="0" err="1">
                  <a:solidFill>
                    <a:srgbClr val="660066"/>
                  </a:solidFill>
                  <a:latin typeface="Courier New" pitchFamily="49" charset="0"/>
                </a:rPr>
                <a:t>int</a:t>
              </a:r>
              <a:r>
                <a:rPr lang="en-US" altLang="en-US" sz="2400" b="1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altLang="en-US" sz="2400" b="1" i="1" dirty="0">
                  <a:solidFill>
                    <a:srgbClr val="C00000"/>
                  </a:solidFill>
                  <a:latin typeface="Courier New" pitchFamily="49" charset="0"/>
                </a:rPr>
                <a:t>pipe</a:t>
              </a:r>
              <a:r>
                <a:rPr lang="en-US" altLang="en-US" sz="2400" b="1" dirty="0">
                  <a:latin typeface="Courier New" pitchFamily="49" charset="0"/>
                </a:rPr>
                <a:t>(</a:t>
              </a:r>
              <a:r>
                <a:rPr lang="en-US" altLang="en-US" sz="2400" b="1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altLang="en-US" sz="2400" b="1" dirty="0" err="1">
                  <a:solidFill>
                    <a:srgbClr val="660066"/>
                  </a:solidFill>
                  <a:latin typeface="Courier New" pitchFamily="49" charset="0"/>
                </a:rPr>
                <a:t>int</a:t>
              </a:r>
              <a:r>
                <a:rPr lang="en-US" altLang="en-US" sz="2400" b="1" dirty="0">
                  <a:solidFill>
                    <a:srgbClr val="660066"/>
                  </a:solidFill>
                  <a:latin typeface="Courier New" pitchFamily="49" charset="0"/>
                </a:rPr>
                <a:t> </a:t>
              </a:r>
              <a:r>
                <a:rPr lang="en-US" altLang="en-US" sz="2400" b="1" dirty="0" err="1">
                  <a:latin typeface="Courier New" pitchFamily="49" charset="0"/>
                </a:rPr>
                <a:t>fd</a:t>
              </a:r>
              <a:r>
                <a:rPr lang="en-US" altLang="en-US" sz="2400" b="1" dirty="0">
                  <a:latin typeface="Courier New" pitchFamily="49" charset="0"/>
                </a:rPr>
                <a:t>[] )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613259-B9AA-99C1-B9A3-A9471E885B80}"/>
                  </a:ext>
                </a:extLst>
              </p14:cNvPr>
              <p14:cNvContentPartPr/>
              <p14:nvPr/>
            </p14:nvContentPartPr>
            <p14:xfrm>
              <a:off x="3904766" y="626873"/>
              <a:ext cx="522000" cy="74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613259-B9AA-99C1-B9A3-A9471E885B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89646" y="611753"/>
                <a:ext cx="552600" cy="77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9CB52DE-0167-645F-B194-708CC97976A5}"/>
                  </a:ext>
                </a:extLst>
              </p14:cNvPr>
              <p14:cNvContentPartPr/>
              <p14:nvPr/>
            </p14:nvContentPartPr>
            <p14:xfrm>
              <a:off x="939086" y="2250113"/>
              <a:ext cx="4478400" cy="1323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9CB52DE-0167-645F-B194-708CC97976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8566" y="2229593"/>
                <a:ext cx="4519440" cy="13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74E8FC-31AC-8AA2-BCC7-F1744EBFC7B6}"/>
                  </a:ext>
                </a:extLst>
              </p14:cNvPr>
              <p14:cNvContentPartPr/>
              <p14:nvPr/>
            </p14:nvContentPartPr>
            <p14:xfrm>
              <a:off x="4395086" y="1960313"/>
              <a:ext cx="690840" cy="727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74E8FC-31AC-8AA2-BCC7-F1744EBFC7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79606" y="1944833"/>
                <a:ext cx="72108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CA70F9-0093-999A-7ADC-255B805276AF}"/>
                  </a:ext>
                </a:extLst>
              </p14:cNvPr>
              <p14:cNvContentPartPr/>
              <p14:nvPr/>
            </p14:nvContentPartPr>
            <p14:xfrm>
              <a:off x="2245526" y="3035273"/>
              <a:ext cx="1369800" cy="1146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CA70F9-0093-999A-7ADC-255B80527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30046" y="3020153"/>
                <a:ext cx="1400400" cy="11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AE5D5C1-66BF-6F10-A219-344D5EE4D7D4}"/>
                  </a:ext>
                </a:extLst>
              </p14:cNvPr>
              <p14:cNvContentPartPr/>
              <p14:nvPr/>
            </p14:nvContentPartPr>
            <p14:xfrm>
              <a:off x="5612246" y="3300953"/>
              <a:ext cx="622080" cy="693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AE5D5C1-66BF-6F10-A219-344D5EE4D7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97126" y="3285833"/>
                <a:ext cx="65268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987F008-2118-8CAD-AF9F-9157D0B97D7C}"/>
                  </a:ext>
                </a:extLst>
              </p14:cNvPr>
              <p14:cNvContentPartPr/>
              <p14:nvPr/>
            </p14:nvContentPartPr>
            <p14:xfrm>
              <a:off x="4211126" y="1983713"/>
              <a:ext cx="748080" cy="973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987F008-2118-8CAD-AF9F-9157D0B97D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90606" y="1963193"/>
                <a:ext cx="788760" cy="10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49D1A2-188D-F1DC-3DD4-48F03FD82E18}"/>
                  </a:ext>
                </a:extLst>
              </p14:cNvPr>
              <p14:cNvContentPartPr/>
              <p14:nvPr/>
            </p14:nvContentPartPr>
            <p14:xfrm>
              <a:off x="1583126" y="4743113"/>
              <a:ext cx="2790360" cy="748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49D1A2-188D-F1DC-3DD4-48F03FD82E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8006" y="4727993"/>
                <a:ext cx="2820960" cy="7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4F04084-89C8-2A8D-E5C5-E653052BAD19}"/>
                  </a:ext>
                </a:extLst>
              </p14:cNvPr>
              <p14:cNvContentPartPr/>
              <p14:nvPr/>
            </p14:nvContentPartPr>
            <p14:xfrm>
              <a:off x="1792286" y="5301113"/>
              <a:ext cx="2592720" cy="83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4F04084-89C8-2A8D-E5C5-E653052BAD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71766" y="5280953"/>
                <a:ext cx="2633400" cy="8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01DA3C6-948C-5E5C-15B8-CAE0BB3505DB}"/>
                  </a:ext>
                </a:extLst>
              </p14:cNvPr>
              <p14:cNvContentPartPr/>
              <p14:nvPr/>
            </p14:nvContentPartPr>
            <p14:xfrm>
              <a:off x="5248646" y="4199873"/>
              <a:ext cx="542880" cy="1019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01DA3C6-948C-5E5C-15B8-CAE0BB3505D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33536" y="4184753"/>
                <a:ext cx="573100" cy="10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C3B8C5D-6BFB-2408-4A19-B9C8FEBCC5FD}"/>
                  </a:ext>
                </a:extLst>
              </p14:cNvPr>
              <p14:cNvContentPartPr/>
              <p14:nvPr/>
            </p14:nvContentPartPr>
            <p14:xfrm>
              <a:off x="7920566" y="4334513"/>
              <a:ext cx="511200" cy="946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C3B8C5D-6BFB-2408-4A19-B9C8FEBCC5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05097" y="4319393"/>
                <a:ext cx="541778" cy="9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0367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2E1BB-A276-401C-A3BB-794FCBA5F1F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Unix Pipes: Example Code</a:t>
            </a:r>
          </a:p>
        </p:txBody>
      </p:sp>
      <p:sp>
        <p:nvSpPr>
          <p:cNvPr id="755716" name="Text Box 4"/>
          <p:cNvSpPr txBox="1">
            <a:spLocks noChangeArrowheads="1"/>
          </p:cNvSpPr>
          <p:nvPr/>
        </p:nvSpPr>
        <p:spPr bwMode="auto">
          <a:xfrm>
            <a:off x="36320" y="35607"/>
            <a:ext cx="7583680" cy="552926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latin typeface="Courier New" pitchFamily="49" charset="0"/>
              </a:rPr>
              <a:t>#define 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READ_END 0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latin typeface="Courier New" pitchFamily="49" charset="0"/>
              </a:rPr>
              <a:t>#define 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WRITE_END 1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dirty="0">
              <a:latin typeface="Courier New" pitchFamily="49" charset="0"/>
            </a:endParaRPr>
          </a:p>
          <a:p>
            <a:r>
              <a:rPr lang="en-US" altLang="en-US" b="1" dirty="0" err="1">
                <a:latin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</a:rPr>
              <a:t> main()</a:t>
            </a:r>
          </a:p>
          <a:p>
            <a:r>
              <a:rPr lang="en-US" altLang="en-US" b="1" dirty="0">
                <a:latin typeface="Courier New" pitchFamily="49" charset="0"/>
              </a:rPr>
              <a:t>{</a:t>
            </a:r>
          </a:p>
          <a:p>
            <a:r>
              <a:rPr lang="en-US" altLang="en-US" b="1" dirty="0">
                <a:latin typeface="Courier New" pitchFamily="49" charset="0"/>
              </a:rPr>
              <a:t>   </a:t>
            </a:r>
            <a:r>
              <a:rPr lang="en-US" altLang="en-US" b="1" dirty="0" err="1">
                <a:latin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pipeFd</a:t>
            </a:r>
            <a:r>
              <a:rPr lang="en-US" altLang="en-US" b="1" dirty="0">
                <a:latin typeface="Courier New" pitchFamily="49" charset="0"/>
              </a:rPr>
              <a:t>[2], </a:t>
            </a:r>
            <a:r>
              <a:rPr lang="en-US" altLang="en-US" b="1" dirty="0" err="1">
                <a:latin typeface="Courier New" pitchFamily="49" charset="0"/>
              </a:rPr>
              <a:t>pid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</a:rPr>
              <a:t>len</a:t>
            </a:r>
            <a:r>
              <a:rPr lang="en-US" altLang="en-US" b="1" dirty="0">
                <a:latin typeface="Courier New" pitchFamily="49" charset="0"/>
              </a:rPr>
              <a:t>;</a:t>
            </a:r>
          </a:p>
          <a:p>
            <a:r>
              <a:rPr lang="en-US" altLang="en-US" b="1" dirty="0">
                <a:latin typeface="Courier New" pitchFamily="49" charset="0"/>
              </a:rPr>
              <a:t>   char </a:t>
            </a:r>
            <a:r>
              <a:rPr lang="en-US" altLang="en-US" b="1" dirty="0" err="1">
                <a:latin typeface="Courier New" pitchFamily="49" charset="0"/>
              </a:rPr>
              <a:t>buf</a:t>
            </a:r>
            <a:r>
              <a:rPr lang="en-US" altLang="en-US" b="1" dirty="0">
                <a:latin typeface="Courier New" pitchFamily="49" charset="0"/>
              </a:rPr>
              <a:t>[100], *</a:t>
            </a:r>
            <a:r>
              <a:rPr lang="en-US" altLang="en-US" b="1" dirty="0" err="1">
                <a:latin typeface="Courier New" pitchFamily="49" charset="0"/>
              </a:rPr>
              <a:t>str</a:t>
            </a:r>
            <a:r>
              <a:rPr lang="en-US" altLang="en-US" b="1" dirty="0">
                <a:latin typeface="Courier New" pitchFamily="49" charset="0"/>
              </a:rPr>
              <a:t> = "Hello There!";</a:t>
            </a:r>
          </a:p>
          <a:p>
            <a:endParaRPr lang="en-US" altLang="en-US" b="1" dirty="0">
              <a:latin typeface="Courier New" pitchFamily="49" charset="0"/>
            </a:endParaRPr>
          </a:p>
          <a:p>
            <a:r>
              <a:rPr lang="en-US" altLang="en-US" b="1" dirty="0">
                <a:latin typeface="Courier New" pitchFamily="49" charset="0"/>
              </a:rPr>
              <a:t> 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</a:t>
            </a:r>
            <a:r>
              <a:rPr lang="en-US" altLang="en-US" b="1" i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pipe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latin typeface="Courier New" pitchFamily="49" charset="0"/>
              </a:rPr>
              <a:t>   if ((</a:t>
            </a:r>
            <a:r>
              <a:rPr lang="en-US" altLang="en-US" b="1" dirty="0" err="1">
                <a:latin typeface="Courier New" pitchFamily="49" charset="0"/>
              </a:rPr>
              <a:t>pid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n-US" altLang="en-US" b="1" i="1" dirty="0">
                <a:solidFill>
                  <a:srgbClr val="C00000"/>
                </a:solidFill>
                <a:latin typeface="Courier New" pitchFamily="49" charset="0"/>
              </a:rPr>
              <a:t>fork</a:t>
            </a:r>
            <a:r>
              <a:rPr lang="en-US" altLang="en-US" b="1" dirty="0">
                <a:latin typeface="Courier New" pitchFamily="49" charset="0"/>
              </a:rPr>
              <a:t>()) &gt; 0) {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</a:rPr>
              <a:t>/* parent */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[READ_END]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9900CC"/>
                </a:solidFill>
                <a:latin typeface="Courier New" pitchFamily="49" charset="0"/>
              </a:rPr>
              <a:t>write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[WRITE_END]</a:t>
            </a:r>
            <a:r>
              <a:rPr lang="en-US" altLang="en-US" b="1" dirty="0">
                <a:latin typeface="Courier New" pitchFamily="49" charset="0"/>
              </a:rPr>
              <a:t>,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str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strlen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(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str</a:t>
            </a: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)+1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[WRITE_END]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latin typeface="Courier New" pitchFamily="49" charset="0"/>
              </a:rPr>
              <a:t>   } else { 			   </a:t>
            </a:r>
            <a:r>
              <a:rPr lang="en-US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</a:rPr>
              <a:t>/* child */</a:t>
            </a:r>
            <a:r>
              <a:rPr lang="en-US" altLang="en-US" b="1" dirty="0">
                <a:latin typeface="Courier New" pitchFamily="49" charset="0"/>
              </a:rPr>
              <a:t>	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[WRITE_END] </a:t>
            </a:r>
            <a:r>
              <a:rPr lang="en-US" altLang="en-US" b="1" dirty="0">
                <a:latin typeface="Courier New" pitchFamily="49" charset="0"/>
              </a:rPr>
              <a:t>);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len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=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read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[READ_END]</a:t>
            </a:r>
            <a:r>
              <a:rPr lang="en-US" altLang="en-US" b="1" dirty="0">
                <a:latin typeface="Courier New" pitchFamily="49" charset="0"/>
              </a:rPr>
              <a:t>,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buf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sizeof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Courier New" pitchFamily="49" charset="0"/>
              </a:rPr>
              <a:t>buf</a:t>
            </a:r>
            <a:r>
              <a:rPr lang="en-US" altLang="en-US" b="1" dirty="0">
                <a:solidFill>
                  <a:srgbClr val="008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dirty="0" err="1">
                <a:latin typeface="Courier New" pitchFamily="49" charset="0"/>
              </a:rPr>
              <a:t>printf</a:t>
            </a:r>
            <a:r>
              <a:rPr lang="en-US" altLang="en-US" b="1" dirty="0">
                <a:latin typeface="Courier New" pitchFamily="49" charset="0"/>
              </a:rPr>
              <a:t>("</a:t>
            </a:r>
            <a:r>
              <a:rPr lang="en-US" altLang="en-US" b="1" dirty="0" err="1">
                <a:latin typeface="Courier New" pitchFamily="49" charset="0"/>
              </a:rPr>
              <a:t>Proc</a:t>
            </a:r>
            <a:r>
              <a:rPr lang="en-US" altLang="en-US" b="1" dirty="0">
                <a:latin typeface="Courier New" pitchFamily="49" charset="0"/>
              </a:rPr>
              <a:t> %d read: %s\n", </a:t>
            </a:r>
            <a:r>
              <a:rPr lang="en-US" altLang="en-US" b="1" dirty="0" err="1">
                <a:latin typeface="Courier New" pitchFamily="49" charset="0"/>
              </a:rPr>
              <a:t>pid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latin typeface="Courier New" pitchFamily="49" charset="0"/>
              </a:rPr>
              <a:t>buf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latin typeface="Courier New" pitchFamily="49" charset="0"/>
              </a:rPr>
              <a:t>     </a:t>
            </a:r>
            <a:r>
              <a:rPr lang="en-US" altLang="en-US" b="1" i="1" dirty="0">
                <a:solidFill>
                  <a:srgbClr val="0033CC"/>
                </a:solidFill>
                <a:latin typeface="Courier New" pitchFamily="49" charset="0"/>
              </a:rPr>
              <a:t>close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</a:rPr>
              <a:t>pipeFd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[READ_END]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r>
              <a:rPr lang="en-US" altLang="en-US" b="1" dirty="0">
                <a:latin typeface="Courier New" pitchFamily="49" charset="0"/>
              </a:rPr>
              <a:t>    }</a:t>
            </a:r>
          </a:p>
          <a:p>
            <a:r>
              <a:rPr lang="en-US" alt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901011" y="5727802"/>
            <a:ext cx="1676400" cy="533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parent</a:t>
            </a:r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6934200" y="5800295"/>
            <a:ext cx="1295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/>
          <a:p>
            <a:pPr algn="ctr"/>
            <a:r>
              <a:rPr lang="en-US" altLang="en-US" sz="2400" b="1" dirty="0"/>
              <a:t>child</a:t>
            </a:r>
            <a:endParaRPr lang="en-US" altLang="en-US" sz="2400" b="1" dirty="0">
              <a:latin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577411" y="5293176"/>
            <a:ext cx="4341834" cy="1031424"/>
            <a:chOff x="1897834" y="3851872"/>
            <a:chExt cx="4341834" cy="1031424"/>
          </a:xfrm>
        </p:grpSpPr>
        <p:sp>
          <p:nvSpPr>
            <p:cNvPr id="7" name="Text Box 16"/>
            <p:cNvSpPr txBox="1">
              <a:spLocks noChangeArrowheads="1"/>
            </p:cNvSpPr>
            <p:nvPr/>
          </p:nvSpPr>
          <p:spPr bwMode="auto">
            <a:xfrm>
              <a:off x="1897834" y="3851872"/>
              <a:ext cx="140393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pipeFd</a:t>
              </a:r>
              <a:r>
                <a:rPr lang="en-US" altLang="en-US" b="1" dirty="0">
                  <a:solidFill>
                    <a:srgbClr val="0033CC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[1]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1897834" y="4235449"/>
              <a:ext cx="898576" cy="635498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Write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5334000" y="4235449"/>
              <a:ext cx="905668" cy="63549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Read</a:t>
              </a:r>
            </a:p>
          </p:txBody>
        </p:sp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3213" y="4223100"/>
              <a:ext cx="2462213" cy="660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4632033" y="3851872"/>
              <a:ext cx="1403933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pipeFd</a:t>
              </a: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[0]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2978267" y="4358991"/>
              <a:ext cx="2098830" cy="36540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657843" y="5800295"/>
            <a:ext cx="1542953" cy="365409"/>
            <a:chOff x="3657843" y="5800295"/>
            <a:chExt cx="1542953" cy="365409"/>
          </a:xfrm>
        </p:grpSpPr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4591196" y="5983000"/>
              <a:ext cx="609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3657843" y="5800295"/>
              <a:ext cx="1129296" cy="365409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itchFamily="49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35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16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Unix Pipes: </a:t>
            </a:r>
            <a:r>
              <a:rPr lang="en-US" b="1" dirty="0">
                <a:solidFill>
                  <a:srgbClr val="C00000"/>
                </a:solidFill>
              </a:rPr>
              <a:t>More to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possible to:</a:t>
            </a:r>
          </a:p>
          <a:p>
            <a:pPr lvl="1"/>
            <a:r>
              <a:rPr lang="en-US" dirty="0"/>
              <a:t>Attach/change the standard communication channels (</a:t>
            </a:r>
            <a:r>
              <a:rPr lang="en-US" dirty="0" err="1"/>
              <a:t>stdin</a:t>
            </a:r>
            <a:r>
              <a:rPr lang="en-US" dirty="0"/>
              <a:t>, </a:t>
            </a:r>
            <a:r>
              <a:rPr lang="en-US" dirty="0" err="1"/>
              <a:t>stdout</a:t>
            </a:r>
            <a:r>
              <a:rPr lang="en-US" dirty="0"/>
              <a:t>, </a:t>
            </a:r>
            <a:r>
              <a:rPr lang="en-US" dirty="0" err="1"/>
              <a:t>stderr</a:t>
            </a:r>
            <a:r>
              <a:rPr lang="en-US" dirty="0"/>
              <a:t>) to one of the pipes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Redirect the input/output from one program to another!</a:t>
            </a:r>
          </a:p>
          <a:p>
            <a:pPr lvl="2">
              <a:buFont typeface="Wingdings" panose="05000000000000000000" pitchFamily="2" charset="2"/>
              <a:buChar char="è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Unix system calls to explore: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dup()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dup2()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Wikipedia article 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dup()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system call has a great program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Unix Signal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pssst</a:t>
            </a:r>
            <a:r>
              <a:rPr lang="en-US" dirty="0"/>
              <a:t>! </a:t>
            </a:r>
            <a:r>
              <a:rPr lang="en-US" dirty="0" err="1"/>
              <a:t>pssst</a:t>
            </a:r>
            <a:r>
              <a:rPr lang="en-US" dirty="0"/>
              <a:t>!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284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Unix Signal</a:t>
            </a:r>
            <a:r>
              <a:rPr lang="en-US" dirty="0"/>
              <a:t>: Quick Overview</a:t>
            </a:r>
            <a:endParaRPr lang="en-SG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form of inter-process communication</a:t>
            </a:r>
          </a:p>
          <a:p>
            <a:pPr lvl="1"/>
            <a:r>
              <a:rPr lang="en-US" dirty="0"/>
              <a:t>An asynchronous notification regarding an event </a:t>
            </a:r>
          </a:p>
          <a:p>
            <a:pPr lvl="1"/>
            <a:r>
              <a:rPr lang="en-US" dirty="0"/>
              <a:t>Sent to a process/thread </a:t>
            </a:r>
          </a:p>
          <a:p>
            <a:pPr lvl="1"/>
            <a:endParaRPr lang="en-US" dirty="0"/>
          </a:p>
          <a:p>
            <a:r>
              <a:rPr lang="en-US" dirty="0"/>
              <a:t>The recipient of the signal must handle the signal by:</a:t>
            </a:r>
          </a:p>
          <a:p>
            <a:pPr lvl="1"/>
            <a:r>
              <a:rPr lang="en-US" dirty="0"/>
              <a:t>A default set of handlers OR</a:t>
            </a:r>
          </a:p>
          <a:p>
            <a:pPr lvl="1"/>
            <a:r>
              <a:rPr lang="en-US" dirty="0"/>
              <a:t>User supplied handler (</a:t>
            </a:r>
            <a:r>
              <a:rPr lang="en-US" i="1" dirty="0"/>
              <a:t>only for some signals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Common signals in Unix:</a:t>
            </a:r>
          </a:p>
          <a:p>
            <a:pPr lvl="1"/>
            <a:r>
              <a:rPr lang="en-US" dirty="0"/>
              <a:t>Kill, Stop, Continue, Memory error, Arithmetic error, etc….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48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36548" y="990600"/>
            <a:ext cx="7391400" cy="545995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#include &lt;</a:t>
            </a:r>
            <a:r>
              <a:rPr lang="en-US" altLang="en-US" sz="1600" dirty="0" err="1">
                <a:latin typeface="Courier New" pitchFamily="49" charset="0"/>
              </a:rPr>
              <a:t>stdio.h</a:t>
            </a:r>
            <a:r>
              <a:rPr lang="en-US" altLang="en-US" sz="1600" dirty="0">
                <a:latin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#include &lt;</a:t>
            </a:r>
            <a:r>
              <a:rPr lang="en-US" altLang="en-US" sz="1600" dirty="0" err="1">
                <a:latin typeface="Courier New" pitchFamily="49" charset="0"/>
              </a:rPr>
              <a:t>signal.h</a:t>
            </a:r>
            <a:r>
              <a:rPr lang="en-US" altLang="en-US" sz="1600" dirty="0">
                <a:latin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#include &lt;</a:t>
            </a:r>
            <a:r>
              <a:rPr lang="en-US" altLang="en-US" sz="1600" dirty="0" err="1">
                <a:latin typeface="Courier New" pitchFamily="49" charset="0"/>
              </a:rPr>
              <a:t>unistd.h</a:t>
            </a:r>
            <a:r>
              <a:rPr lang="en-US" altLang="en-US" sz="1600" dirty="0">
                <a:latin typeface="Courier New" pitchFamily="49" charset="0"/>
              </a:rPr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void </a:t>
            </a:r>
            <a:r>
              <a:rPr lang="en-US" altLang="en-US" sz="1600" dirty="0" err="1">
                <a:latin typeface="Courier New" pitchFamily="49" charset="0"/>
              </a:rPr>
              <a:t>myOwnHandler</a:t>
            </a:r>
            <a:r>
              <a:rPr lang="en-US" altLang="en-US" sz="1600" dirty="0">
                <a:latin typeface="Courier New" pitchFamily="49" charset="0"/>
              </a:rPr>
              <a:t>( </a:t>
            </a:r>
            <a:r>
              <a:rPr lang="en-US" altLang="en-US" sz="1600" dirty="0" err="1">
                <a:latin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</a:rPr>
              <a:t>signo</a:t>
            </a:r>
            <a:r>
              <a:rPr lang="en-US" altLang="en-US" sz="1600" dirty="0">
                <a:latin typeface="Courier New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{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if (</a:t>
            </a:r>
            <a:r>
              <a:rPr lang="en-US" altLang="en-US" sz="1600" dirty="0" err="1">
                <a:latin typeface="Courier New" pitchFamily="49" charset="0"/>
              </a:rPr>
              <a:t>signo</a:t>
            </a:r>
            <a:r>
              <a:rPr lang="en-US" altLang="en-US" sz="1600" dirty="0">
                <a:latin typeface="Courier New" pitchFamily="49" charset="0"/>
              </a:rPr>
              <a:t> == </a:t>
            </a:r>
            <a:r>
              <a:rPr lang="en-US" altLang="en-US" sz="1600" b="1" i="1" dirty="0">
                <a:latin typeface="Courier New" pitchFamily="49" charset="0"/>
              </a:rPr>
              <a:t>SIGSEGV</a:t>
            </a:r>
            <a:r>
              <a:rPr lang="en-US" altLang="en-US" sz="1600" dirty="0">
                <a:latin typeface="Courier New" pitchFamily="49" charset="0"/>
              </a:rPr>
              <a:t>){    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</a:t>
            </a:r>
            <a:r>
              <a:rPr lang="en-US" altLang="en-US" sz="1600" dirty="0" err="1">
                <a:latin typeface="Courier New" pitchFamily="49" charset="0"/>
              </a:rPr>
              <a:t>printf</a:t>
            </a:r>
            <a:r>
              <a:rPr lang="en-US" altLang="en-US" sz="1600" dirty="0">
                <a:latin typeface="Courier New" pitchFamily="49" charset="0"/>
              </a:rPr>
              <a:t>("Memory access blows up!\n");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exit(1);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 err="1">
                <a:latin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</a:rPr>
              <a:t> main(){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</a:t>
            </a:r>
            <a:r>
              <a:rPr lang="en-US" altLang="en-US" sz="1600" dirty="0" err="1">
                <a:latin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</a:rPr>
              <a:t> *</a:t>
            </a:r>
            <a:r>
              <a:rPr lang="en-US" altLang="en-US" sz="1600" dirty="0" err="1">
                <a:latin typeface="Courier New" pitchFamily="49" charset="0"/>
              </a:rPr>
              <a:t>ip</a:t>
            </a:r>
            <a:r>
              <a:rPr lang="en-US" altLang="en-US" sz="1600" dirty="0">
                <a:latin typeface="Courier New" pitchFamily="49" charset="0"/>
              </a:rPr>
              <a:t> = NULL;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if (signal(</a:t>
            </a:r>
            <a:r>
              <a:rPr lang="en-US" altLang="en-US" sz="1600" b="1" i="1" dirty="0">
                <a:latin typeface="Courier New" pitchFamily="49" charset="0"/>
              </a:rPr>
              <a:t>SIGSEGV</a:t>
            </a:r>
            <a:r>
              <a:rPr lang="en-US" altLang="en-US" sz="1600" dirty="0">
                <a:latin typeface="Courier New" pitchFamily="49" charset="0"/>
              </a:rPr>
              <a:t>, </a:t>
            </a:r>
            <a:r>
              <a:rPr lang="en-US" altLang="en-US" sz="1600" dirty="0" err="1">
                <a:latin typeface="Courier New" pitchFamily="49" charset="0"/>
              </a:rPr>
              <a:t>myOwnHandler</a:t>
            </a:r>
            <a:r>
              <a:rPr lang="en-US" altLang="en-US" sz="1600" dirty="0">
                <a:latin typeface="Courier New" pitchFamily="49" charset="0"/>
              </a:rPr>
              <a:t>) == </a:t>
            </a:r>
            <a:r>
              <a:rPr lang="en-US" altLang="en-US" sz="1600" b="1" i="1" dirty="0">
                <a:latin typeface="Courier New" pitchFamily="49" charset="0"/>
              </a:rPr>
              <a:t>SIG_ERR</a:t>
            </a:r>
            <a:r>
              <a:rPr lang="en-US" altLang="en-US" sz="1600" dirty="0">
                <a:latin typeface="Courier New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</a:t>
            </a:r>
            <a:r>
              <a:rPr lang="en-US" altLang="en-US" sz="1600" dirty="0" err="1">
                <a:latin typeface="Courier New" pitchFamily="49" charset="0"/>
              </a:rPr>
              <a:t>printf</a:t>
            </a:r>
            <a:r>
              <a:rPr lang="en-US" altLang="en-US" sz="1600" dirty="0">
                <a:latin typeface="Courier New" pitchFamily="49" charset="0"/>
              </a:rPr>
              <a:t>("Failed to register handler\n");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  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*</a:t>
            </a:r>
            <a:r>
              <a:rPr lang="en-US" altLang="en-US" sz="1600" dirty="0" err="1">
                <a:latin typeface="Courier New" pitchFamily="49" charset="0"/>
              </a:rPr>
              <a:t>ip</a:t>
            </a:r>
            <a:r>
              <a:rPr lang="en-US" altLang="en-US" sz="1600" dirty="0">
                <a:latin typeface="Courier New" pitchFamily="49" charset="0"/>
              </a:rPr>
              <a:t> = 123; 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1600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    return 0;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Custom Signal Handler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6220626" y="1981200"/>
            <a:ext cx="2667000" cy="16764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User defined function to handle signal. In this example, we handle the "SIGSEGV" signal, i.e. the memory segmentation fault signal.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53200" y="4495800"/>
            <a:ext cx="25146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Register our own code to replace the default handler.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3594" y="5257800"/>
            <a:ext cx="2579406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This statement will cause a segmentation fault.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180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Inter Process Communication mechanisms:</a:t>
            </a:r>
          </a:p>
          <a:p>
            <a:pPr lvl="1"/>
            <a:r>
              <a:rPr lang="en-US" dirty="0"/>
              <a:t>Shared Memory</a:t>
            </a:r>
          </a:p>
          <a:p>
            <a:pPr lvl="2"/>
            <a:r>
              <a:rPr lang="en-US" dirty="0"/>
              <a:t>POSIX example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Message Passing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Unix Pipes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Unix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0EED3-E81D-4A0F-976F-910BD7884078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AA3F3-5FC3-44EF-8485-AC0C6990B40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8419</TotalTime>
  <Words>2076</Words>
  <Application>Microsoft Macintosh PowerPoint</Application>
  <PresentationFormat>On-screen Show (4:3)</PresentationFormat>
  <Paragraphs>437</Paragraphs>
  <Slides>31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  <vt:variant>
        <vt:lpstr>Custom Shows</vt:lpstr>
      </vt:variant>
      <vt:variant>
        <vt:i4>1</vt:i4>
      </vt:variant>
    </vt:vector>
  </HeadingPairs>
  <TitlesOfParts>
    <vt:vector size="37" baseType="lpstr">
      <vt:lpstr>Arial</vt:lpstr>
      <vt:lpstr>Courier New</vt:lpstr>
      <vt:lpstr>Garamond</vt:lpstr>
      <vt:lpstr>Wingdings</vt:lpstr>
      <vt:lpstr>Edge</vt:lpstr>
      <vt:lpstr>Process Management Inter-Process Communication</vt:lpstr>
      <vt:lpstr>Overview</vt:lpstr>
      <vt:lpstr>Inter-Process Communication (IPC)</vt:lpstr>
      <vt:lpstr>Shared-Memory</vt:lpstr>
      <vt:lpstr>Shared-Memory: Illustration</vt:lpstr>
      <vt:lpstr>Shared-Memory: Pros and Cons</vt:lpstr>
      <vt:lpstr>POSIX Shared Memory in *nix</vt:lpstr>
      <vt:lpstr>Example: Master program   (1/2)</vt:lpstr>
      <vt:lpstr>Example: Master program   (2/2)</vt:lpstr>
      <vt:lpstr>Example: Slave program</vt:lpstr>
      <vt:lpstr>Message Passing</vt:lpstr>
      <vt:lpstr>Message Passing</vt:lpstr>
      <vt:lpstr>Message Passing: Illustration</vt:lpstr>
      <vt:lpstr>Naming Scheme: Direct Communication</vt:lpstr>
      <vt:lpstr>Naming Scheme: Indirect Communication</vt:lpstr>
      <vt:lpstr>Two Synchronization Behaviors</vt:lpstr>
      <vt:lpstr>Message Passing: Pros and Cons</vt:lpstr>
      <vt:lpstr>UNIX PIPES</vt:lpstr>
      <vt:lpstr>Pipes: Communication channels</vt:lpstr>
      <vt:lpstr>Piping in Shell</vt:lpstr>
      <vt:lpstr>Unix Pipes</vt:lpstr>
      <vt:lpstr>Unix Pipes: as a IPC Mechanism</vt:lpstr>
      <vt:lpstr>Unix Pipes: Semantic</vt:lpstr>
      <vt:lpstr>Unix Pipe: System Calls</vt:lpstr>
      <vt:lpstr>Unix Pipes: Example Code</vt:lpstr>
      <vt:lpstr>Unix Pipes: More to explore</vt:lpstr>
      <vt:lpstr>Unix Signal</vt:lpstr>
      <vt:lpstr>Unix Signal: Quick Overview</vt:lpstr>
      <vt:lpstr>Example: Custom Signal Handler </vt:lpstr>
      <vt:lpstr>Summary</vt:lpstr>
      <vt:lpstr>Reference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574</cp:revision>
  <cp:lastPrinted>1601-01-01T00:00:00Z</cp:lastPrinted>
  <dcterms:created xsi:type="dcterms:W3CDTF">1601-01-01T00:00:00Z</dcterms:created>
  <dcterms:modified xsi:type="dcterms:W3CDTF">2025-02-10T12:34:45Z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